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106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105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2.162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103 / 151 (68,2%)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 / 164 (70,1%)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+7,5% | Turun 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58 (81,0%)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65 (81,5%)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59 (66,1%)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63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151 (9,9%)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+36,4%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164 (10,4%)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 | Turun 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58 (13,8%)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65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59 (3,4%)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63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34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121 | MoM +14,2%
PS: 115 | MoM +9,5%
• Junior
  RE: 109 | Active 72,2% | MoM +14,7%
  PS: 103 | Active 68,2% | MoM +9,6%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-14,3%, Gap -1
• Grapari Kupang: PS -30,0%,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-50,0%, Gap -2
• Grapari Waikabubak: PS +133,3%, Gap 4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(-9,8%), PS -22 (-14,6%)
• Malaka Timtim Belu: RE 0 (0,0%), PS -11 (-5,8%)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2 (+22,2%), PS -3 (-60,0%)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64.52%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64.17% | MoM +0.34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-31.31 pp | Rp-4.84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63.10%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62.62% | MoM +0.48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Rp9.96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Rp9.94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64.52%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63.10%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Rp9.96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67.96%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66.49%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-27.87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57.66%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56.19%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Rp2.23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-38.17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62.62%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Rp-962.0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79.00% / +1.15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80.58% / +2.16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73.25% / -1.05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84.05% / +1.51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65.72% / +2.67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66.99% / +1.17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58.03% / +2.49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75.33% / +4.04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56.94% / +1.34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60.04% / +2.46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51.93% / +0.72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59.96% / 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57.62% / +2.25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61.46% / +3.57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50.72% / -0.49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60.79% / +4.56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55.45% / +1.58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58.59% / +1.54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50.25% / +0.97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54.74% / +3.05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68.39% / -0.49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71.36% / -1.02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62.85% / -1.13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65.18% / +1.80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 | MoM +0.0%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 / +15.8%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+27.3%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12,623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43.7%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16,258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51.3%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49.3%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51.1%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57.7%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45.1%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49.2%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44.9%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44.0%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40.9%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57.6%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52.0%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35.8%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39.1%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35.8%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34.0%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38.9%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34.7%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41.6%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44.2%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27.5%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29.9%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20.9%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22.5%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35.8%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25.4%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