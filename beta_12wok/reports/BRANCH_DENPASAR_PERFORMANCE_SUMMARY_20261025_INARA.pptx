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  <c:pt idx="21">
                  <c:v>49.0</c:v>
                </c:pt>
                <c:pt idx="22">
                  <c:v>40.0</c:v>
                </c:pt>
                <c:pt idx="23">
                  <c:v>43.0</c:v>
                </c:pt>
                <c:pt idx="24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  <c:pt idx="21">
                  <c:v>16.0</c:v>
                </c:pt>
                <c:pt idx="22">
                  <c:v>11.0</c:v>
                </c:pt>
                <c:pt idx="23">
                  <c:v>12.0</c:v>
                </c:pt>
                <c:pt idx="24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  <c:pt idx="21">
                  <c:v>25.0</c:v>
                </c:pt>
                <c:pt idx="22">
                  <c:v>23.0</c:v>
                </c:pt>
                <c:pt idx="23">
                  <c:v>19.0</c:v>
                </c:pt>
                <c:pt idx="24">
                  <c:v>20.0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  <c:pt idx="21">
                  <c:v>8.0</c:v>
                </c:pt>
                <c:pt idx="22">
                  <c:v>6.0</c:v>
                </c:pt>
                <c:pt idx="23">
                  <c:v>12.0</c:v>
                </c:pt>
                <c:pt idx="24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  <c:pt idx="21">
                  <c:v>40.0</c:v>
                </c:pt>
                <c:pt idx="22">
                  <c:v>36.0</c:v>
                </c:pt>
                <c:pt idx="23">
                  <c:v>45.0</c:v>
                </c:pt>
                <c:pt idx="24">
                  <c:v>37.0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  <c:pt idx="21">
                  <c:v>10.0</c:v>
                </c:pt>
                <c:pt idx="22">
                  <c:v>12.0</c:v>
                </c:pt>
                <c:pt idx="23">
                  <c:v>12.0</c:v>
                </c:pt>
                <c:pt idx="24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  <c:pt idx="21">
                  <c:v>18.0</c:v>
                </c:pt>
                <c:pt idx="22">
                  <c:v>21.0</c:v>
                </c:pt>
                <c:pt idx="23">
                  <c:v>26.0</c:v>
                </c:pt>
                <c:pt idx="24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  <c:pt idx="21">
                  <c:v>12.0</c:v>
                </c:pt>
                <c:pt idx="22">
                  <c:v>3.0</c:v>
                </c:pt>
                <c:pt idx="23">
                  <c:v>7.0</c:v>
                </c:pt>
                <c:pt idx="24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2.581,5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2.100,0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229   Δ -42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220   Δ -38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223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6.462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6.462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143 / 337 (42,4%)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-21,0% | Turun 113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182 / 378 (48,1%)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-17,3% | Turun 138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69 (55,1%)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81 (59,3%)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-12,7%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 / 164 (42,1%)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-25,8% | Turun 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90 / 185 (48,6%)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-21,1% | Turun 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104 (34,6%)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112 (39,3%)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-13,7%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559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1.805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1.020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-57,1%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 / 337 (7,7%)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-29,7% | Turun 113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 / 378 (12,7%)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138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69 (10,1%)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81 (14,8%)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9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164 (7,3%)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185 (14,1%)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 | Turun 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104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112 (8,9%)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7.161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187 | MoM -18,3%
PS: 182 | MoM -17,3%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149 | Active 44,2% | MoM -21,6%
  PS: 143 | Active 42,4% | MoM -21,0%
• Greenfield
  RE: 18 | Active 90,0% | MoM -5,3%
  PS: 19 | Active 95,0%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-50,0%, Gap -1
• Grapari Gatsu Tengah: PS -60,0%, Gap -3
• Grapari Jimbaran: PS -47,6%, Gap -10
• Grapari Kuta: PS 0,0%, Gap 0
• Grapari Negara: PS -60,0%,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-53,8%, Gap -21
• Grapari Singaraja: PS -40,0%, Gap -2
• Grapari Tabanan: PS -16,7%, Gap -1
• Grapari Ubud: PS -14,3%,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-253 (-29,7%), PS -261 (-35,2%)
• Bali Tengah: RE -232 (-16,1%), PS -185 (-15,3%)
• Bali Timur: RE -113 (-23,7%), PS -77 (-20,6%)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-16 (-10,3%), PS -9 (-8,2%)
• Bali Timur: RE 4 (+8,3%), PS -7 (-19,4%)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-13 (-26,0%), PS -4 (-12,9%)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-3 (-50,0%), PS -3 (-60,0%)
• Bali Timur: RE -1 (-16,7%), PS -2 (-40,0%)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UBAYDILLAH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UBA2289072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UBAYDILLAH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UBA2289072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Oct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PUTU GEDE HARYA PRADNYA MAHA ARSA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PUT6943727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IBN5054765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putra setia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ADI3356661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RIKA ERVANI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NIM2699062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ALYA BAYU KRISNINDIA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ALY8300198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Kevin Marzheel Eberhartd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KEV8660786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95.43%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95.58% | MoM -0.14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-2.15 pp | Rp-1.21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94.89%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94.88% | MoM +0.01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Rp53.67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Rp53.59 M | MoM +0.1%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95.43%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Rp53.67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94.50%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93.87%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Rp10.49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Rp-342.5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95.57%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Rp30.21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Rp-636.3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95.90%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95.54%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Rp12.96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Rp-227.6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96.16% / -2.10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95.10% / -2.80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96.19% / -1.71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97.69% / -2.31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90.92% / -0.40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90.79% / +2.13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89.82% / -1.09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94.65% / -1.31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87.07% / 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87.02% / -0.53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86.22% / -0.12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89.82% / -0.03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91.49% / -0.21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90.67% / -0.21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91.41% / -0.13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92.60% / -0.49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93.06% / -0.31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91.83% / -0.90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93.12% / +0.05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94.22% / -0.53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96.78%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96.11%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97.06% / -0.07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96.63% / -0.07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496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M-1 490 | MoM +1.2%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-35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76 / +2.7%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-9.1%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47 / -16.1%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19 / +171.4%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409 / -1.4%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61 / -9.0%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270 / +5.5%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78 / -15.2%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55,003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68.2%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25,708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75.8%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82.0%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73.7%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74.4%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83.1%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61.3%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62.6%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73.7%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58.6%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55.5%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55.7%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71.7%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71.9%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50.6%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51.3%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64.4%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