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Sheet1!$A$2:$A$26</c:f>
              <c:strCache>
                <c:ptCount val="2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59.0</c:v>
                </c:pt>
                <c:pt idx="1">
                  <c:v>59.0</c:v>
                </c:pt>
                <c:pt idx="2">
                  <c:v>50.0</c:v>
                </c:pt>
                <c:pt idx="3">
                  <c:v>46.0</c:v>
                </c:pt>
                <c:pt idx="4">
                  <c:v>57.0</c:v>
                </c:pt>
                <c:pt idx="5">
                  <c:v>52.0</c:v>
                </c:pt>
                <c:pt idx="6">
                  <c:v>50.0</c:v>
                </c:pt>
                <c:pt idx="7">
                  <c:v>62.0</c:v>
                </c:pt>
                <c:pt idx="8">
                  <c:v>40.0</c:v>
                </c:pt>
                <c:pt idx="9">
                  <c:v>45.0</c:v>
                </c:pt>
                <c:pt idx="10">
                  <c:v>35.0</c:v>
                </c:pt>
                <c:pt idx="11">
                  <c:v>55.0</c:v>
                </c:pt>
                <c:pt idx="12">
                  <c:v>44.0</c:v>
                </c:pt>
                <c:pt idx="13">
                  <c:v>38.0</c:v>
                </c:pt>
                <c:pt idx="14">
                  <c:v>41.0</c:v>
                </c:pt>
                <c:pt idx="15">
                  <c:v>43.0</c:v>
                </c:pt>
                <c:pt idx="16">
                  <c:v>35.0</c:v>
                </c:pt>
                <c:pt idx="17">
                  <c:v>43.0</c:v>
                </c:pt>
                <c:pt idx="18">
                  <c:v>52.0</c:v>
                </c:pt>
                <c:pt idx="19">
                  <c:v>60.0</c:v>
                </c:pt>
                <c:pt idx="20">
                  <c:v>48.0</c:v>
                </c:pt>
                <c:pt idx="21">
                  <c:v>49.0</c:v>
                </c:pt>
                <c:pt idx="22">
                  <c:v>40.0</c:v>
                </c:pt>
                <c:pt idx="23">
                  <c:v>43.0</c:v>
                </c:pt>
                <c:pt idx="24">
                  <c:v>48.0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Sheet1!$A$2:$A$26</c:f>
              <c:strCache>
                <c:ptCount val="2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</c:strCache>
            </c:strRef>
          </c:cat>
          <c:val>
            <c:numRef>
              <c:f>Sheet1!$C$2:$C$26</c:f>
              <c:numCache>
                <c:formatCode>General</c:formatCode>
                <c:ptCount val="25"/>
                <c:pt idx="0">
                  <c:v>15.0</c:v>
                </c:pt>
                <c:pt idx="1">
                  <c:v>16.0</c:v>
                </c:pt>
                <c:pt idx="2">
                  <c:v>13.0</c:v>
                </c:pt>
                <c:pt idx="3">
                  <c:v>14.0</c:v>
                </c:pt>
                <c:pt idx="4">
                  <c:v>15.0</c:v>
                </c:pt>
                <c:pt idx="5">
                  <c:v>15.0</c:v>
                </c:pt>
                <c:pt idx="6">
                  <c:v>13.0</c:v>
                </c:pt>
                <c:pt idx="7">
                  <c:v>18.0</c:v>
                </c:pt>
                <c:pt idx="8">
                  <c:v>13.0</c:v>
                </c:pt>
                <c:pt idx="9">
                  <c:v>17.0</c:v>
                </c:pt>
                <c:pt idx="10">
                  <c:v>10.0</c:v>
                </c:pt>
                <c:pt idx="11">
                  <c:v>11.0</c:v>
                </c:pt>
                <c:pt idx="12">
                  <c:v>13.0</c:v>
                </c:pt>
                <c:pt idx="13">
                  <c:v>11.0</c:v>
                </c:pt>
                <c:pt idx="14">
                  <c:v>12.0</c:v>
                </c:pt>
                <c:pt idx="15">
                  <c:v>10.0</c:v>
                </c:pt>
                <c:pt idx="16">
                  <c:v>11.0</c:v>
                </c:pt>
                <c:pt idx="17">
                  <c:v>14.0</c:v>
                </c:pt>
                <c:pt idx="18">
                  <c:v>19.0</c:v>
                </c:pt>
                <c:pt idx="19">
                  <c:v>22.0</c:v>
                </c:pt>
                <c:pt idx="20">
                  <c:v>15.0</c:v>
                </c:pt>
                <c:pt idx="21">
                  <c:v>16.0</c:v>
                </c:pt>
                <c:pt idx="22">
                  <c:v>11.0</c:v>
                </c:pt>
                <c:pt idx="23">
                  <c:v>12.0</c:v>
                </c:pt>
                <c:pt idx="24">
                  <c:v>15.0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Sheet1!$A$2:$A$26</c:f>
              <c:strCache>
                <c:ptCount val="2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</c:strCache>
            </c:strRef>
          </c:cat>
          <c:val>
            <c:numRef>
              <c:f>Sheet1!$D$2:$D$26</c:f>
              <c:numCache>
                <c:formatCode>General</c:formatCode>
                <c:ptCount val="25"/>
                <c:pt idx="0">
                  <c:v>34.0</c:v>
                </c:pt>
                <c:pt idx="1">
                  <c:v>34.0</c:v>
                </c:pt>
                <c:pt idx="2">
                  <c:v>31.0</c:v>
                </c:pt>
                <c:pt idx="3">
                  <c:v>22.0</c:v>
                </c:pt>
                <c:pt idx="4">
                  <c:v>33.0</c:v>
                </c:pt>
                <c:pt idx="5">
                  <c:v>25.0</c:v>
                </c:pt>
                <c:pt idx="6">
                  <c:v>32.0</c:v>
                </c:pt>
                <c:pt idx="7">
                  <c:v>34.0</c:v>
                </c:pt>
                <c:pt idx="8">
                  <c:v>19.0</c:v>
                </c:pt>
                <c:pt idx="9">
                  <c:v>24.0</c:v>
                </c:pt>
                <c:pt idx="10">
                  <c:v>18.0</c:v>
                </c:pt>
                <c:pt idx="11">
                  <c:v>31.0</c:v>
                </c:pt>
                <c:pt idx="12">
                  <c:v>22.0</c:v>
                </c:pt>
                <c:pt idx="13">
                  <c:v>17.0</c:v>
                </c:pt>
                <c:pt idx="14">
                  <c:v>23.0</c:v>
                </c:pt>
                <c:pt idx="15">
                  <c:v>23.0</c:v>
                </c:pt>
                <c:pt idx="16">
                  <c:v>16.0</c:v>
                </c:pt>
                <c:pt idx="17">
                  <c:v>20.0</c:v>
                </c:pt>
                <c:pt idx="18">
                  <c:v>24.0</c:v>
                </c:pt>
                <c:pt idx="19">
                  <c:v>27.0</c:v>
                </c:pt>
                <c:pt idx="20">
                  <c:v>23.0</c:v>
                </c:pt>
                <c:pt idx="21">
                  <c:v>25.0</c:v>
                </c:pt>
                <c:pt idx="22">
                  <c:v>23.0</c:v>
                </c:pt>
                <c:pt idx="23">
                  <c:v>19.0</c:v>
                </c:pt>
                <c:pt idx="24">
                  <c:v>20.0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Sheet1!$A$2:$A$26</c:f>
              <c:strCache>
                <c:ptCount val="2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</c:strCache>
            </c:strRef>
          </c:cat>
          <c:val>
            <c:numRef>
              <c:f>Sheet1!$E$2:$E$26</c:f>
              <c:numCache>
                <c:formatCode>General</c:formatCode>
                <c:ptCount val="25"/>
                <c:pt idx="0">
                  <c:v>12.0</c:v>
                </c:pt>
                <c:pt idx="1">
                  <c:v>11.0</c:v>
                </c:pt>
                <c:pt idx="2">
                  <c:v>9.0</c:v>
                </c:pt>
                <c:pt idx="3">
                  <c:v>10.0</c:v>
                </c:pt>
                <c:pt idx="4">
                  <c:v>11.0</c:v>
                </c:pt>
                <c:pt idx="5">
                  <c:v>13.0</c:v>
                </c:pt>
                <c:pt idx="6">
                  <c:v>8.0</c:v>
                </c:pt>
                <c:pt idx="7">
                  <c:v>13.0</c:v>
                </c:pt>
                <c:pt idx="8">
                  <c:v>8.0</c:v>
                </c:pt>
                <c:pt idx="9">
                  <c:v>8.0</c:v>
                </c:pt>
                <c:pt idx="10">
                  <c:v>8.0</c:v>
                </c:pt>
                <c:pt idx="11">
                  <c:v>13.0</c:v>
                </c:pt>
                <c:pt idx="12">
                  <c:v>11.0</c:v>
                </c:pt>
                <c:pt idx="13">
                  <c:v>10.0</c:v>
                </c:pt>
                <c:pt idx="14">
                  <c:v>7.0</c:v>
                </c:pt>
                <c:pt idx="15">
                  <c:v>10.0</c:v>
                </c:pt>
                <c:pt idx="16">
                  <c:v>8.0</c:v>
                </c:pt>
                <c:pt idx="17">
                  <c:v>10.0</c:v>
                </c:pt>
                <c:pt idx="18">
                  <c:v>9.0</c:v>
                </c:pt>
                <c:pt idx="19">
                  <c:v>11.0</c:v>
                </c:pt>
                <c:pt idx="20">
                  <c:v>10.0</c:v>
                </c:pt>
                <c:pt idx="21">
                  <c:v>8.0</c:v>
                </c:pt>
                <c:pt idx="22">
                  <c:v>6.0</c:v>
                </c:pt>
                <c:pt idx="23">
                  <c:v>12.0</c:v>
                </c:pt>
                <c:pt idx="24">
                  <c:v>13.0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Sheet1!$A$2:$A$26</c:f>
              <c:strCache>
                <c:ptCount val="2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</c:strCache>
            </c:strRef>
          </c:cat>
          <c:val>
            <c:numRef>
              <c:f>Sheet1!$F$2:$F$26</c:f>
              <c:numCache>
                <c:formatCode>General</c:formatCode>
                <c:ptCount val="25"/>
                <c:pt idx="0">
                  <c:v>1.0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Sheet1!$A$2:$A$26</c:f>
              <c:strCache>
                <c:ptCount val="2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53.0</c:v>
                </c:pt>
                <c:pt idx="1">
                  <c:v>53.0</c:v>
                </c:pt>
                <c:pt idx="2">
                  <c:v>57.0</c:v>
                </c:pt>
                <c:pt idx="3">
                  <c:v>41.0</c:v>
                </c:pt>
                <c:pt idx="4">
                  <c:v>42.0</c:v>
                </c:pt>
                <c:pt idx="5">
                  <c:v>45.0</c:v>
                </c:pt>
                <c:pt idx="6">
                  <c:v>57.0</c:v>
                </c:pt>
                <c:pt idx="7">
                  <c:v>56.0</c:v>
                </c:pt>
                <c:pt idx="8">
                  <c:v>43.0</c:v>
                </c:pt>
                <c:pt idx="9">
                  <c:v>41.0</c:v>
                </c:pt>
                <c:pt idx="10">
                  <c:v>32.0</c:v>
                </c:pt>
                <c:pt idx="11">
                  <c:v>42.0</c:v>
                </c:pt>
                <c:pt idx="12">
                  <c:v>43.0</c:v>
                </c:pt>
                <c:pt idx="13">
                  <c:v>34.0</c:v>
                </c:pt>
                <c:pt idx="14">
                  <c:v>31.0</c:v>
                </c:pt>
                <c:pt idx="15">
                  <c:v>40.0</c:v>
                </c:pt>
                <c:pt idx="16">
                  <c:v>43.0</c:v>
                </c:pt>
                <c:pt idx="17">
                  <c:v>35.0</c:v>
                </c:pt>
                <c:pt idx="18">
                  <c:v>50.0</c:v>
                </c:pt>
                <c:pt idx="19">
                  <c:v>44.0</c:v>
                </c:pt>
                <c:pt idx="20">
                  <c:v>46.0</c:v>
                </c:pt>
                <c:pt idx="21">
                  <c:v>40.0</c:v>
                </c:pt>
                <c:pt idx="22">
                  <c:v>36.0</c:v>
                </c:pt>
                <c:pt idx="23">
                  <c:v>45.0</c:v>
                </c:pt>
                <c:pt idx="24">
                  <c:v>37.0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Sheet1!$A$2:$A$26</c:f>
              <c:strCache>
                <c:ptCount val="2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</c:strCache>
            </c:strRef>
          </c:cat>
          <c:val>
            <c:numRef>
              <c:f>Sheet1!$C$2:$C$26</c:f>
              <c:numCache>
                <c:formatCode>General</c:formatCode>
                <c:ptCount val="25"/>
                <c:pt idx="0">
                  <c:v>11.0</c:v>
                </c:pt>
                <c:pt idx="1">
                  <c:v>15.0</c:v>
                </c:pt>
                <c:pt idx="2">
                  <c:v>13.0</c:v>
                </c:pt>
                <c:pt idx="3">
                  <c:v>9.0</c:v>
                </c:pt>
                <c:pt idx="4">
                  <c:v>11.0</c:v>
                </c:pt>
                <c:pt idx="5">
                  <c:v>8.0</c:v>
                </c:pt>
                <c:pt idx="6">
                  <c:v>19.0</c:v>
                </c:pt>
                <c:pt idx="7">
                  <c:v>15.0</c:v>
                </c:pt>
                <c:pt idx="8">
                  <c:v>11.0</c:v>
                </c:pt>
                <c:pt idx="9">
                  <c:v>14.0</c:v>
                </c:pt>
                <c:pt idx="10">
                  <c:v>12.0</c:v>
                </c:pt>
                <c:pt idx="11">
                  <c:v>11.0</c:v>
                </c:pt>
                <c:pt idx="12">
                  <c:v>12.0</c:v>
                </c:pt>
                <c:pt idx="13">
                  <c:v>6.0</c:v>
                </c:pt>
                <c:pt idx="14">
                  <c:v>9.0</c:v>
                </c:pt>
                <c:pt idx="15">
                  <c:v>7.0</c:v>
                </c:pt>
                <c:pt idx="16">
                  <c:v>15.0</c:v>
                </c:pt>
                <c:pt idx="17">
                  <c:v>9.0</c:v>
                </c:pt>
                <c:pt idx="18">
                  <c:v>18.0</c:v>
                </c:pt>
                <c:pt idx="19">
                  <c:v>16.0</c:v>
                </c:pt>
                <c:pt idx="20">
                  <c:v>18.0</c:v>
                </c:pt>
                <c:pt idx="21">
                  <c:v>10.0</c:v>
                </c:pt>
                <c:pt idx="22">
                  <c:v>12.0</c:v>
                </c:pt>
                <c:pt idx="23">
                  <c:v>12.0</c:v>
                </c:pt>
                <c:pt idx="24">
                  <c:v>12.0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Sheet1!$A$2:$A$26</c:f>
              <c:strCache>
                <c:ptCount val="2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</c:strCache>
            </c:strRef>
          </c:cat>
          <c:val>
            <c:numRef>
              <c:f>Sheet1!$D$2:$D$26</c:f>
              <c:numCache>
                <c:formatCode>General</c:formatCode>
                <c:ptCount val="25"/>
                <c:pt idx="0">
                  <c:v>31.0</c:v>
                </c:pt>
                <c:pt idx="1">
                  <c:v>30.0</c:v>
                </c:pt>
                <c:pt idx="2">
                  <c:v>36.0</c:v>
                </c:pt>
                <c:pt idx="3">
                  <c:v>26.0</c:v>
                </c:pt>
                <c:pt idx="4">
                  <c:v>23.0</c:v>
                </c:pt>
                <c:pt idx="5">
                  <c:v>31.0</c:v>
                </c:pt>
                <c:pt idx="6">
                  <c:v>30.0</c:v>
                </c:pt>
                <c:pt idx="7">
                  <c:v>28.0</c:v>
                </c:pt>
                <c:pt idx="8">
                  <c:v>23.0</c:v>
                </c:pt>
                <c:pt idx="9">
                  <c:v>15.0</c:v>
                </c:pt>
                <c:pt idx="10">
                  <c:v>19.0</c:v>
                </c:pt>
                <c:pt idx="11">
                  <c:v>24.0</c:v>
                </c:pt>
                <c:pt idx="12">
                  <c:v>23.0</c:v>
                </c:pt>
                <c:pt idx="13">
                  <c:v>22.0</c:v>
                </c:pt>
                <c:pt idx="14">
                  <c:v>16.0</c:v>
                </c:pt>
                <c:pt idx="15">
                  <c:v>26.0</c:v>
                </c:pt>
                <c:pt idx="16">
                  <c:v>21.0</c:v>
                </c:pt>
                <c:pt idx="17">
                  <c:v>19.0</c:v>
                </c:pt>
                <c:pt idx="18">
                  <c:v>20.0</c:v>
                </c:pt>
                <c:pt idx="19">
                  <c:v>22.0</c:v>
                </c:pt>
                <c:pt idx="20">
                  <c:v>23.0</c:v>
                </c:pt>
                <c:pt idx="21">
                  <c:v>18.0</c:v>
                </c:pt>
                <c:pt idx="22">
                  <c:v>21.0</c:v>
                </c:pt>
                <c:pt idx="23">
                  <c:v>26.0</c:v>
                </c:pt>
                <c:pt idx="24">
                  <c:v>17.0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Sheet1!$A$2:$A$26</c:f>
              <c:strCache>
                <c:ptCount val="2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</c:strCache>
            </c:strRef>
          </c:cat>
          <c:val>
            <c:numRef>
              <c:f>Sheet1!$E$2:$E$26</c:f>
              <c:numCache>
                <c:formatCode>General</c:formatCode>
                <c:ptCount val="25"/>
                <c:pt idx="0">
                  <c:v>12.0</c:v>
                </c:pt>
                <c:pt idx="1">
                  <c:v>8.0</c:v>
                </c:pt>
                <c:pt idx="2">
                  <c:v>9.0</c:v>
                </c:pt>
                <c:pt idx="3">
                  <c:v>6.0</c:v>
                </c:pt>
                <c:pt idx="4">
                  <c:v>12.0</c:v>
                </c:pt>
                <c:pt idx="5">
                  <c:v>7.0</c:v>
                </c:pt>
                <c:pt idx="6">
                  <c:v>12.0</c:v>
                </c:pt>
                <c:pt idx="7">
                  <c:v>14.0</c:v>
                </c:pt>
                <c:pt idx="8">
                  <c:v>9.0</c:v>
                </c:pt>
                <c:pt idx="9">
                  <c:v>12.0</c:v>
                </c:pt>
                <c:pt idx="10">
                  <c:v>3.0</c:v>
                </c:pt>
                <c:pt idx="11">
                  <c:v>8.0</c:v>
                </c:pt>
                <c:pt idx="12">
                  <c:v>8.0</c:v>
                </c:pt>
                <c:pt idx="13">
                  <c:v>6.0</c:v>
                </c:pt>
                <c:pt idx="14">
                  <c:v>7.0</c:v>
                </c:pt>
                <c:pt idx="15">
                  <c:v>7.0</c:v>
                </c:pt>
                <c:pt idx="16">
                  <c:v>7.0</c:v>
                </c:pt>
                <c:pt idx="17">
                  <c:v>7.0</c:v>
                </c:pt>
                <c:pt idx="18">
                  <c:v>12.0</c:v>
                </c:pt>
                <c:pt idx="19">
                  <c:v>6.0</c:v>
                </c:pt>
                <c:pt idx="20">
                  <c:v>6.0</c:v>
                </c:pt>
                <c:pt idx="21">
                  <c:v>12.0</c:v>
                </c:pt>
                <c:pt idx="22">
                  <c:v>3.0</c:v>
                </c:pt>
                <c:pt idx="23">
                  <c:v>7.0</c:v>
                </c:pt>
                <c:pt idx="24">
                  <c:v>8.0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Sheet1!$A$2:$A$26</c:f>
              <c:strCache>
                <c:ptCount val="2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</c:strCache>
            </c:strRef>
          </c:cat>
          <c:val>
            <c:numRef>
              <c:f>Sheet1!$F$2:$F$26</c:f>
              <c:numCache>
                <c:formatCode>General</c:formatCode>
                <c:ptCount val="25"/>
                <c:pt idx="0">
                  <c:v>0</c:v>
                </c:pt>
                <c:pt idx="1">
                  <c:v>1.0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01–25 Oct 2026 vs MTD-1 01–25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2.558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5.139,5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49,8%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2.581,5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2.074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4.174,0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49,7%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2.100,0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-1,1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47,8%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716,2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46,2%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50,3%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1.415,3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51,6%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1.119,4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49,9%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48,3%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Tabanan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Badung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01–25 Oct 2026 vs MTD-1 01–25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351 → 378  (+7,7%)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187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-18,3%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229   Δ -42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182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-17,3%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220   Δ -38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223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6.462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6.462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1.838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3.412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+31,8%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1.212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01–25 Oct 2026 vs MTD-1 01–25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 / 20 (95,0%)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143 / 337 (42,4%)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-21,0% | Turun 113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182 / 378 (48,1%)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-17,3% | Turun 138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38 / 69 (55,1%)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-15,6% | Turun 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48 / 81 (59,3%)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-12,7% | Turun 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9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69 / 164 (42,1%)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-25,8% | Turun 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90 / 185 (48,6%)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-21,1% | Turun 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36 / 104 (34,6%)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-16,3% | Turun 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44 / 112 (39,3%)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-13,7% | Turun 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-24,0%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812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-28,2%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125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-12,6%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179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-30,6%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559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1.805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-22,4%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231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150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489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396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362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1.020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185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296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 / 20 (15,0%)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-57,1% | Turun 11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26 / 337 (7,7%)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-29,7% | Turun 113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-16,7%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48 / 378 (12,7%)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-25,0% | Turun 138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 / 69 (10,1%)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12 / 81 (14,8%)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-40,0% | Turun 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9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12 / 164 (7,3%)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26 / 185 (14,1%)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-21,2% | Turun 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104 (6,7%)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 / 112 (8,9%)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-9,1% | Turun 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01–25 Oct 2026 vs MTD-1 01–25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01–25 Oct 2026 vs MTD-1 01–25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2.771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2.327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1.805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7.161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21.358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15.555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47.396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3.292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660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01–25 Oct 2026 vs MTD-1 01–25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2.539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2.061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429,7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2.771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2.327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1.805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362,7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187 | MoM -18,3%
PS: 182 | MoM -17,3%
• Elite
  RE: 10 | Active 100,0% | MoM 0,0%
  PS: 10 | Active 100,0% | MoM 0,0%
• Performer
  RE: 6 | Active 100,0% | MoM 0,0%
  PS: 6 | Active 100,0% | MoM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Junior
  RE: 149 | Active 44,2% | MoM -21,6%
  PS: 143 | Active 42,4% | MoM -21,0%
• Greenfield
  RE: 18 | Active 90,0% | MoM -5,3%
  PS: 19 | Active 95,0% | MoM 0,0%
• Junior Plus
  RE: 4 | Active 80,0% | MoM 0,0%
  PS: 4 | Active 80,0%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Amlapura: PS -50,0%, Gap -1
• Grapari Gatsu Tengah: PS -60,0%, Gap -3
• Grapari Jimbaran: PS -47,6%, Gap -10
• Grapari Kuta: PS 0,0%, Gap 0
• Grapari Negara: PS -60,0%, Gap -3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Renon: PS -53,8%, Gap -21
• Grapari Singaraja: PS -40,0%, Gap -2
• Grapari Tabanan: PS -16,7%, Gap -1
• Grapari Ubud: PS -14,3%, Gap -2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Barat: RE -253 (-29,7%), PS -261 (-35,2%)
• Bali Tengah: RE -232 (-16,1%), PS -185 (-15,3%)
• Bali Timur: RE -113 (-23,7%), PS -77 (-20,6%)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Tengah: RE -16 (-10,3%), PS -9 (-8,2%)
• Bali Timur: RE 4 (+8,3%), PS -7 (-19,4%)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Tengah: RE -13 (-26,0%), PS -4 (-12,9%)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Tengah: RE -3 (-50,0%), PS -3 (-60,0%)
• Bali Timur: RE -1 (-16,7%), PS -2 (-40,0%)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01–25 Oct 2026 vs MTD-1 01–25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1.078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2.074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01–25 Oct 2026 vs MTD-1 01–25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529,6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433,1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126,9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312,8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265,3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89,8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01–25 Oct 2026 vs MTD-1 01–25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HAIDAR EL JAWAS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SPEDA24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ARDIANSYAH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ARD6855279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EKA PANDI ASTAWAN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IGE5979988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pinky priyantini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IDA9238809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nengah semara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INE6371994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EKA PUTU WIGUNA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SPXPW93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Anak Agung Istri Agung Ari Damayanti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ANA8921119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BERTHA GANTI ROULI SILABAN AMKG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SPXBRT80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UBAYDILLAH HAKIM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UBA2289072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MAWAYANA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SPXYM59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HAIDAR EL JAWAS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SPEDA24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EKA PANDI ASTAWAN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IGE5979988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pinky priyantini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IDA9238809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ARDIANSYAH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ARD6855279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nengah semara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INE6371994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Anak Agung Istri Agung Ari Damayanti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ANA8921119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BERTHA GANTI ROULI SILABAN AMKG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SPXBRT80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Naufal Mascaty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NAU5578143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UBAYDILLAH HAKIM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UBA2289072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SYAFII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SPYYF18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01–25 Oct 2026 vs MTD-1 01–25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Indra syah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IND7163324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IRMA NUR 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SPIRN91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Made Sri Pradnya 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IDA4047575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MUHAZAM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SPXZM15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Vira dwi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VIR7434347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Kadek Putra Adhi Prasetya Arintama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IKA8469114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Suriantini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NIK5337350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Luh Madina Vera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NIL7530759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PUTU GEDE HARYA PRADNYA MAHA ARSA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PUT6943727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WINDA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SPXXYW93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MUHAZAM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SPXZM15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Vira dwi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VIR7434347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GST NGURAH PT WIDIYADANA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SPXWDY77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IBNU MAULANA MAHENDRA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IBN5054765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Adi putra setia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ADI3356661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MADE RIKA ERVANI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NIM2699062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ALYA BAYU KRISNINDIA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ALY8300198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Kevin Marzheel Eberhartd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KEV8660786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DENPASAR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10/24/2026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95.13%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95.10% | MoM +0.03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97.58%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-2.45 pp | Rp-1.38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94.57%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94.36% | MoM +0.20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Rp53.50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Rp53.32 M | MoM +0.3%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Rp56.23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+0.3%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64208"/>
          <a:ext cx="1154886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DENPASAR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95.13%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94.57%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Rp53.50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-2.45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Rp-1.38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94.14%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93.48%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Rp10.45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-3.44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Rp-382.3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95.27%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94.69%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Rp30.11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-2.31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Rp-729.1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95.62%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95.24%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Rp12.93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-1.96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Rp-264.9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3913632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187952"/>
          <a:ext cx="11548868" cy="1668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38397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BALI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BALI TENGAH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BALI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95.76% / -0.54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94.72% / -2.84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95.79% / +0.38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97.30% / -0.35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90.30% / +1.41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90.18% / +2.11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89.18% / +1.08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94.10% / +1.56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86.57% / -0.01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86.33% / -0.34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85.75% / +0.07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89.49% / +0.29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90.87% / -0.14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89.90% / -0.34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90.83% / +0.01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92.03% / -0.37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92.58% / -0.13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91.27% / -0.85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92.70% / +0.31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93.65% / -0.45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8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96.56% / +0.03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95.87% / -0.04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96.84% / +0.05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96.43% / +0.06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DENPASAR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10/23/2026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487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M-1 476 | MoM +2.3%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531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-44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+11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71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23408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DENPASAR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-44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-12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-25</a:t>
                      </a:r>
                    </a:p>
                  </a:txBody>
                  <a:tcPr/>
                </a:tc>
              </a:tr>
              <a:tr h="23408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-7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299923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310128"/>
          <a:ext cx="11548868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740"/>
                <a:gridCol w="2298282"/>
                <a:gridCol w="2298282"/>
                <a:gridCol w="2298282"/>
                <a:gridCol w="2298282"/>
              </a:tblGrid>
              <a:tr h="25146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TENGAH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7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75 / +5.6%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 / -9.1%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47 / -11.3%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18 / +157.1%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401 / -0.7%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59 / -10.6%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265 / +7.7%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77 / -16.3%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DENPASAR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23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80,711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55,003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68.2%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25,708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3,106 / 94.9%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3,306 / 90.3%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3,354 / 84.2%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2,988 / 81.3%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3,398 / 78.3%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3,325 / 75.8%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958 / 93.1%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895 / 90.3%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875 / 83.5%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767 / 82.0%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922 / 80.6%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821 / 73.7%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1,638 / 95.4%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1,853 / 89.0%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1,865 / 83.2%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1,693 / 79.6%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1,878 / 76.0%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1,896 / 74.4%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510 / 96.7%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558 / 94.4%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614 / 88.3%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528 / 85.8%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598 / 81.8%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608 / 83.1%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3,413 / 75.0%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2,962 / 74.9%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3,103 / 72.9%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3,350 / 70.1%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2,790 / 69.0%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3,773 / 64.3%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765 / 74.6%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666 / 74.9%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742 / 70.2%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855 / 67.0%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612 / 69.6%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869 / 61.3%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1,929 / 73.6%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1,632 / 73.3%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1,801 / 72.6%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1,942 / 68.8%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1,719 / 67.0%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2,235 / 62.6%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719 / 79.4%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664 / 78.8%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560 / 77.3%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553 / 79.2%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459 / 75.4%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669 / 73.7%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3,134 / 63.0%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3,494 / 63.5%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3,969 / 63.0%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3,612 / 60.9%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3,772 / 58.3%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3,480 / 58.6%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756 / 59.7%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868 / 61.5%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1,014 / 59.9%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1,044 / 58.9%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1,011 / 55.4%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961 / 55.5%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1,817 / 61.9%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1,975 / 61.2%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2,246 / 61.8%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1,895 / 57.8%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2,049 / 56.3%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1,871 / 55.7%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561 / 70.9%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651 / 73.4%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709 / 71.7%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673 / 72.8%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712 / 68.0%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648 / 71.9%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3,403 / 61.5%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3,381 / 59.5%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3,839 / 58.6%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3,450 / 56.1%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3,102 / 56.7%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3,207 / 53.5%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871 / 60.0%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879 / 60.4%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1,062 / 55.0%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970 / 50.8%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794 / 55.4%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822 / 50.6%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1,879 / 59.5%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1,842 / 55.8%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2,058 / 56.8%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1,848 / 54.6%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1,682 / 52.4%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1,806 / 51.3%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653 / 69.1%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660 / 68.3%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719 / 69.1%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632 / 68.7%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626 / 70.0%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579 / 64.4%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