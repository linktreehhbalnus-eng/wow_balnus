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1.898,7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150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137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118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1.943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108 / 210 (51,4%)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 / 237 (55,7%)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-3,6% | Turun 71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 / 128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 / 145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35 (48,6%)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38 (52,6%)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47 (68,1%)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54 (72,2%)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-75,0%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237 (3,0%)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-41,7% | Turun 71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128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-80,0%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145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54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135 | MoM -10,0%
PS: 132 | MoM -3,6%
• Performer
  RE: 1 | Active 100,0% | MoM 0,0%
  PS: 1 | Active 100,0% | MoM 0,0%
• Junior
  RE: 112 | Active 53,3% | MoM -11,1%
  PS: 108 | Active 51,4% | MoM -5,3%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-7,7%
  PS: 13 | Active 81,2% | MoM +8,3%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-8
• Grapari Dompu: PS +60,0%, Gap 3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-62,5%, Gap -15
• Grapari Sumbawa: PS -66,7%, Gap -4
• Grapari Taliwang: PS N/A, Gap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-62 (-16,3%), PS -44 (-14,3%)
• Sumbawa Barat: RE -36 (-30,0%), PS -12 (-16,4%)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(-25,0%), PS -8 (-80,0%)
• Lombok: RE 2 (+9,1%), PS -5 (-31,2%)
• Sumbawa Barat: RE -6 (-66,7%),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(-62,5%),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ADI7765949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HILUL AHYANI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HIL8510118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