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1.898,7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150   Δ -15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137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118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1.943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1.943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108 / 210 (51,4%)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132 / 237 (55,7%)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-3,6% | Turun 71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 / 128 (46,1%)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-9,2%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73 / 145 (50,3%)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35 (48,6%)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38 (52,6%)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 / 47 (68,1%)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 / 54 (72,2%)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+5,4%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483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210 (1,0%)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-75,0%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237 (3,0%)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-41,7% | Turun 71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128 (0,8%)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-80,0%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145 (2,8%)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47 (2,1%)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54 (5,6%)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8.997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135 | MoM -10,0%
PS: 132 | MoM -3,6%
• Performer
  RE: 1 | Active 100,0% | MoM 0,0%
  PS: 1 | Active 100,0% | MoM 0,0%
• Junior
  RE: 112 | Active 53,3% | MoM -11,1%
  PS: 108 | Active 51,4% | MoM -5,3%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-7,7%
  PS: 13 | Active 81,2% | MoM +8,3%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-50,0%, Gap -8
• Grapari Dompu: PS +60,0%, Gap 3
• Grapari Lombok Timur: PS 0,0%, Gap 0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-62,5%, Gap -15
• Grapari Sumbawa: PS -66,7%, Gap -4
• Grapari Taliwang: PS N/A, Gap 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-62 (-16,3%), PS -44 (-14,3%)
• Sumbawa Barat: RE -36 (-30,0%), PS -12 (-16,4%)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-4 (-25,0%), PS -8 (-80,0%)
• Lombok: RE 2 (+9,1%), PS -5 (-31,2%)
• Sumbawa Barat: RE -6 (-66,7%), PS -3 (-42,9%)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-5 (-62,5%), PS -1 (-20,0%)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ADI7765949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SPDROOP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HILUL AHYANI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HIL8510118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RIZAL HAKIKY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SPXHQQ94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