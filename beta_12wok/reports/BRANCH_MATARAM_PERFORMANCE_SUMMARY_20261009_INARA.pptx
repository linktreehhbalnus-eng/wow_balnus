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48.0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17.0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48.0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4.0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3.019,5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2.311,5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2.449,7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1.898,7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237  (-1,2%)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150   Δ -15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137   Δ -5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118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1.943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1.943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+8,3%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108 / 210 (51,4%)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61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132 / 237 (55,7%)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-3,6% | Turun 71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11 (72,7%)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59 / 128 (46,1%)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-9,2% | Turun 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73 / 145 (50,3%)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-7,6% | Turun 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 / 35 (48,6%)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-5,6%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 / 38 (52,6%)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-4,8%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 / 47 (68,1%)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+3,2%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 / 54 (72,2%)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+5,4%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341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483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210 (1,0%)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-75,0% | Turun 61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10 (40,0%)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 / 237 (3,0%)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-41,7% | Turun 71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128 (0,8%)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-80,0% | Turun 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145 (2,8%)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47 (2,1%)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54 (5,6%)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8.997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135 | MoM -10,0%
PS: 132 | MoM -3,6%
• Performer
  RE: 1 | Active 100,0% | MoM 0,0%
  PS: 1 | Active 100,0% | MoM 0,0%
• Junior
  RE: 112 | Active 53,3% | MoM -11,1%
  PS: 108 | Active 51,4% | MoM -5,3%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75,0% | MoM -7,7%
  PS: 13 | Active 81,2% | MoM +8,3%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-50,0%, Gap -8
• Grapari Dompu: PS +60,0%, Gap 3
• Grapari Lombok Timur: PS 0,0%, Gap 0
• Grapari Lombok Utara: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N/A, Gap 3
• Grapari Mataram: PS -62,5%, Gap -15
• Grapari Sumbawa: PS -66,7%, Gap -4
• Grapari Taliwang: PS N/A, Gap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-62 (-16,3%), PS -44 (-14,3%)
• Sumbawa Barat: RE -36 (-30,0%), PS -12 (-16,4%)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-4 (-25,0%), PS -8 (-80,0%)
• Lombok: RE 2 (+9,1%), PS -5 (-31,2%)
• Sumbawa Barat: RE -6 (-66,7%), PS -3 (-42,9%)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-5 (-62,5%), PS -1 (-20,0%)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-1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TRI8905410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MIT4358873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BAMBANG WAHYUDDIN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SPGWW15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RINGGA 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LAL3976891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Hendra Tauhid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HEN4884963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ERN3856335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YULI INDRAYANI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DARUSSALAM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SPLSL72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SURATMAN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ADI7765949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TRI8905410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RENI HENDRIANI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SPRNN41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SPDROOP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ADY SYAHRIAL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SPRAH83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HILUL AHYANI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HIL8510118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GALANG RAMADHAN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Hendra Tauhid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HEN4884963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MIT4358873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MARLINA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Damarbudi prakoso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DAM2334423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HER1161525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puri 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NIL9865359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YUD8751940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 TOPAN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ALI9003519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KETUT PUTRA KARSANA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IKE4509027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desi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BAI6830792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DOD6231157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TAJUDIN NUR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TAJ5596872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puri 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NIL9865359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 TOPAN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ALI9003519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KETUT PUTRA KARSANA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IKE4509027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DOD6231157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RIZAL HAKIKY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SPXHQQ94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Paezal rozi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PAE1462437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28.12%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97.45% | Gap -69.33 pp | M-1 32.56%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Rp309.289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Rp313.758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Rp298.590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43.94%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-12.42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-4.96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-3.79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-3.37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-4.86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44 | MoM +13.6%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 / +200.0%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 / -5.0%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 / +3.0%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11,424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34,107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44.5%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34.3%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35.4%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27.9%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24.0%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42.2%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20.7%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33.7%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33.0%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28.5%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20.7%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12.6%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23.5%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14.0%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22.9%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21.8%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16.9%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24.3%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15.3%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10.8%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