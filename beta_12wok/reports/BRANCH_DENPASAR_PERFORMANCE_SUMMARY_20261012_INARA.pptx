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60.0</c:v>
                </c:pt>
                <c:pt idx="1">
                  <c:v>61.0</c:v>
                </c:pt>
                <c:pt idx="2">
                  <c:v>50.0</c:v>
                </c:pt>
                <c:pt idx="3">
                  <c:v>47.0</c:v>
                </c:pt>
                <c:pt idx="4">
                  <c:v>59.0</c:v>
                </c:pt>
                <c:pt idx="5">
                  <c:v>54.0</c:v>
                </c:pt>
                <c:pt idx="6">
                  <c:v>51.0</c:v>
                </c:pt>
                <c:pt idx="7">
                  <c:v>62.0</c:v>
                </c:pt>
                <c:pt idx="8">
                  <c:v>41.0</c:v>
                </c:pt>
                <c:pt idx="9">
                  <c:v>46.0</c:v>
                </c:pt>
                <c:pt idx="10">
                  <c:v>37.0</c:v>
                </c:pt>
                <c:pt idx="11">
                  <c:v>55.0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15.0</c:v>
                </c:pt>
                <c:pt idx="1">
                  <c:v>17.0</c:v>
                </c:pt>
                <c:pt idx="2">
                  <c:v>13.0</c:v>
                </c:pt>
                <c:pt idx="3">
                  <c:v>14.0</c:v>
                </c:pt>
                <c:pt idx="4">
                  <c:v>16.0</c:v>
                </c:pt>
                <c:pt idx="5">
                  <c:v>16.0</c:v>
                </c:pt>
                <c:pt idx="6">
                  <c:v>13.0</c:v>
                </c:pt>
                <c:pt idx="7">
                  <c:v>18.0</c:v>
                </c:pt>
                <c:pt idx="8">
                  <c:v>14.0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35.0</c:v>
                </c:pt>
                <c:pt idx="1">
                  <c:v>35.0</c:v>
                </c:pt>
                <c:pt idx="2">
                  <c:v>31.0</c:v>
                </c:pt>
                <c:pt idx="3">
                  <c:v>23.0</c:v>
                </c:pt>
                <c:pt idx="4">
                  <c:v>34.0</c:v>
                </c:pt>
                <c:pt idx="5">
                  <c:v>25.0</c:v>
                </c:pt>
                <c:pt idx="6">
                  <c:v>33.0</c:v>
                </c:pt>
                <c:pt idx="7">
                  <c:v>34.0</c:v>
                </c:pt>
                <c:pt idx="8">
                  <c:v>19.0</c:v>
                </c:pt>
                <c:pt idx="9">
                  <c:v>25.0</c:v>
                </c:pt>
                <c:pt idx="10">
                  <c:v>20.0</c:v>
                </c:pt>
                <c:pt idx="11">
                  <c:v>31.0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12.0</c:v>
                </c:pt>
                <c:pt idx="5">
                  <c:v>14.0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54.0</c:v>
                </c:pt>
                <c:pt idx="1">
                  <c:v>53.0</c:v>
                </c:pt>
                <c:pt idx="2">
                  <c:v>57.0</c:v>
                </c:pt>
                <c:pt idx="3">
                  <c:v>43.0</c:v>
                </c:pt>
                <c:pt idx="4">
                  <c:v>43.0</c:v>
                </c:pt>
                <c:pt idx="5">
                  <c:v>46.0</c:v>
                </c:pt>
                <c:pt idx="6">
                  <c:v>58.0</c:v>
                </c:pt>
                <c:pt idx="7">
                  <c:v>58.0</c:v>
                </c:pt>
                <c:pt idx="8">
                  <c:v>44.0</c:v>
                </c:pt>
                <c:pt idx="9">
                  <c:v>41.0</c:v>
                </c:pt>
                <c:pt idx="10">
                  <c:v>34.0</c:v>
                </c:pt>
                <c:pt idx="11">
                  <c:v>44.0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20.0</c:v>
                </c:pt>
                <c:pt idx="7">
                  <c:v>15.0</c:v>
                </c:pt>
                <c:pt idx="8">
                  <c:v>12.0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32.0</c:v>
                </c:pt>
                <c:pt idx="1">
                  <c:v>30.0</c:v>
                </c:pt>
                <c:pt idx="2">
                  <c:v>36.0</c:v>
                </c:pt>
                <c:pt idx="3">
                  <c:v>28.0</c:v>
                </c:pt>
                <c:pt idx="4">
                  <c:v>24.0</c:v>
                </c:pt>
                <c:pt idx="5">
                  <c:v>32.0</c:v>
                </c:pt>
                <c:pt idx="6">
                  <c:v>30.0</c:v>
                </c:pt>
                <c:pt idx="7">
                  <c:v>30.0</c:v>
                </c:pt>
                <c:pt idx="8">
                  <c:v>23.0</c:v>
                </c:pt>
                <c:pt idx="9">
                  <c:v>15.0</c:v>
                </c:pt>
                <c:pt idx="10">
                  <c:v>20.0</c:v>
                </c:pt>
                <c:pt idx="11">
                  <c:v>26.0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13.0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4.0</c:v>
                </c:pt>
                <c:pt idx="11">
                  <c:v>8.0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Sheet1!$F$2:$F$13</c:f>
              <c:numCache>
                <c:formatCode>General</c:formatCode>
                <c:ptCount val="12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5.105,7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3.728,7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3.025,2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-1,2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2.060,2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Bangli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Klungkung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180   Δ -22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168   Δ -9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153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3.328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3.328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1.025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123 / 306 (40,2%)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-6,1%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159 / 347 (45,8%)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 / 68 (48,5%)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80 (51,2%)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60 / 164 (36,6%)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81 / 185 (43,8%)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-9,0%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-3,2%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-2,6%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437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-24,7%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287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571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20 (15,0%)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+50,0%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-25,0% | Turun 85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29 / 347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-19,4% | Turun 106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80 (8,8%)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-41,7% | Turun 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9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3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-5,9% | Turun 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82 (7,3%)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7.581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3.274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158 | MoM -12,2%
PS: 159 | MoM -5,4%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123 | Active 40,2% | MoM -14,0%
  PS: 123 | Active 40,2% | MoM -6,1%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-18,2%, Gap -2
• Grapari Kuta: PS +25,0%, Gap 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-23,1%, Gap -3
• Grapari Singaraja: PS -66,7%, Gap -2
• Grapari Tabanan: PS -80,0%, Gap -4
• Grapari Ubud: PS -50,0%, Gap -3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-159 (-36,1%), PS -153 (-39,2%)
• Bali Tengah: RE -74 (-9,8%), PS -67 (-10,5%)
• Bali Timur: RE -53 (-21,1%), PS -25 (-13,3%)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(-3,7%), PS -5 (-27,8%)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-3 (-100,0%), PS -3 (-100,0%)
• Bali Barat: RE 0 (0,0%), PS -1 (-100,0%)
• Bali Tengah: RE 0 (0,0%), PS -1 (-33,3%)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160,4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 Rohmatul hazijah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NOV2302500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Harry Mulia Sobari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HAR9686163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Winna Fitriany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WIN8225886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Natasya Cornelia Br Ginting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NAT9873733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Bambang Agus Subyantoro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BAM8870058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HERLINA JULIANTHI EDDY 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SPNRU39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Anansavero asfhi riihan 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ANA4808282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37.39%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97.58% | Gap -60.19 pp | M-1 42.77%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42.264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13.867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32.81%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33.81%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-63.77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Rp270.743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113.620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45.875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Rp31.61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Rp12.65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45.23%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40.01%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-57.57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Rp275.691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46.509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33.69%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Rp13.52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34.19%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-63.39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Rp294.910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-8.17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38.11%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-5.69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32.38%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-4.66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-2.78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-4.34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38.88%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-5.77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M-1 244 | MoM +6.6%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+16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46634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46634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+3.5%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-35.4%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80,711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23,155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28.7%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57,556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958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895 / 39.9%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875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767 / 32.3%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922 / 26.8%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821 / 27.3%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1,638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1,853 / 48.8%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1,865 / 39.0%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1,693 / 36.7%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1,878 / 32.6%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1,896 / 30.0%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510 / 61.2%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558 / 49.6%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614 / 40.7%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528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598 / 30.6%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608 / 36.8%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765 / 34.1%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666 / 26.0%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742 / 29.0%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855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612 / 27.3%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869 / 20.9%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1,929 / 32.1%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1,632 / 31.9%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1,801 / 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1,942 / 28.9%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1,719 / 27.2%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2,235 / 24.4%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33.8%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664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560 / 29.6%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553 / 28.6%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28.6%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756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868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1,014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1,044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961 / 21.8%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1,817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2,246 / 24.9%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1,895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1,871 / 23.5%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561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651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709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673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712 / 25.6%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648 / 25.8%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20,799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871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879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1,062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970 / 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794 / 18.3%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822 / 18.0%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1,879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1,842 / 24.6%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2,058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1,848 / 24.5%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1,682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1,806 / 23.8%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14,863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653 / 27.7%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660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719 / 25.9%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632 / 26.3%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579 / 22.4%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