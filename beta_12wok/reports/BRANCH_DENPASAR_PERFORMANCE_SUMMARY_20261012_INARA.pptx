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  <c:pt idx="6">
                  <c:v>51.0</c:v>
                </c:pt>
                <c:pt idx="7">
                  <c:v>62.0</c:v>
                </c:pt>
                <c:pt idx="8">
                  <c:v>41.0</c:v>
                </c:pt>
                <c:pt idx="9">
                  <c:v>46.0</c:v>
                </c:pt>
                <c:pt idx="10">
                  <c:v>37.0</c:v>
                </c:pt>
                <c:pt idx="11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15.0</c:v>
                </c:pt>
                <c:pt idx="1">
                  <c:v>17.0</c:v>
                </c:pt>
                <c:pt idx="2">
                  <c:v>13.0</c:v>
                </c:pt>
                <c:pt idx="3">
                  <c:v>14.0</c:v>
                </c:pt>
                <c:pt idx="4">
                  <c:v>16.0</c:v>
                </c:pt>
                <c:pt idx="5">
                  <c:v>16.0</c:v>
                </c:pt>
                <c:pt idx="6">
                  <c:v>13.0</c:v>
                </c:pt>
                <c:pt idx="7">
                  <c:v>18.0</c:v>
                </c:pt>
                <c:pt idx="8">
                  <c:v>14.0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35.0</c:v>
                </c:pt>
                <c:pt idx="1">
                  <c:v>35.0</c:v>
                </c:pt>
                <c:pt idx="2">
                  <c:v>31.0</c:v>
                </c:pt>
                <c:pt idx="3">
                  <c:v>23.0</c:v>
                </c:pt>
                <c:pt idx="4">
                  <c:v>34.0</c:v>
                </c:pt>
                <c:pt idx="5">
                  <c:v>25.0</c:v>
                </c:pt>
                <c:pt idx="6">
                  <c:v>33.0</c:v>
                </c:pt>
                <c:pt idx="7">
                  <c:v>34.0</c:v>
                </c:pt>
                <c:pt idx="8">
                  <c:v>19.0</c:v>
                </c:pt>
                <c:pt idx="9">
                  <c:v>25.0</c:v>
                </c:pt>
                <c:pt idx="10">
                  <c:v>20.0</c:v>
                </c:pt>
                <c:pt idx="11">
                  <c:v>31.0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12.0</c:v>
                </c:pt>
                <c:pt idx="5">
                  <c:v>14.0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  <c:pt idx="6">
                  <c:v>58.0</c:v>
                </c:pt>
                <c:pt idx="7">
                  <c:v>58.0</c:v>
                </c:pt>
                <c:pt idx="8">
                  <c:v>44.0</c:v>
                </c:pt>
                <c:pt idx="9">
                  <c:v>41.0</c:v>
                </c:pt>
                <c:pt idx="10">
                  <c:v>34.0</c:v>
                </c:pt>
                <c:pt idx="11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20.0</c:v>
                </c:pt>
                <c:pt idx="7">
                  <c:v>15.0</c:v>
                </c:pt>
                <c:pt idx="8">
                  <c:v>12.0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32.0</c:v>
                </c:pt>
                <c:pt idx="1">
                  <c:v>30.0</c:v>
                </c:pt>
                <c:pt idx="2">
                  <c:v>36.0</c:v>
                </c:pt>
                <c:pt idx="3">
                  <c:v>28.0</c:v>
                </c:pt>
                <c:pt idx="4">
                  <c:v>24.0</c:v>
                </c:pt>
                <c:pt idx="5">
                  <c:v>32.0</c:v>
                </c:pt>
                <c:pt idx="6">
                  <c:v>30.0</c:v>
                </c:pt>
                <c:pt idx="7">
                  <c:v>30.0</c:v>
                </c:pt>
                <c:pt idx="8">
                  <c:v>23.0</c:v>
                </c:pt>
                <c:pt idx="9">
                  <c:v>15.0</c:v>
                </c:pt>
                <c:pt idx="10">
                  <c:v>20.0</c:v>
                </c:pt>
                <c:pt idx="11">
                  <c:v>26.0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13.0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4.0</c:v>
                </c:pt>
                <c:pt idx="11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3.728,7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2.060,2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-22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168   Δ -9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153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3.328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123 / 306 (40,2%)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85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159 / 347 (45,8%)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-5,4%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68 (48,5%)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80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60 / 164 (36,6%)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81 / 185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-9,0% | Turun 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74 (40,5%)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82 (45,1%)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 / 306 (3,9%)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85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 / 347 (8,4%)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-19,4%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68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-62,5%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80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164 (3,0%)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185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74 (5,4%)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82 (7,3%)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158 | MoM -12,2%
PS: 159 | MoM -5,4%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123 | Active 40,2% | MoM -14,0%
  PS: 123 | Active 40,2% | MoM -6,1%
• Greenfield
  RE: 15 | Active 75,0% | MoM -11,8%
  PS: 16 | Active 80,0% | MoM -5,9%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-18,2%, Gap -2
• Grapari Kuta: PS +25,0%, Gap 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-23,1%, Gap -3
• Grapari Singaraja: PS -66,7%, Gap -2
• Grapari Tabanan: PS -80,0%, Gap -4
• Grapari Ubud: PS -50,0%,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-159 (-36,1%), PS -153 (-39,2%)
• Bali Tengah: RE -74 (-9,8%), PS -67 (-10,5%)
• Bali Timur: RE -53 (-21,1%), PS -25 (-13,3%)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(-3,7%), PS -5 (-27,8%)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-3 (-100,0%), PS -3 (-100,0%)
• Bali Barat: RE 0 (0,0%), PS -1 (-100,0%)
• Bali Tengah: RE 0 (0,0%), PS -1 (-33,3%)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Natasya Cornelia Br Ginting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NAT9873733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Agus Subyantoro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BAM8870058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