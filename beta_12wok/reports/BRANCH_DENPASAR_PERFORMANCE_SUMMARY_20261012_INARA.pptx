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3.728,7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-22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85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347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-19,4%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185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158 | MoM -12,2%
PS: 159 | MoM -5,4%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123 | Active 40,2% | MoM -14,0%
  PS: 123 | Active 40,2% | MoM -6,1%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-159 (-36,1%), PS -153 (-39,2%)
• Bali Tengah: RE -74 (-9,8%), PS -67 (-10,5%)
• Bali Timur: RE -53 (-21,1%), PS -25 (-13,3%)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(-3,7%), PS -5 (-27,8%)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Barat: RE 0 (0,0%), PS -1 (-100,0%)
• Bali Tengah: RE 0 (0,0%),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Agus Subyantoro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