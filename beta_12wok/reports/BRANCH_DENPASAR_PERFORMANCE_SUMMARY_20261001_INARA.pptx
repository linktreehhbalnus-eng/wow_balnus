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-145,0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-99,0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-37,0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-88,0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-64,0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-20,0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73   Δ -13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217   Δ 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7.035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6.361   Δ 674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-42,9%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 / 310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+6,9% | Turun 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 / 351 (15,4%)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+5,9%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310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23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351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710 (21,8%)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1.927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433 (76,1%)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704,4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60 | MoM -17,8%
PS: 54 | MoM +5,9%
• Elite
  RE: 8 | Active 80,0% | MoM -20,0%
  PS: 9 | Active 90,0% | MoM -10,0%
• Performer
  RE: 5 | Active 83,3% | MoM 0,0%
  PS: 6 | Active 100,0% | MoM +20,0%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38 | Active 12,3% | MoM -22,4%
  PS: 31 | Active 10,0% | MoM +19,2%
• Greenfield
  RE: 6 | Active 30,0% | MoM -14,3%
  PS: 4 | Active 20,0% | MoM -42,9%
• Junior Plus
  RE: 3 | Active 60,0% | MoM +50,0%
  PS: 4 | Active 80,0% | MoM +33,3%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Jimbaran: PS -100,0%, Gap -1
• Grapari Kuta: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+100,0%, Gap 1
• Grapari Tabanan: PS 0,0%, Gap 0
• Grapari Ubud: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-26 (-44,8%), PS -37 (-69,8%)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716,2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444,5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444,5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644,5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BAGUS BAYU KERTABHUANA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SPXYK09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SHINTIA SRIGANTINY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SPSSG22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HANDINI WINARTI SIWO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SPSWT73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RIS4624363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AYU SUPASTIYANI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NIP1334283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BAYU KRISNA ADHYATMA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SPBKA89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PUTU RIA SETIANINGSIH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SPXSIH92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 Setyawan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DOD4949153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REZA HARYANTO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SPXXYR03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MADE WARNI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AYU SUPASTIYANI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NIP1334283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BAYU KRISNA ADHYATMA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SPBKA89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EMA8643140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 Setyawan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DOD4949153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 AYU VIVIASTIKA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SPXVIV91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KOMANG SRI DUARNI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SPKSD29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RIS4624363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DEWA AGUNG GEDE ADI UTAMA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SPXXYIM7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RATNADIASIH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SPLUH93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witana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IMA9137581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SOPI SUKMAWATI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SPSSK21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SPXXYBM3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SITI MARIAM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SIT5515487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Reno dhika nur febriansyah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REN8141561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Kiki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KIK8694300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SPDJL89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SRI9155608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LAMDA SATMOKO HARSONO,SH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SPXLAM68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Ferdiansyah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MOH3056100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DWI PURNOMO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SPXDWI69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37.39%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97.58% | Gap -60.19 pp | M-1 42.77%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Rp270.743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Rp275.691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Rp294.910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-8.17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-5.69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-2.78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-4.34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-5.77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260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M-1 244 | MoM +6.6%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-271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 / +40.0%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150 / +21.0%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-35.4%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