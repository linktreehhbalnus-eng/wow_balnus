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21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23 (56,5%)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45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78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-9,9%
PS: 76 | MoM -16,5%
• Junior
  RE: 69 | Active 50,4% | MoM -10,4%
  PS: 63 | Active 46,0% | MoM 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-20,0%, Gap -2
• Grapari Ende: PS -20,0%, Gap -7
• Grapari Kalabahi: PS +17,6%, Gap 3
• Grapari Labuan Bajo: PS -21,4%,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-6
• Grapari Maumere: PS +140,0%, Gap 14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-78 (-39,0%), PS -64 (-41,3%)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(-7,7%), PS -1 (-10,0%)
• Flores Timur: RE -6 (-50,0%),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(+25,0%), PS -3 (-75,0%)
• Flores Timur: RE 1 (+50,0%),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87.03%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88.90% | MoM -1.88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-9.67 pp | Rp-987.6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85.90%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87.56% | MoM -1.65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Rp8.89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Rp9.03 M | MoM -1.6%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85.90%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-9.67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Rp-272.7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78.59%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78.22%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Rp-400.0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95.40% / +1.86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96.29% / +2.95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89.21% / -5.87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98.07% / +5.35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86.35% / +1.07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87.63% / +2.79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82.31% / -7.66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87.74% / +5.37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79.19% / -3.04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70.61% / -14.00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83.86%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81.97% / -1.74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82.43% / +0.59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76.58% / -9.69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84.55% / 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83.61% / -1.71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85.89% / +0.05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74.70% / -10.72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85.56% / +0.72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89.60% / -2.11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93.36% / +0.64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80.30% / -12.07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91.02% / +0.66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-40.0%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12,731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63.3%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7,377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68.8%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62.8%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63.4%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58.6%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46.8%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56.1%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36.2%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57.5%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