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  <c:pt idx="21">
                  <c:v>23.0</c:v>
                </c:pt>
                <c:pt idx="22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  <c:pt idx="21">
                  <c:v>9.0</c:v>
                </c:pt>
                <c:pt idx="22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  <c:pt idx="21">
                  <c:v>5.0</c:v>
                </c:pt>
                <c:pt idx="22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  <c:pt idx="21">
                  <c:v>9.0</c:v>
                </c:pt>
                <c:pt idx="22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  <c:pt idx="21">
                  <c:v>23.0</c:v>
                </c:pt>
                <c:pt idx="22">
                  <c:v>17.0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  <c:pt idx="21">
                  <c:v>10.0</c:v>
                </c:pt>
                <c:pt idx="22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6.0</c:v>
                </c:pt>
                <c:pt idx="22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  <c:pt idx="21">
                  <c:v>7.0</c:v>
                </c:pt>
                <c:pt idx="22">
                  <c:v>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91   Δ -9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91   Δ -15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2.265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63 / 137 (46,0%)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-19,2%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76 / 151 (50,3%)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-17,4%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45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50 (52,0%)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21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23 (56,5%)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71 (42,3%)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78 (47,4%)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462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 / 137 (10,9%)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-11,8%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25 / 151 (16,6%)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-10,7%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45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50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21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23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71 (2,8%)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78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82 | MoM -9,9%
PS: 76 | MoM -16,5%
• Junior
  RE: 69 | Active 50,4% | MoM -10,4%
  PS: 63 | Active 46,0% | MoM -18,2%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-20,0%, Gap -2
• Grapari Ende: PS -20,0%, Gap -7
• Grapari Kalabahi: PS +17,6%, Gap 3
• Grapari Labuan Bajo: PS -21,4%,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-60,0%, Gap -6
• Grapari Maumere: PS +140,0%, Gap 14
• Grapari Ruteng: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-78 (-39,0%), PS -64 (-41,3%)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-1 (-7,7%), PS -1 (-10,0%)
• Flores Timur: RE -6 (-50,0%), PS -1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(+25,0%), PS -3 (-75,0%)
• Flores Timur: RE 1 (+50,0%), PS -2 (-100,0%)
• Manggarai: RE -3 (-60,0%),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-3 (-75,0%), PS -3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Renaldi Putra Sanlando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IGN8815465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SPDUA96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ARIFIN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ARI1360841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87.03%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88.90% | MoM -1.88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-9.67 pp | Rp-987.6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85.90%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87.56% | MoM -1.65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Rp8.89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Rp9.03 M | MoM -1.6%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87.03%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85.90%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Rp8.89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-9.67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Rp-987.6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89.82%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88.35%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Rp3.56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-6.88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Rp-272.7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78.59%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-11.47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78.22%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Rp1.74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-18.11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Rp-400.0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88.90%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87.92%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Rp3.59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-7.80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95.40% / +1.86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96.29% / +2.95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89.21% / -5.87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98.07% / +5.35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86.35% / +1.07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87.63% / +2.79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82.31% / -7.66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87.74% / +5.37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79.19% / -3.04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79.96% / -0.37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70.61% / -14.00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83.86% / +1.28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81.97% / -1.74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82.43% / +0.59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76.58% / -9.69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84.55% / +0.24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83.61% / -1.71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85.89% / +0.05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74.70% / -10.72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85.56% / +0.72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89.60% / -2.11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93.36% / +0.64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80.30% / -12.07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91.02% / +0.66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 | MoM -40.0%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12,731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7,377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67.8%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88.5%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68.8%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62.8%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70.1%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59.5%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63.4%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68.1%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64.6%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53.5%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71.2%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58.6%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50.3%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46.8%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45.2%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56.1%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46.3%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42.2%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46.7%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48.7%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41.5%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36.2%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57.5%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