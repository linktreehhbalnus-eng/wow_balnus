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 / 151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21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23 (56,5%)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45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78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-9,9%
PS: 76 | MoM -16,5%
• Junior
  RE: 69 | Active 50,4% | MoM -10,4%
  PS: 63 | Active 46,0% | MoM -18,2%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-20,0%, Gap -2
• Grapari Ende: PS -20,0%, Gap -7
• Grapari Kalabahi: PS +17,6%, Gap 3
• Grapari Labuan Bajo: PS -21,4%,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-6
• Grapari Maumere: PS +140,0%, Gap 14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-78 (-39,0%), PS -64 (-41,3%)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(-7,7%), PS -1 (-10,0%)
• Flores Timur: RE -6 (-50,0%),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(+25,0%), PS -3 (-75,0%)
• Flores Timur: RE 1 (+50,0%),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-3 (-75,0%),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83.70%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86.03% | MoM -2.33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-13.00 pp | Rp-1.33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82.37%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84.52% | MoM -2.15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Rp8.55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Rp8.74 M | MoM -2.2%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82.37%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86.75%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84.98%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Rp3.44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75.86%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-20.84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84.99%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Rp3.43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Rp-472.8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94.16% / +1.86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95.30% / +3.06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87.79% / -4.83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96.69% / +4.54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83.99% / +1.31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85.37% / +3.00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80.29% / -7.64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85.03% / +5.82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74.86% / -4.15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75.44% / -0.94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67.92% / -14.72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78.68% / 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77.65% / -2.23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78.13%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73.27% / -10.80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79.64% / +0.53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78.79% / -2.79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81.73% / -1.57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71.08% / -12.73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79.60% / +0.52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86.82% / -2.38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90.86% / +0.02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77.76% / -13.17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87.84% / +1.16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 | MoM -40.0%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12,731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63.3%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7,377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68.8%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62.8%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63.4%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68.1%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58.6%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46.8%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56.1%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36.2%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57.5%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