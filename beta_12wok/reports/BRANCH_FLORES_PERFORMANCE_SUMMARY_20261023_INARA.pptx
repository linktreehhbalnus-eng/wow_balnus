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</c:strCache>
            </c:strRef>
          </c:cat>
          <c:val>
            <c:numRef>
              <c:f>Sheet1!$B$2:$B$24</c:f>
              <c:numCache>
                <c:formatCode>General</c:formatCode>
                <c:ptCount val="23"/>
                <c:pt idx="0">
                  <c:v>33.0</c:v>
                </c:pt>
                <c:pt idx="1">
                  <c:v>32.0</c:v>
                </c:pt>
                <c:pt idx="2">
                  <c:v>24.0</c:v>
                </c:pt>
                <c:pt idx="3">
                  <c:v>13.0</c:v>
                </c:pt>
                <c:pt idx="4">
                  <c:v>27.0</c:v>
                </c:pt>
                <c:pt idx="5">
                  <c:v>23.0</c:v>
                </c:pt>
                <c:pt idx="6">
                  <c:v>30.0</c:v>
                </c:pt>
                <c:pt idx="7">
                  <c:v>28.0</c:v>
                </c:pt>
                <c:pt idx="8">
                  <c:v>17.0</c:v>
                </c:pt>
                <c:pt idx="9">
                  <c:v>22.0</c:v>
                </c:pt>
                <c:pt idx="10">
                  <c:v>13.0</c:v>
                </c:pt>
                <c:pt idx="11">
                  <c:v>24.0</c:v>
                </c:pt>
                <c:pt idx="12">
                  <c:v>19.0</c:v>
                </c:pt>
                <c:pt idx="13">
                  <c:v>26.0</c:v>
                </c:pt>
                <c:pt idx="14">
                  <c:v>23.0</c:v>
                </c:pt>
                <c:pt idx="15">
                  <c:v>20.0</c:v>
                </c:pt>
                <c:pt idx="16">
                  <c:v>17.0</c:v>
                </c:pt>
                <c:pt idx="17">
                  <c:v>13.0</c:v>
                </c:pt>
                <c:pt idx="18">
                  <c:v>28.0</c:v>
                </c:pt>
                <c:pt idx="19">
                  <c:v>25.0</c:v>
                </c:pt>
                <c:pt idx="20">
                  <c:v>26.0</c:v>
                </c:pt>
                <c:pt idx="21">
                  <c:v>23.0</c:v>
                </c:pt>
                <c:pt idx="22">
                  <c:v>21.0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</c:strCache>
            </c:strRef>
          </c:cat>
          <c:val>
            <c:numRef>
              <c:f>Sheet1!$C$2:$C$24</c:f>
              <c:numCache>
                <c:formatCode>General</c:formatCode>
                <c:ptCount val="23"/>
                <c:pt idx="0">
                  <c:v>12.0</c:v>
                </c:pt>
                <c:pt idx="1">
                  <c:v>13.0</c:v>
                </c:pt>
                <c:pt idx="2">
                  <c:v>8.0</c:v>
                </c:pt>
                <c:pt idx="3">
                  <c:v>8.0</c:v>
                </c:pt>
                <c:pt idx="4">
                  <c:v>9.0</c:v>
                </c:pt>
                <c:pt idx="5">
                  <c:v>9.0</c:v>
                </c:pt>
                <c:pt idx="6">
                  <c:v>14.0</c:v>
                </c:pt>
                <c:pt idx="7">
                  <c:v>13.0</c:v>
                </c:pt>
                <c:pt idx="8">
                  <c:v>9.0</c:v>
                </c:pt>
                <c:pt idx="9">
                  <c:v>9.0</c:v>
                </c:pt>
                <c:pt idx="10">
                  <c:v>8.0</c:v>
                </c:pt>
                <c:pt idx="11">
                  <c:v>11.0</c:v>
                </c:pt>
                <c:pt idx="12">
                  <c:v>8.0</c:v>
                </c:pt>
                <c:pt idx="13">
                  <c:v>9.0</c:v>
                </c:pt>
                <c:pt idx="14">
                  <c:v>11.0</c:v>
                </c:pt>
                <c:pt idx="15">
                  <c:v>10.0</c:v>
                </c:pt>
                <c:pt idx="16">
                  <c:v>6.0</c:v>
                </c:pt>
                <c:pt idx="17">
                  <c:v>6.0</c:v>
                </c:pt>
                <c:pt idx="18">
                  <c:v>11.0</c:v>
                </c:pt>
                <c:pt idx="19">
                  <c:v>9.0</c:v>
                </c:pt>
                <c:pt idx="20">
                  <c:v>12.0</c:v>
                </c:pt>
                <c:pt idx="21">
                  <c:v>9.0</c:v>
                </c:pt>
                <c:pt idx="22">
                  <c:v>7.0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</c:strCache>
            </c:strRef>
          </c:cat>
          <c:val>
            <c:numRef>
              <c:f>Sheet1!$D$2:$D$24</c:f>
              <c:numCache>
                <c:formatCode>General</c:formatCode>
                <c:ptCount val="23"/>
                <c:pt idx="0">
                  <c:v>6.0</c:v>
                </c:pt>
                <c:pt idx="1">
                  <c:v>4.0</c:v>
                </c:pt>
                <c:pt idx="2">
                  <c:v>6.0</c:v>
                </c:pt>
                <c:pt idx="3">
                  <c:v>4.0</c:v>
                </c:pt>
                <c:pt idx="4">
                  <c:v>4.0</c:v>
                </c:pt>
                <c:pt idx="5">
                  <c:v>3.0</c:v>
                </c:pt>
                <c:pt idx="6">
                  <c:v>2.0</c:v>
                </c:pt>
                <c:pt idx="7">
                  <c:v>4.0</c:v>
                </c:pt>
                <c:pt idx="8">
                  <c:v>0</c:v>
                </c:pt>
                <c:pt idx="9">
                  <c:v>2.0</c:v>
                </c:pt>
                <c:pt idx="10">
                  <c:v>1.0</c:v>
                </c:pt>
                <c:pt idx="11">
                  <c:v>3.0</c:v>
                </c:pt>
                <c:pt idx="12">
                  <c:v>3.0</c:v>
                </c:pt>
                <c:pt idx="13">
                  <c:v>4.0</c:v>
                </c:pt>
                <c:pt idx="14">
                  <c:v>4.0</c:v>
                </c:pt>
                <c:pt idx="15">
                  <c:v>2.0</c:v>
                </c:pt>
                <c:pt idx="16">
                  <c:v>1.0</c:v>
                </c:pt>
                <c:pt idx="17">
                  <c:v>2.0</c:v>
                </c:pt>
                <c:pt idx="18">
                  <c:v>5.0</c:v>
                </c:pt>
                <c:pt idx="19">
                  <c:v>4.0</c:v>
                </c:pt>
                <c:pt idx="20">
                  <c:v>5.0</c:v>
                </c:pt>
                <c:pt idx="21">
                  <c:v>5.0</c:v>
                </c:pt>
                <c:pt idx="22">
                  <c:v>3.0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</c:strCache>
            </c:strRef>
          </c:cat>
          <c:val>
            <c:numRef>
              <c:f>Sheet1!$E$2:$E$24</c:f>
              <c:numCache>
                <c:formatCode>General</c:formatCode>
                <c:ptCount val="23"/>
                <c:pt idx="0">
                  <c:v>15.0</c:v>
                </c:pt>
                <c:pt idx="1">
                  <c:v>15.0</c:v>
                </c:pt>
                <c:pt idx="2">
                  <c:v>10.0</c:v>
                </c:pt>
                <c:pt idx="3">
                  <c:v>1.0</c:v>
                </c:pt>
                <c:pt idx="4">
                  <c:v>14.0</c:v>
                </c:pt>
                <c:pt idx="5">
                  <c:v>11.0</c:v>
                </c:pt>
                <c:pt idx="6">
                  <c:v>14.0</c:v>
                </c:pt>
                <c:pt idx="7">
                  <c:v>11.0</c:v>
                </c:pt>
                <c:pt idx="8">
                  <c:v>8.0</c:v>
                </c:pt>
                <c:pt idx="9">
                  <c:v>11.0</c:v>
                </c:pt>
                <c:pt idx="10">
                  <c:v>4.0</c:v>
                </c:pt>
                <c:pt idx="11">
                  <c:v>10.0</c:v>
                </c:pt>
                <c:pt idx="12">
                  <c:v>8.0</c:v>
                </c:pt>
                <c:pt idx="13">
                  <c:v>13.0</c:v>
                </c:pt>
                <c:pt idx="14">
                  <c:v>8.0</c:v>
                </c:pt>
                <c:pt idx="15">
                  <c:v>8.0</c:v>
                </c:pt>
                <c:pt idx="16">
                  <c:v>10.0</c:v>
                </c:pt>
                <c:pt idx="17">
                  <c:v>5.0</c:v>
                </c:pt>
                <c:pt idx="18">
                  <c:v>12.0</c:v>
                </c:pt>
                <c:pt idx="19">
                  <c:v>11.0</c:v>
                </c:pt>
                <c:pt idx="20">
                  <c:v>9.0</c:v>
                </c:pt>
                <c:pt idx="21">
                  <c:v>9.0</c:v>
                </c:pt>
                <c:pt idx="22">
                  <c:v>11.0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</c:strCache>
            </c:strRef>
          </c:cat>
          <c:val>
            <c:numRef>
              <c:f>Sheet1!$F$2:$F$24</c:f>
              <c:numCache>
                <c:formatCode>General</c:formatCode>
                <c:ptCount val="23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1.0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</c:strCache>
            </c:strRef>
          </c:cat>
          <c:val>
            <c:numRef>
              <c:f>Sheet1!$B$2:$B$24</c:f>
              <c:numCache>
                <c:formatCode>General</c:formatCode>
                <c:ptCount val="23"/>
                <c:pt idx="0">
                  <c:v>23.0</c:v>
                </c:pt>
                <c:pt idx="1">
                  <c:v>21.0</c:v>
                </c:pt>
                <c:pt idx="2">
                  <c:v>18.0</c:v>
                </c:pt>
                <c:pt idx="3">
                  <c:v>15.0</c:v>
                </c:pt>
                <c:pt idx="4">
                  <c:v>21.0</c:v>
                </c:pt>
                <c:pt idx="5">
                  <c:v>26.0</c:v>
                </c:pt>
                <c:pt idx="6">
                  <c:v>23.0</c:v>
                </c:pt>
                <c:pt idx="7">
                  <c:v>27.0</c:v>
                </c:pt>
                <c:pt idx="8">
                  <c:v>34.0</c:v>
                </c:pt>
                <c:pt idx="9">
                  <c:v>15.0</c:v>
                </c:pt>
                <c:pt idx="10">
                  <c:v>9.0</c:v>
                </c:pt>
                <c:pt idx="11">
                  <c:v>22.0</c:v>
                </c:pt>
                <c:pt idx="12">
                  <c:v>25.0</c:v>
                </c:pt>
                <c:pt idx="13">
                  <c:v>26.0</c:v>
                </c:pt>
                <c:pt idx="14">
                  <c:v>20.0</c:v>
                </c:pt>
                <c:pt idx="15">
                  <c:v>20.0</c:v>
                </c:pt>
                <c:pt idx="16">
                  <c:v>13.0</c:v>
                </c:pt>
                <c:pt idx="17">
                  <c:v>7.0</c:v>
                </c:pt>
                <c:pt idx="18">
                  <c:v>19.0</c:v>
                </c:pt>
                <c:pt idx="19">
                  <c:v>21.0</c:v>
                </c:pt>
                <c:pt idx="20">
                  <c:v>22.0</c:v>
                </c:pt>
                <c:pt idx="21">
                  <c:v>23.0</c:v>
                </c:pt>
                <c:pt idx="22">
                  <c:v>17.0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</c:strCache>
            </c:strRef>
          </c:cat>
          <c:val>
            <c:numRef>
              <c:f>Sheet1!$C$2:$C$24</c:f>
              <c:numCache>
                <c:formatCode>General</c:formatCode>
                <c:ptCount val="23"/>
                <c:pt idx="0">
                  <c:v>9.0</c:v>
                </c:pt>
                <c:pt idx="1">
                  <c:v>9.0</c:v>
                </c:pt>
                <c:pt idx="2">
                  <c:v>7.0</c:v>
                </c:pt>
                <c:pt idx="3">
                  <c:v>7.0</c:v>
                </c:pt>
                <c:pt idx="4">
                  <c:v>9.0</c:v>
                </c:pt>
                <c:pt idx="5">
                  <c:v>12.0</c:v>
                </c:pt>
                <c:pt idx="6">
                  <c:v>11.0</c:v>
                </c:pt>
                <c:pt idx="7">
                  <c:v>7.0</c:v>
                </c:pt>
                <c:pt idx="8">
                  <c:v>16.0</c:v>
                </c:pt>
                <c:pt idx="9">
                  <c:v>8.0</c:v>
                </c:pt>
                <c:pt idx="10">
                  <c:v>6.0</c:v>
                </c:pt>
                <c:pt idx="11">
                  <c:v>12.0</c:v>
                </c:pt>
                <c:pt idx="12">
                  <c:v>8.0</c:v>
                </c:pt>
                <c:pt idx="13">
                  <c:v>9.0</c:v>
                </c:pt>
                <c:pt idx="14">
                  <c:v>9.0</c:v>
                </c:pt>
                <c:pt idx="15">
                  <c:v>7.0</c:v>
                </c:pt>
                <c:pt idx="16">
                  <c:v>8.0</c:v>
                </c:pt>
                <c:pt idx="17">
                  <c:v>2.0</c:v>
                </c:pt>
                <c:pt idx="18">
                  <c:v>8.0</c:v>
                </c:pt>
                <c:pt idx="19">
                  <c:v>8.0</c:v>
                </c:pt>
                <c:pt idx="20">
                  <c:v>9.0</c:v>
                </c:pt>
                <c:pt idx="21">
                  <c:v>10.0</c:v>
                </c:pt>
                <c:pt idx="22">
                  <c:v>9.0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</c:strCache>
            </c:strRef>
          </c:cat>
          <c:val>
            <c:numRef>
              <c:f>Sheet1!$D$2:$D$24</c:f>
              <c:numCache>
                <c:formatCode>General</c:formatCode>
                <c:ptCount val="23"/>
                <c:pt idx="0">
                  <c:v>5.0</c:v>
                </c:pt>
                <c:pt idx="1">
                  <c:v>3.0</c:v>
                </c:pt>
                <c:pt idx="2">
                  <c:v>3.0</c:v>
                </c:pt>
                <c:pt idx="3">
                  <c:v>3.0</c:v>
                </c:pt>
                <c:pt idx="4">
                  <c:v>4.0</c:v>
                </c:pt>
                <c:pt idx="5">
                  <c:v>3.0</c:v>
                </c:pt>
                <c:pt idx="6">
                  <c:v>3.0</c:v>
                </c:pt>
                <c:pt idx="7">
                  <c:v>4.0</c:v>
                </c:pt>
                <c:pt idx="8">
                  <c:v>4.0</c:v>
                </c:pt>
                <c:pt idx="9">
                  <c:v>2.0</c:v>
                </c:pt>
                <c:pt idx="10">
                  <c:v>1.0</c:v>
                </c:pt>
                <c:pt idx="11">
                  <c:v>1.0</c:v>
                </c:pt>
                <c:pt idx="12">
                  <c:v>2.0</c:v>
                </c:pt>
                <c:pt idx="13">
                  <c:v>6.0</c:v>
                </c:pt>
                <c:pt idx="14">
                  <c:v>1.0</c:v>
                </c:pt>
                <c:pt idx="15">
                  <c:v>2.0</c:v>
                </c:pt>
                <c:pt idx="16">
                  <c:v>1.0</c:v>
                </c:pt>
                <c:pt idx="17">
                  <c:v>0</c:v>
                </c:pt>
                <c:pt idx="18">
                  <c:v>4.0</c:v>
                </c:pt>
                <c:pt idx="19">
                  <c:v>3.0</c:v>
                </c:pt>
                <c:pt idx="20">
                  <c:v>3.0</c:v>
                </c:pt>
                <c:pt idx="21">
                  <c:v>6.0</c:v>
                </c:pt>
                <c:pt idx="22">
                  <c:v>4.0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</c:strCache>
            </c:strRef>
          </c:cat>
          <c:val>
            <c:numRef>
              <c:f>Sheet1!$E$2:$E$24</c:f>
              <c:numCache>
                <c:formatCode>General</c:formatCode>
                <c:ptCount val="23"/>
                <c:pt idx="0">
                  <c:v>9.0</c:v>
                </c:pt>
                <c:pt idx="1">
                  <c:v>9.0</c:v>
                </c:pt>
                <c:pt idx="2">
                  <c:v>8.0</c:v>
                </c:pt>
                <c:pt idx="3">
                  <c:v>5.0</c:v>
                </c:pt>
                <c:pt idx="4">
                  <c:v>8.0</c:v>
                </c:pt>
                <c:pt idx="5">
                  <c:v>11.0</c:v>
                </c:pt>
                <c:pt idx="6">
                  <c:v>9.0</c:v>
                </c:pt>
                <c:pt idx="7">
                  <c:v>16.0</c:v>
                </c:pt>
                <c:pt idx="8">
                  <c:v>14.0</c:v>
                </c:pt>
                <c:pt idx="9">
                  <c:v>5.0</c:v>
                </c:pt>
                <c:pt idx="10">
                  <c:v>2.0</c:v>
                </c:pt>
                <c:pt idx="11">
                  <c:v>9.0</c:v>
                </c:pt>
                <c:pt idx="12">
                  <c:v>15.0</c:v>
                </c:pt>
                <c:pt idx="13">
                  <c:v>11.0</c:v>
                </c:pt>
                <c:pt idx="14">
                  <c:v>10.0</c:v>
                </c:pt>
                <c:pt idx="15">
                  <c:v>11.0</c:v>
                </c:pt>
                <c:pt idx="16">
                  <c:v>4.0</c:v>
                </c:pt>
                <c:pt idx="17">
                  <c:v>5.0</c:v>
                </c:pt>
                <c:pt idx="18">
                  <c:v>7.0</c:v>
                </c:pt>
                <c:pt idx="19">
                  <c:v>10.0</c:v>
                </c:pt>
                <c:pt idx="20">
                  <c:v>10.0</c:v>
                </c:pt>
                <c:pt idx="21">
                  <c:v>7.0</c:v>
                </c:pt>
                <c:pt idx="22">
                  <c:v>4.0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</c:strCache>
            </c:strRef>
          </c:cat>
          <c:val>
            <c:numRef>
              <c:f>Sheet1!$F$2:$F$24</c:f>
              <c:numCache>
                <c:formatCode>General</c:formatCode>
                <c:ptCount val="23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Oct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1.455,9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67,9%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467,9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1.182,5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66,6%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395,5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+2,6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70,4%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175,1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74,4%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46,4%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40,4%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79,8%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75,8%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Oct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150 → 151  (+0,7%)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-9,9%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91   Δ -9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-16,5%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91   Δ -15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63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2.265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2.265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1.074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+9,9%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Oct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63 / 137 (46,0%)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-19,2% | Turun 39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76 / 151 (50,3%)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-17,4% | Turun 44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21 / 45 (46,7%)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-12,5% | Turun 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26 / 50 (52,0%)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-10,3%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12 / 21 (57,1%)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 / 23 (56,5%)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-35,0%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30 / 71 (42,3%)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-16,7%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37 / 78 (47,4%)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-14,0% | Turun 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+23,9%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462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654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-0,3%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222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293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165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270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13 (76,9%)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15 / 137 (10,9%)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-11,8% | Turun 39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25 / 151 (16,6%)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-10,7% | Turun 44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45 (22,2%)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+42,9% | Turun 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 / 50 (30,0%)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21 (14,3%)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-40,0%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23 (17,4%)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-42,9%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7 (57,1%)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71 (2,8%)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-60,0%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78 (7,7%)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Oct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Oct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2.105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34,6%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254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178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Oct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174,6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143,1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500,0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82 | MoM -9,9%
PS: 76 | MoM -16,5%
• Junior
  RE: 69 | Active 50,4% | MoM -10,4%
  PS: 63 | Active 46,0% | MoM -18,2%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13 | Active 100,0% | MoM 0,0%
  PS: 13 | Active 100,0% | MoM 0,0%
• Junior Plus
  RE: 0 | Active 0,0% | MoM -100,0%
  PS: 0 | Active 0,0% | MoM -100,0%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Bajawa: PS -20,0%, Gap -2
• Grapari Ende: PS -20,0%, Gap -7
• Grapari Kalabahi: PS +17,6%, Gap 3
• Grapari Labuan Bajo: PS -21,4%, Gap -3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Larantuka: PS -60,0%, Gap -6
• Grapari Maumere: PS +140,0%, Gap 14
• Grapari Ruteng: PS 0,0%, Gap 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Flores Timur: RE -78 (-39,0%), PS -64 (-41,3%)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Ende Sikka: RE -1 (-7,7%), PS -1 (-10,0%)
• Flores Timur: RE -6 (-50,0%), PS -1 (-25,0%)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Ende Sikka: RE 1 (+25,0%), PS -3 (-75,0%)
• Flores Timur: RE 1 (+50,0%), PS -2 (-100,0%)
• Manggarai: RE -3 (-60,0%), PS -1 (-50,0%)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Manggarai: RE -3 (-75,0%), PS -3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Oct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Oct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176,9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176,4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Oct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JENIATI BETI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MAR5321403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SPNAT35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Alifiah Putri Fadillah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ALI4809280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Wira Anggrawan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IPU6453975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STEFANI WEA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SPESS73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Dionisius lalu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DIO5274670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Florida Bhalu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FLO9073003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ROSALINA GETRUDIS MONGGO EDY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SPRGE76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helmina dianafri jon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HEL4506624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SPNAT35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JENIATI BETI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MAR5321403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Wira Anggrawan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IPU6453975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Ignasius Renaldi Putra Sanlando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IGN8815465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ROSALINA GETRUDIS MONGGO EDY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SPRGE76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TEOFELUS EPIPEO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SPTFL84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Dionisius lalu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DIO5274670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SUPAMRI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SPIRU12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ATI DUA LIRONG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SPDUA96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Oct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UMA8300566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SPYSS79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BAL4069900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KOMANG SUKAYANA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SPSTI73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GERADUS SOLA LIMA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SPADR53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Elias Vitus Watu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ELI8004604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ROBERTUS JUNAIDI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ROB7687647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ARIFIN LATIF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ARI1360841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UMA8300566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XAVERIUS LENGU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SPVXK18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SPYSS79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BAL4069900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Yanuarius Ngampu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YAN7120039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Roynaldus aquino kasi agung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ROY3974529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Aloysius fransisco becenty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ALO6883465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Elias Vitus Watu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ELI8004604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FLORES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10/24/2026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88.62%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90.44% | MoM -1.82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96.70%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-8.08 pp | Rp-825.0 Jt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87.63%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89.20% | MoM -1.57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Rp9.05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Rp9.19 M | MoM -1.5%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Rp10.21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+0.5%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64208"/>
          <a:ext cx="1154886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FLORES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88.62%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-1.82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87.63%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-1.57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Rp9.05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-8.08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Rp-825.0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91.30%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+0.86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90.00%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+1.09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Rp3.62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+2.2%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-5.40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Rp-214.2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79.99%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-11.26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79.70%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-10.69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Rp1.77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-11.4%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-16.71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Rp-369.1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90.71%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+0.70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89.86%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+1.07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Rp3.66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-5.99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Rp-241.7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3913632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187952"/>
          <a:ext cx="11548868" cy="1668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38397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ENDE SIKKA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FLORES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MANGGARAI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95.74% / +1.24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96.65% / +3.05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89.21% / -6.67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98.61% / +4.03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87.52% / +0.43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88.62% / +2.00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83.28% / -7.14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89.27% / +4.06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81.06% / -3.00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81.99% / -0.25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72.19% / -13.70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85.75% / +1.08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84.37% / -1.62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84.67% / +0.36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78.68% / -10.16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87.27% / +1.04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85.96% / -1.61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87.79% / +0.38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76.76% / -10.61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88.43% / +0.65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8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90.88% / -2.01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94.58% / +1.08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81.47% / -11.74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92.42% / +0.29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FLORES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10/23/2026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3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5 | MoM -40.0%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-6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-2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71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234086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FLORES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</a:tr>
              <a:tr h="23408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299923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310128"/>
          <a:ext cx="11548868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740"/>
                <a:gridCol w="2298282"/>
                <a:gridCol w="2298282"/>
                <a:gridCol w="2298282"/>
                <a:gridCol w="2298282"/>
              </a:tblGrid>
              <a:tr h="35052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ENDE SIKKA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FLORES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MANGGARAI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 / -60.0%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1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1 / -66.7%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FLORES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23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20,108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12,731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63.3%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7,377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1,010 / 94.7%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894 / 88.0%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997 / 79.7%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955 / 71.3%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1,159 / 71.3%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1,057 / 67.8%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406 / 95.6%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364 / 88.5%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409 / 81.2%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378 / 73.8%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443 / 70.9%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398 / 68.8%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236 / 89.8%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230 / 87.0%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247 / 75.7%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256 / 66.4%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251 / 61.0%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261 / 62.8%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368 / 96.7%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300 / 88.3%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341 / 80.9%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321 / 72.3%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465 / 77.2%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398 / 70.1%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1,200 / 67.7%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966 / 67.8%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861 / 68.3%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807 / 64.1%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921 / 61.9%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831 / 59.5%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451 / 64.3%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369 / 65.0%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364 / 68.7%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384 / 63.5%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377 / 67.4%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328 / 63.4%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290 / 67.2%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229 / 68.1%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195 / 64.6%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145 / 62.1%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191 / 58.6%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170 / 53.5%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459 / 71.2%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368 / 70.4%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302 / 70.2%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278 / 65.8%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353 / 57.8%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333 / 58.6%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696 / 56.3%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56.5%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51.3%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686 / 50.7%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727 / 51.4%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749 / 52.1%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290 / 60.3%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297 / 59.6%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312 / 59.3%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264 / 54.5%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259 / 56.8%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324 / 50.3%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147 / 50.3%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159 / 50.3%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163 / 48.5%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163 / 45.4%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162 / 47.5%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124 / 46.8%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259 / 55.2%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355 / 56.6%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336 / 45.2%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259 / 50.2%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306 / 49.0%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301 / 56.1%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776 / 50.3%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705 / 48.4%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626 / 55.0%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669 / 47.1%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574 / 48.4%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620 / 46.3%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359 / 53.8%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294 / 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237 / 55.3%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280 / 45.0%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211 / 44.1%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258 / 42.2%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135 / 46.7%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158 / 48.7%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128 / 48.4%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108 / 50.9%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106 / 41.5%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141 / 36.2%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282 / 47.5%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253 / 46.2%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261 / 57.9%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281 / 47.7%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257 / 54.9%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221 / 57.5%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