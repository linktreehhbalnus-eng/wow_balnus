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27/09</c:v>
                </c:pt>
                <c:pt idx="1">
                  <c:v>28/09</c:v>
                </c:pt>
                <c:pt idx="2">
                  <c:v>29/09</c:v>
                </c:pt>
                <c:pt idx="3">
                  <c:v>30/09</c:v>
                </c:pt>
                <c:pt idx="4">
                  <c:v>01/10</c:v>
                </c:pt>
                <c:pt idx="5">
                  <c:v>02/10</c:v>
                </c:pt>
                <c:pt idx="6">
                  <c:v>03/10</c:v>
                </c:pt>
                <c:pt idx="7">
                  <c:v>04/10</c:v>
                </c:pt>
                <c:pt idx="8">
                  <c:v>05/10</c:v>
                </c:pt>
                <c:pt idx="9">
                  <c:v>06/10</c:v>
                </c:pt>
                <c:pt idx="10">
                  <c:v>07/10</c:v>
                </c:pt>
                <c:pt idx="11">
                  <c:v>08/10</c:v>
                </c:pt>
                <c:pt idx="12">
                  <c:v>09/10</c:v>
                </c:pt>
                <c:pt idx="13">
                  <c:v>10/10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150.0</c:v>
                </c:pt>
                <c:pt idx="1">
                  <c:v>315.0</c:v>
                </c:pt>
                <c:pt idx="2">
                  <c:v>321.0</c:v>
                </c:pt>
                <c:pt idx="3">
                  <c:v>271.0</c:v>
                </c:pt>
                <c:pt idx="4">
                  <c:v>352.0</c:v>
                </c:pt>
                <c:pt idx="5">
                  <c:v>332.0</c:v>
                </c:pt>
                <c:pt idx="6">
                  <c:v>257.0</c:v>
                </c:pt>
                <c:pt idx="7">
                  <c:v>184.0</c:v>
                </c:pt>
                <c:pt idx="8">
                  <c:v>335.0</c:v>
                </c:pt>
                <c:pt idx="9">
                  <c:v>304.0</c:v>
                </c:pt>
                <c:pt idx="10">
                  <c:v>330.0</c:v>
                </c:pt>
                <c:pt idx="11">
                  <c:v>307.0</c:v>
                </c:pt>
                <c:pt idx="12">
                  <c:v>236.0</c:v>
                </c:pt>
                <c:pt idx="13">
                  <c:v>237.0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27/09</c:v>
                </c:pt>
                <c:pt idx="1">
                  <c:v>28/09</c:v>
                </c:pt>
                <c:pt idx="2">
                  <c:v>29/09</c:v>
                </c:pt>
                <c:pt idx="3">
                  <c:v>30/09</c:v>
                </c:pt>
                <c:pt idx="4">
                  <c:v>01/10</c:v>
                </c:pt>
                <c:pt idx="5">
                  <c:v>02/10</c:v>
                </c:pt>
                <c:pt idx="6">
                  <c:v>03/10</c:v>
                </c:pt>
                <c:pt idx="7">
                  <c:v>04/10</c:v>
                </c:pt>
                <c:pt idx="8">
                  <c:v>05/10</c:v>
                </c:pt>
                <c:pt idx="9">
                  <c:v>06/10</c:v>
                </c:pt>
                <c:pt idx="10">
                  <c:v>07/10</c:v>
                </c:pt>
                <c:pt idx="11">
                  <c:v>08/10</c:v>
                </c:pt>
                <c:pt idx="12">
                  <c:v>09/10</c:v>
                </c:pt>
                <c:pt idx="13">
                  <c:v>10/10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131.0</c:v>
                </c:pt>
                <c:pt idx="1">
                  <c:v>241.0</c:v>
                </c:pt>
                <c:pt idx="2">
                  <c:v>240.0</c:v>
                </c:pt>
                <c:pt idx="3">
                  <c:v>239.0</c:v>
                </c:pt>
                <c:pt idx="4">
                  <c:v>238.0</c:v>
                </c:pt>
                <c:pt idx="5">
                  <c:v>225.0</c:v>
                </c:pt>
                <c:pt idx="6">
                  <c:v>205.0</c:v>
                </c:pt>
                <c:pt idx="7">
                  <c:v>154.0</c:v>
                </c:pt>
                <c:pt idx="8">
                  <c:v>237.0</c:v>
                </c:pt>
                <c:pt idx="9">
                  <c:v>221.0</c:v>
                </c:pt>
                <c:pt idx="10">
                  <c:v>283.0</c:v>
                </c:pt>
                <c:pt idx="11">
                  <c:v>240.0</c:v>
                </c:pt>
                <c:pt idx="12">
                  <c:v>241.0</c:v>
                </c:pt>
                <c:pt idx="13">
                  <c:v>188.0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-11,4% &amp; PS -10,7% MoM — Achievement Mencapai 24,4% (RE) / 23,4%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10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01–10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(+10,1%), Denpasar Terdalam (-17,0%)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-10,8%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-17,0%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28,5%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(+22,2%), Bali Barat Terdalam (-39,0%)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(+20), Sumbawa Barat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45 kabupaten: Top 5 menyumbang +72, Bottom 5 -213, dan perubahan PS regional -267.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(0,0%), TSEL One &gt;30 Mbps Turun Terdalam (-23,1%)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-3,0%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Novi Rohmatul hazijah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Sebastian Frederick Imanuel Lada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Florida Bhalu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Okt 2026 vs MTD-1 01–10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Okt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2.499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Okt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Okt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3.242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2.874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2.232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499,9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2.386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461 | MoM -8,2%
PS: 446 | MoM -3,0%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378 | Active 48,0% | MoM -8,9%
  PS: 363 | Active 46,1% | MoM -4,0%
• Greenfield
  RE: 48 | Active 82,8% | MoM -5,9%
  PS: 48 | Active 82,8% | MoM +4,3%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-29,3%, Gap -12
• Flores: PS +26,2%, Gap +11
• Kupang: PS -15,0%, Gap -3
• Mataram: PS -29,1%, Gap -16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-1
• Grapari Lombok Timur (Mataram): -100,0%, Gap -1
• Grapari Negara (Denpasar): -75,0%, Gap -3
• Grapari Tabanan (Denpasar): -75,0%, Gap -3
• Grapari Sumbawa (Mataram): -66,7%,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-119 (-32,4%), PS -132 (-39,9%)
• Lombok: RE -73 (-17,0%), PS -44 (-13,1%)
• Bali Tengah: RE -59 (-9,2%), PS -41 (-7,8%)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-3 (-18,8%), PS -8 (-72,7%)
• Bali Timur: RE -3 (-12,5%), PS -4 (-28,6%)
• Manggarai: RE -4 (-33,3%), PS -4 (-66,7%)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0 (0,0%), PS -2 (-100,0%)
• Ende Sikka: RE +2 (+100,0%), PS -1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-3 (-100,0%), PS -3 (-100,0%)
• Bali Tengah: RE 0 (0,0%), PS -2 (-66,7%)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Okt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 / 306 (38,2%)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153 / 347 (44,1%)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 | Turun 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 / 129 (42,6%)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 / 143 (47,6%)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 / 156 (55,8%)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 / 210 (54,3%)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138 / 237 (58,2%)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 / 58 (82,8%)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+4,3%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363 / 788 (46,1%)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-4,7% | Turun 221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446 / 901 (49,5%)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-3,7% | Turun 266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1.210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306 (2,3%)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-36,4%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347 (6,3%)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-24,1% | Turun 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13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143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143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156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210 (1,9%)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237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58 (6,9%)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788 (2,5%)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221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43 / 901 (4,8%)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-12,2% | Turun 266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