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47.0</c:v>
                </c:pt>
                <c:pt idx="1">
                  <c:v>54.0</c:v>
                </c:pt>
                <c:pt idx="2">
                  <c:v>40.0</c:v>
                </c:pt>
                <c:pt idx="3">
                  <c:v>28.0</c:v>
                </c:pt>
                <c:pt idx="4">
                  <c:v>43.0</c:v>
                </c:pt>
                <c:pt idx="5">
                  <c:v>48.0</c:v>
                </c:pt>
                <c:pt idx="6">
                  <c:v>50.0</c:v>
                </c:pt>
                <c:pt idx="7">
                  <c:v>42.0</c:v>
                </c:pt>
                <c:pt idx="8">
                  <c:v>39.0</c:v>
                </c:pt>
                <c:pt idx="9">
                  <c:v>47.0</c:v>
                </c:pt>
                <c:pt idx="10">
                  <c:v>31.0</c:v>
                </c:pt>
                <c:pt idx="11">
                  <c:v>43.0</c:v>
                </c:pt>
                <c:pt idx="12">
                  <c:v>45.0</c:v>
                </c:pt>
                <c:pt idx="13">
                  <c:v>55.0</c:v>
                </c:pt>
                <c:pt idx="14">
                  <c:v>55.0</c:v>
                </c:pt>
                <c:pt idx="15">
                  <c:v>57.0</c:v>
                </c:pt>
                <c:pt idx="16">
                  <c:v>38.0</c:v>
                </c:pt>
                <c:pt idx="17">
                  <c:v>39.0</c:v>
                </c:pt>
                <c:pt idx="18">
                  <c:v>56.0</c:v>
                </c:pt>
                <c:pt idx="19">
                  <c:v>65.0</c:v>
                </c:pt>
                <c:pt idx="20">
                  <c:v>44.0</c:v>
                </c:pt>
                <c:pt idx="21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25.0</c:v>
                </c:pt>
                <c:pt idx="1">
                  <c:v>30.0</c:v>
                </c:pt>
                <c:pt idx="2">
                  <c:v>20.0</c:v>
                </c:pt>
                <c:pt idx="3">
                  <c:v>14.0</c:v>
                </c:pt>
                <c:pt idx="4">
                  <c:v>25.0</c:v>
                </c:pt>
                <c:pt idx="5">
                  <c:v>25.0</c:v>
                </c:pt>
                <c:pt idx="6">
                  <c:v>23.0</c:v>
                </c:pt>
                <c:pt idx="7">
                  <c:v>19.0</c:v>
                </c:pt>
                <c:pt idx="8">
                  <c:v>21.0</c:v>
                </c:pt>
                <c:pt idx="9">
                  <c:v>30.0</c:v>
                </c:pt>
                <c:pt idx="10">
                  <c:v>18.0</c:v>
                </c:pt>
                <c:pt idx="11">
                  <c:v>22.0</c:v>
                </c:pt>
                <c:pt idx="12">
                  <c:v>21.0</c:v>
                </c:pt>
                <c:pt idx="13">
                  <c:v>32.0</c:v>
                </c:pt>
                <c:pt idx="14">
                  <c:v>31.0</c:v>
                </c:pt>
                <c:pt idx="15">
                  <c:v>28.0</c:v>
                </c:pt>
                <c:pt idx="16">
                  <c:v>21.0</c:v>
                </c:pt>
                <c:pt idx="17">
                  <c:v>26.0</c:v>
                </c:pt>
                <c:pt idx="18">
                  <c:v>31.0</c:v>
                </c:pt>
                <c:pt idx="19">
                  <c:v>38.0</c:v>
                </c:pt>
                <c:pt idx="20">
                  <c:v>24.0</c:v>
                </c:pt>
                <c:pt idx="21">
                  <c:v>36.0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6.0</c:v>
                </c:pt>
                <c:pt idx="1">
                  <c:v>7.0</c:v>
                </c:pt>
                <c:pt idx="2">
                  <c:v>5.0</c:v>
                </c:pt>
                <c:pt idx="3">
                  <c:v>2.0</c:v>
                </c:pt>
                <c:pt idx="4">
                  <c:v>9.0</c:v>
                </c:pt>
                <c:pt idx="5">
                  <c:v>5.0</c:v>
                </c:pt>
                <c:pt idx="6">
                  <c:v>9.0</c:v>
                </c:pt>
                <c:pt idx="7">
                  <c:v>9.0</c:v>
                </c:pt>
                <c:pt idx="8">
                  <c:v>5.0</c:v>
                </c:pt>
                <c:pt idx="9">
                  <c:v>9.0</c:v>
                </c:pt>
                <c:pt idx="10">
                  <c:v>4.0</c:v>
                </c:pt>
                <c:pt idx="11">
                  <c:v>6.0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9.0</c:v>
                </c:pt>
                <c:pt idx="16">
                  <c:v>4.0</c:v>
                </c:pt>
                <c:pt idx="17">
                  <c:v>4.0</c:v>
                </c:pt>
                <c:pt idx="18">
                  <c:v>11.0</c:v>
                </c:pt>
                <c:pt idx="19">
                  <c:v>10.0</c:v>
                </c:pt>
                <c:pt idx="20">
                  <c:v>11.0</c:v>
                </c:pt>
                <c:pt idx="21">
                  <c:v>12.0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16.0</c:v>
                </c:pt>
                <c:pt idx="1">
                  <c:v>17.0</c:v>
                </c:pt>
                <c:pt idx="2">
                  <c:v>15.0</c:v>
                </c:pt>
                <c:pt idx="3">
                  <c:v>12.0</c:v>
                </c:pt>
                <c:pt idx="4">
                  <c:v>9.0</c:v>
                </c:pt>
                <c:pt idx="5">
                  <c:v>17.0</c:v>
                </c:pt>
                <c:pt idx="6">
                  <c:v>18.0</c:v>
                </c:pt>
                <c:pt idx="7">
                  <c:v>14.0</c:v>
                </c:pt>
                <c:pt idx="8">
                  <c:v>13.0</c:v>
                </c:pt>
                <c:pt idx="9">
                  <c:v>8.0</c:v>
                </c:pt>
                <c:pt idx="10">
                  <c:v>9.0</c:v>
                </c:pt>
                <c:pt idx="11">
                  <c:v>15.0</c:v>
                </c:pt>
                <c:pt idx="12">
                  <c:v>16.0</c:v>
                </c:pt>
                <c:pt idx="13">
                  <c:v>15.0</c:v>
                </c:pt>
                <c:pt idx="14">
                  <c:v>16.0</c:v>
                </c:pt>
                <c:pt idx="15">
                  <c:v>20.0</c:v>
                </c:pt>
                <c:pt idx="16">
                  <c:v>13.0</c:v>
                </c:pt>
                <c:pt idx="17">
                  <c:v>9.0</c:v>
                </c:pt>
                <c:pt idx="18">
                  <c:v>14.0</c:v>
                </c:pt>
                <c:pt idx="19">
                  <c:v>17.0</c:v>
                </c:pt>
                <c:pt idx="20">
                  <c:v>9.0</c:v>
                </c:pt>
                <c:pt idx="21">
                  <c:v>11.0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47.0</c:v>
                </c:pt>
                <c:pt idx="1">
                  <c:v>47.0</c:v>
                </c:pt>
                <c:pt idx="2">
                  <c:v>36.0</c:v>
                </c:pt>
                <c:pt idx="3">
                  <c:v>30.0</c:v>
                </c:pt>
                <c:pt idx="4">
                  <c:v>42.0</c:v>
                </c:pt>
                <c:pt idx="5">
                  <c:v>27.0</c:v>
                </c:pt>
                <c:pt idx="6">
                  <c:v>55.0</c:v>
                </c:pt>
                <c:pt idx="7">
                  <c:v>41.0</c:v>
                </c:pt>
                <c:pt idx="8">
                  <c:v>35.0</c:v>
                </c:pt>
                <c:pt idx="9">
                  <c:v>34.0</c:v>
                </c:pt>
                <c:pt idx="10">
                  <c:v>19.0</c:v>
                </c:pt>
                <c:pt idx="11">
                  <c:v>38.0</c:v>
                </c:pt>
                <c:pt idx="12">
                  <c:v>46.0</c:v>
                </c:pt>
                <c:pt idx="13">
                  <c:v>43.0</c:v>
                </c:pt>
                <c:pt idx="14">
                  <c:v>53.0</c:v>
                </c:pt>
                <c:pt idx="15">
                  <c:v>45.0</c:v>
                </c:pt>
                <c:pt idx="16">
                  <c:v>40.0</c:v>
                </c:pt>
                <c:pt idx="17">
                  <c:v>34.0</c:v>
                </c:pt>
                <c:pt idx="18">
                  <c:v>53.0</c:v>
                </c:pt>
                <c:pt idx="19">
                  <c:v>50.0</c:v>
                </c:pt>
                <c:pt idx="20">
                  <c:v>52.0</c:v>
                </c:pt>
                <c:pt idx="21">
                  <c:v>59.0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29.0</c:v>
                </c:pt>
                <c:pt idx="1">
                  <c:v>23.0</c:v>
                </c:pt>
                <c:pt idx="2">
                  <c:v>22.0</c:v>
                </c:pt>
                <c:pt idx="3">
                  <c:v>18.0</c:v>
                </c:pt>
                <c:pt idx="4">
                  <c:v>17.0</c:v>
                </c:pt>
                <c:pt idx="5">
                  <c:v>14.0</c:v>
                </c:pt>
                <c:pt idx="6">
                  <c:v>30.0</c:v>
                </c:pt>
                <c:pt idx="7">
                  <c:v>21.0</c:v>
                </c:pt>
                <c:pt idx="8">
                  <c:v>20.0</c:v>
                </c:pt>
                <c:pt idx="9">
                  <c:v>22.0</c:v>
                </c:pt>
                <c:pt idx="10">
                  <c:v>12.0</c:v>
                </c:pt>
                <c:pt idx="11">
                  <c:v>24.0</c:v>
                </c:pt>
                <c:pt idx="12">
                  <c:v>25.0</c:v>
                </c:pt>
                <c:pt idx="13">
                  <c:v>22.0</c:v>
                </c:pt>
                <c:pt idx="14">
                  <c:v>28.0</c:v>
                </c:pt>
                <c:pt idx="15">
                  <c:v>22.0</c:v>
                </c:pt>
                <c:pt idx="16">
                  <c:v>24.0</c:v>
                </c:pt>
                <c:pt idx="17">
                  <c:v>22.0</c:v>
                </c:pt>
                <c:pt idx="18">
                  <c:v>34.0</c:v>
                </c:pt>
                <c:pt idx="19">
                  <c:v>30.0</c:v>
                </c:pt>
                <c:pt idx="20">
                  <c:v>32.0</c:v>
                </c:pt>
                <c:pt idx="21">
                  <c:v>33.0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3.0</c:v>
                </c:pt>
                <c:pt idx="1">
                  <c:v>5.0</c:v>
                </c:pt>
                <c:pt idx="2">
                  <c:v>5.0</c:v>
                </c:pt>
                <c:pt idx="3">
                  <c:v>3.0</c:v>
                </c:pt>
                <c:pt idx="4">
                  <c:v>9.0</c:v>
                </c:pt>
                <c:pt idx="5">
                  <c:v>7.0</c:v>
                </c:pt>
                <c:pt idx="6">
                  <c:v>7.0</c:v>
                </c:pt>
                <c:pt idx="7">
                  <c:v>5.0</c:v>
                </c:pt>
                <c:pt idx="8">
                  <c:v>5.0</c:v>
                </c:pt>
                <c:pt idx="9">
                  <c:v>5.0</c:v>
                </c:pt>
                <c:pt idx="10">
                  <c:v>3.0</c:v>
                </c:pt>
                <c:pt idx="11">
                  <c:v>6.0</c:v>
                </c:pt>
                <c:pt idx="12">
                  <c:v>7.0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4.0</c:v>
                </c:pt>
                <c:pt idx="17">
                  <c:v>4.0</c:v>
                </c:pt>
                <c:pt idx="18">
                  <c:v>8.0</c:v>
                </c:pt>
                <c:pt idx="19">
                  <c:v>9.0</c:v>
                </c:pt>
                <c:pt idx="20">
                  <c:v>9.0</c:v>
                </c:pt>
                <c:pt idx="21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15.0</c:v>
                </c:pt>
                <c:pt idx="1">
                  <c:v>19.0</c:v>
                </c:pt>
                <c:pt idx="2">
                  <c:v>9.0</c:v>
                </c:pt>
                <c:pt idx="3">
                  <c:v>9.0</c:v>
                </c:pt>
                <c:pt idx="4">
                  <c:v>16.0</c:v>
                </c:pt>
                <c:pt idx="5">
                  <c:v>6.0</c:v>
                </c:pt>
                <c:pt idx="6">
                  <c:v>18.0</c:v>
                </c:pt>
                <c:pt idx="7">
                  <c:v>15.0</c:v>
                </c:pt>
                <c:pt idx="8">
                  <c:v>10.0</c:v>
                </c:pt>
                <c:pt idx="9">
                  <c:v>7.0</c:v>
                </c:pt>
                <c:pt idx="10">
                  <c:v>4.0</c:v>
                </c:pt>
                <c:pt idx="11">
                  <c:v>8.0</c:v>
                </c:pt>
                <c:pt idx="12">
                  <c:v>14.0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12.0</c:v>
                </c:pt>
                <c:pt idx="17">
                  <c:v>8.0</c:v>
                </c:pt>
                <c:pt idx="18">
                  <c:v>11.0</c:v>
                </c:pt>
                <c:pt idx="19">
                  <c:v>11.0</c:v>
                </c:pt>
                <c:pt idx="20">
                  <c:v>11.0</c:v>
                </c:pt>
                <c:pt idx="21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240 → 253  (+5,4%)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189   Δ -18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-7,2%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181   Δ -13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188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4.189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4.189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145 / 227 (63,9%)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-7,1%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168 / 253 (66,4%)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-7,7%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11 (72,7%)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82 / 129 (63,6%)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-12,8%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95 / 145 (65,5%)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37 (62,2%)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 / 40 (65,0%)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 / 61 (65,6%)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68 (69,1%)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1.217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33 / 227 (14,5%)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+13,8% | Turun 78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46 / 253 (18,2%)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+4,5% | Turun 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11 (27,3%)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129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145 (17,9%)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-3,7% | Turun 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37 (16,2%)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40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61 (14,8%)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68 (17,6%)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1.693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2.941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9.079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19.955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171 | MoM -9,5%
PS: 168 | MoM -7,2%
• Performer
  RE: 1 | Active 100,0% | MoM 0,0%
  PS: 1 | Active 100,0% | MoM 0,0%
• Junior
  RE: 148 | Active 65,2% | MoM -9,2%
  PS: 145 | Active 63,9% | MoM -7,1%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81,2% | MoM -18,8%
  PS: 13 | Active 81,2% | MoM -13,3%
• Junior Plus
  RE: 9 | Active 100,0% | MoM 0,0%
  PS: 9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-34,4%, Gap -11
• Grapari Dompu: PS +62,5%, Gap 5
• Grapari Lombok Timur: PS +50,0%, Gap 1
• Grapari Lombok Utara: PS +100,0%, Gap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+300,0%, Gap 3
• Grapari Mataram: PS -30,8%, Gap -12
• Grapari Sumbawa: PS -55,6%, Gap -5
• Grapari Taliwang: PS +33,3%, Gap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-98 (-10,2%), PS -62 (-8,1%)
• Sumbawa Barat: RE -48 (-17,3%), PS -13 (-7,1%)
• Sumbawa Timur: RE -13 (-2,9%), PS -2 (-0,6%)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-7 (-17,5%), PS -10 (-45,5%)
• Sumbawa Barat: RE -10 (-45,5%), PS -9 (-64,3%)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3 (+21,4%), PS -4 (-40,0%)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Timur: RE -3 (-75,0%),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 SANDI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ARI2024904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SAM7712125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fitriah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NUR5794369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RINGGA 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LAL3976891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IDA4692342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SPXXERNA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FAISAL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FAI3793839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Muftholib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ABD7362841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HUZ8772299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NUR3882332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AIS5256393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desi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BAI6830792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IGS6210592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Nuroktavia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NUR5193830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NURUL QARIMAH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SPSLD18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ABD6099896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USWATUN HASANAH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USW5846733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SPANTI5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WIR7929421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MUH1684593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BQ DEWI NINGRUM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SPXCAEWI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SAM5466810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ROY4629172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MAULADI AZHAR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MAU9803711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MANGKU YOGISWARA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SPKYA37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ZONA MUSTHOFA AMNI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ZON8572294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Mrozikin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MRO9687817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ELISA PUTRI 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SPAEL42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Paezal rozi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PAE1462437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SYAMSUDDIN HABIBULLAH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SYA3961583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87.64%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88.50% | MoM -0.86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97.45%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-9.81 pp | Rp-2.46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86.56%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87.27% | MoM -0.70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Rp22.02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Rp21.88 M | MoM +0.6%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Rp25.12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+1.6%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87.64%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86.56%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Rp22.02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89.62%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88.63%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Rp12.31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-7.83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86.66%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85.91%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Rp4.13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-10.79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Rp-514.1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84.24%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83.02%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Rp5.58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-13.21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Rp-874.7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93.69% / +1.69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94.58% / +1.38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96.48% / +6.13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90.68% / +0.92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86.92% / 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88.73% / -0.23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84.40% / +1.08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84.25% / -2.24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84.76% / +0.53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86.04% / -0.13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84.17% / -1.13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82.97% / +2.27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82.42% / +0.14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85.25% / +0.43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81.77% / -1.00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78.78% / +0.58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82.23% / -1.31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85.24% / -1.14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82.62% / -1.15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76.91% / -1.78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89.85% / -1.06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91.29% / -0.95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88.59% / -1.54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87.44% / -0.93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79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83 | MoM -4.8%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MATARAM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LOMBOK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SUMBAWA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 / +5.9%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 / -13.3%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 / +50.0%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60 / -9.1%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54 / -3.6%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-40.0%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MATARAM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45,531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30,040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66.0%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15,491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76.5%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1,148 /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1,271 / 89.1%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1,126 / 85.7%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1,046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1,113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920 / 78.4%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304 / 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86.6%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349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354 / 79.4%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588 / 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580 / 87.2%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533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581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72.4%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63.8%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681 / 75.3%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846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942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768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1,017 / 63.8%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75.1%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71.1%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64.7%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299 / 65.2%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573 / 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656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695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63.0%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52.5%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1,052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1,086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944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908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292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310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444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445 / 54.2%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439 / 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48.0%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502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535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555 / 50.3%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46.3%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22,790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797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928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825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835 / 50.2%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288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419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507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254 / 41.7%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511 / 51.1%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715 / 49.2%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642 / 49.5%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49.4%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538 / 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42.8%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