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  <c:pt idx="20">
                  <c:v>44.0</c:v>
                </c:pt>
                <c:pt idx="21">
                  <c:v>59.0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  <c:pt idx="20">
                  <c:v>24.0</c:v>
                </c:pt>
                <c:pt idx="21">
                  <c:v>36.0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  <c:pt idx="20">
                  <c:v>11.0</c:v>
                </c:pt>
                <c:pt idx="21">
                  <c:v>12.0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  <c:pt idx="20">
                  <c:v>9.0</c:v>
                </c:pt>
                <c:pt idx="21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Sheet1!$F$2:$F$23</c:f>
              <c:numCache>
                <c:formatCode>General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  <c:pt idx="20">
                  <c:v>52.0</c:v>
                </c:pt>
                <c:pt idx="21">
                  <c:v>59.0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  <c:pt idx="20">
                  <c:v>32.0</c:v>
                </c:pt>
                <c:pt idx="21">
                  <c:v>33.0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  <c:pt idx="20">
                  <c:v>9.0</c:v>
                </c:pt>
                <c:pt idx="21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Sheet1!$E$2:$E$23</c:f>
              <c:numCache>
                <c:formatCode>General</c:formatCode>
                <c:ptCount val="22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  <c:pt idx="20">
                  <c:v>11.0</c:v>
                </c:pt>
                <c:pt idx="21">
                  <c:v>15.0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</c:strCache>
            </c:strRef>
          </c:cat>
          <c:val>
            <c:numRef>
              <c:f>Sheet1!$F$2:$F$23</c:f>
              <c:numCache>
                <c:formatCode>General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189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181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188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4.189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145 / 227 (63,9%)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168 / 253 (66,4%)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-7,7% | Turun 96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82 / 129 (63,6%)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-12,8%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95 / 145 (65,5%)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37 (62,2%)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40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61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68 (69,1%)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 / 227 (14,5%)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+13,8% | Turun 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 / 253 (18,2%)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+4,5% | Turun 96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129 (14,0%)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145 (17,9%)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 | Turun 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37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40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61 (14,8%)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68 (17,6%)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19.955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171 | MoM -9,5%
PS: 168 | MoM -7,2%
• Performer
  RE: 1 | Active 100,0% | MoM 0,0%
  PS: 1 | Active 100,0% | MoM 0,0%
• Junior
  RE: 148 | Active 65,2% | MoM -9,2%
  PS: 145 | Active 63,9% | MoM -7,1%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-18,8%
  PS: 13 | Active 81,2% | MoM -13,3%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-34,4%, Gap -11
• Grapari Dompu: PS +62,5%, Gap 5
• Grapari Lombok Timur: PS +50,0%, Gap 1
• Grapari Lombok Utara: PS +100,0%,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+300,0%, Gap 3
• Grapari Mataram: PS -30,8%, Gap -12
• Grapari Sumbawa: PS -55,6%, Gap -5
• Grapari Taliwang: PS +33,3%,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-98 (-10,2%), PS -62 (-8,1%)
• Sumbawa Barat: RE -48 (-17,3%), PS -13 (-7,1%)
• Sumbawa Timur: RE -13 (-2,9%), PS -2 (-0,6%)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-7 (-17,5%), PS -10 (-45,5%)
• Sumbawa Barat: RE -10 (-45,5%), PS -9 (-64,3%)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3 (+21,4%), PS -4 (-40,0%)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(-75,0%),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381,5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SPXXERNA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HUZ8772299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Oct 2026 vs MTD-1 01–22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WIR7929421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10/21/2026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80.74%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82.37% | MoM -1.63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-16.71 pp | Rp-4.20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79.22%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80.93% | MoM -1.71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Rp20.28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Rp20.37 M | MoM -0.4%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80.74%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79.22%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Rp20.28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-16.71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Rp-4.20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83.77%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82.44%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Rp11.51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-13.68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Rp-1.88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80.35%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79.20%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Rp3.83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-17.10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Rp-814.9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74.74%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73.01%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Rp4.95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-22.71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Rp-1.50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87.91% / -1.96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89.19% / -2.07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91.31% / +4.11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83.87% / -3.88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80.58% / -2.37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82.72% / -2.25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78.23% / +0.13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77.00% / -5.67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75.84% / -3.04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78.56% / -2.96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76.21% / -3.53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71.03% / -3.40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74.00% / -0.71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77.99% / -0.34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74.85% / -0.56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67.88% / -0.98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72.86% / -3.17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77.31% / -2.47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73.57% / -2.93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64.90% / -4.60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83.87% / -1.21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86.18% / -1.05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83.20% / -1.24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78.99% / -1.49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72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74 | MoM -2.7%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16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56 / -3.4%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 / +2.0%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22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26,873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59.0%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18,658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70.7%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68.2%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88.9%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84.1%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70.3%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74.4%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71.6%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71.8%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71.7%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63.6%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56.2%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57.2%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69.2%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59.2%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58.5%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53.4%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52.7%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55.1%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56.2%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51.6%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45.6%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53.8%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50.4%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53.1%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48.5%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45.6%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42.0%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48.0%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39.8%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46.9%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46.4%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45.9%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40.7%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49.5%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47.8%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45.1%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52.4%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55.1%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37.0%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42.3%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41.1%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35.9%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