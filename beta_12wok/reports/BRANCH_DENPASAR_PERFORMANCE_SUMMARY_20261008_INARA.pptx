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60.0</c:v>
                </c:pt>
                <c:pt idx="1">
                  <c:v>61.0</c:v>
                </c:pt>
                <c:pt idx="2">
                  <c:v>50.0</c:v>
                </c:pt>
                <c:pt idx="3">
                  <c:v>47.0</c:v>
                </c:pt>
                <c:pt idx="4">
                  <c:v>59.0</c:v>
                </c:pt>
                <c:pt idx="5">
                  <c:v>54.0</c:v>
                </c:pt>
                <c:pt idx="6">
                  <c:v>51.0</c:v>
                </c:pt>
                <c:pt idx="7">
                  <c:v>62.0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15.0</c:v>
                </c:pt>
                <c:pt idx="1">
                  <c:v>17.0</c:v>
                </c:pt>
                <c:pt idx="2">
                  <c:v>13.0</c:v>
                </c:pt>
                <c:pt idx="3">
                  <c:v>14.0</c:v>
                </c:pt>
                <c:pt idx="4">
                  <c:v>16.0</c:v>
                </c:pt>
                <c:pt idx="5">
                  <c:v>16.0</c:v>
                </c:pt>
                <c:pt idx="6">
                  <c:v>13.0</c:v>
                </c:pt>
                <c:pt idx="7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35.0</c:v>
                </c:pt>
                <c:pt idx="1">
                  <c:v>35.0</c:v>
                </c:pt>
                <c:pt idx="2">
                  <c:v>31.0</c:v>
                </c:pt>
                <c:pt idx="3">
                  <c:v>23.0</c:v>
                </c:pt>
                <c:pt idx="4">
                  <c:v>34.0</c:v>
                </c:pt>
                <c:pt idx="5">
                  <c:v>25.0</c:v>
                </c:pt>
                <c:pt idx="6">
                  <c:v>33.0</c:v>
                </c:pt>
                <c:pt idx="7">
                  <c:v>34.0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12.0</c:v>
                </c:pt>
                <c:pt idx="5">
                  <c:v>14.0</c:v>
                </c:pt>
                <c:pt idx="6">
                  <c:v>8.0</c:v>
                </c:pt>
                <c:pt idx="7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54.0</c:v>
                </c:pt>
                <c:pt idx="1">
                  <c:v>53.0</c:v>
                </c:pt>
                <c:pt idx="2">
                  <c:v>57.0</c:v>
                </c:pt>
                <c:pt idx="3">
                  <c:v>43.0</c:v>
                </c:pt>
                <c:pt idx="4">
                  <c:v>43.0</c:v>
                </c:pt>
                <c:pt idx="5">
                  <c:v>46.0</c:v>
                </c:pt>
                <c:pt idx="6">
                  <c:v>58.0</c:v>
                </c:pt>
                <c:pt idx="7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20.0</c:v>
                </c:pt>
                <c:pt idx="7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32.0</c:v>
                </c:pt>
                <c:pt idx="1">
                  <c:v>30.0</c:v>
                </c:pt>
                <c:pt idx="2">
                  <c:v>36.0</c:v>
                </c:pt>
                <c:pt idx="3">
                  <c:v>28.0</c:v>
                </c:pt>
                <c:pt idx="4">
                  <c:v>24.0</c:v>
                </c:pt>
                <c:pt idx="5">
                  <c:v>32.0</c:v>
                </c:pt>
                <c:pt idx="6">
                  <c:v>30.0</c:v>
                </c:pt>
                <c:pt idx="7">
                  <c:v>30.0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13.0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4.100,7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3.352,2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2.284,2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347  (-1,1%)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161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147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111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2.167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20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105 / 306 (34,3%)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140 / 347 (40,3%)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-4,8%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68 (42,6%)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80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 / 164 (32,3%)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 / 185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74 (31,1%)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82 (36,6%)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306 (1,3%)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73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347 (5,5%)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68 (1,5%)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80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-55,6%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164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185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74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82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146 | MoM -9,3%
PS: 140 | MoM -4,8%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112 | Active 36,6% | MoM -9,7%
  PS: 105 | Active 34,3% | MoM -6,2%
• Greenfield
  RE: 14 | Active 70,0% | MoM -17,6%
  PS: 15 | Active 75,0%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N/A, Gap 1
• Grapari Jimbaran: PS 0,0%, Gap 0
• Grapari Kuta: PS 0,0%, Gap 0
• Grapari Negara: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0,0%, Gap 0
• Grapari Tabanan: PS -75,0%, Gap -3
• Grapari Ubud: PS -33,3%,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-98 (-32,1%), PS -117 (-41,9%)
• Bali Timur: RE -36 (-20,6%), PS -19 (-14,5%)
• Bali Tengah: RE -13 (-2,5%), PS -6 (-1,4%)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-3 (-75,0%),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(-66,7%), PS -2 (-66,7%)
• Bali Timur: RE -2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AWANG DARMAWAN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SPDAR84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Harry Mulia Sobari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HAR9686163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HAN9698607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Triputro Gilang Nayono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TRI8302410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AGUS ARTANA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SPGTA01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KARTINI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SPXKAR75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Adiyance Tes Lelo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YOH6387368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SPXJRO75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JONI LASTIAWAN.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SPNJL26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LUH SURYA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SPHHR79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ARIK IDA MAWARIYAH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SPXYA76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01–08 Oct 2026 vs MTD-1 01–08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KUN6555115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SPNRU39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SUM8202596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EDY7689399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 A NGR BISMA ADIK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AAN1814097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Fajar Nanda Imani0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MUH5235053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DWI PRADNYAWATI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NIK7858155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37.39%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97.58% | Gap -60.19 pp | M-1 42.77%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Rp270.743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Rp275.691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Rp294.910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-8.17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-5.69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-4.66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-2.78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-4.34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-5.77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260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M-1 244 | MoM +6.6%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-271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 / +40.0%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150 / +21.0%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 / -35.4%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