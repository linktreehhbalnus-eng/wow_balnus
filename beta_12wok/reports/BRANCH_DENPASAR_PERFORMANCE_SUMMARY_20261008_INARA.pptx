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4.100,7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161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2.167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105 / 306 (34,3%)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347 (40,3%)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68 (42,6%)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80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164 (32,3%)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 / 185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74 (31,1%)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82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306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347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68 (1,5%)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164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185 (6,5%)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74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146 | MoM -9,3%
PS: 140 | MoM -4,8%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112 | Active 36,6% | MoM -9,7%
  PS: 105 | Active 34,3% | MoM -6,2%
• Greenfield
  RE: 14 | Active 70,0% | MoM -17,6%
  PS: 15 | Active 75,0%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0,0%, Gap 0
• Grapari Tabanan: PS -75,0%, Gap -3
• Grapari Ubud: PS -33,3%,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-98 (-32,1%), PS -117 (-41,9%)
• Bali Timur: RE -36 (-20,6%), PS -19 (-14,5%)
• Bali Tengah: RE -13 (-2,5%), PS -6 (-1,4%)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 (-75,0%),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(-66,7%), PS -2 (-66,7%)
• Bali Timur: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Triputro Gilang Nayono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TRI8302410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