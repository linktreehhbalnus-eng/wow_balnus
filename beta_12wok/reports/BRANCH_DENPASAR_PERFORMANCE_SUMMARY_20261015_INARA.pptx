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2.892,0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197   Δ -32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179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4.057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 / 306 (41,5%)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-11,2%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164 / 347 (47,3%)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68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 / 164 (39,0%)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 / 185 (45,9%)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74 (41,9%)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82 (46,3%)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306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-31,6%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 / 347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-23,8%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164 (3,0%)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185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74 (6,8%)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82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165 | MoM -16,2%
PS: 164 | MoM -8,9%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129 | Active 42,2% | MoM -18,9%
  PS: 127 | Active 41,5% | MoM -11,2%
• Greenfield
  RE: 16 | Active 80,0% | MoM -11,1%
  PS: 17 | Active 85,0%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-16,7%, Gap -2
• Grapari Kuta: PS -16,7%, Gap -1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-38,9%, Gap -7
• Grapari Singaraja: PS -50,0%, Gap -2
• Grapari Tabanan: PS -80,0%, Gap -4
• Grapari Ubud: PS -14,3%,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-182 (-34,7%), PS -184 (-39,5%)
• Bali Tengah: RE -124 (-13,7%), PS -117 (-15,3%)
• Bali Timur: RE -71 (-23,7%), PS -39 (-17,3%)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-6 (-6,3%), PS -9 (-12,7%)
• Bali Timur: RE 2 (+6,7%), PS -5 (-22,7%)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-3 (-33,3%),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 (-25,0%), PS -2 (-50,0%)
• Bali Timur: RE -1 (-33,3%), PS -2 (-66,7%)
• Bali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SPGTA01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Renny anggraeni supriatna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REN6173597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40.22%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40.18% | MoM +0.03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-57.36 pp | Rp-32.26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40.04%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39.98% | MoM +0.06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Rp22.61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Rp22.53 M | MoM +0.4%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40.22%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40.04%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Rp22.61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Rp-32.26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35.17%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Rp4.03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-61.28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Rp-6.81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-54.65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36.47%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-60.50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56.86% / -3.82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43.86% / -10.45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61.20% / -1.15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62.98% / -1.14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39.77% / -2.12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34.51% / -1.22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40.93% / -2.23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42.84% / -2.58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33.95% / -1.14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30.12% / -2.45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35.33% / -0.12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34.38% / -2.59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34.93% / +0.91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32.51% / +0.86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36.04% / +0.94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34.37% / +0.87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32.96% / -0.37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31.00% / -0.22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34.74% / -0.22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30.72% / -0.95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42.07% / +0.21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38.19% / -0.11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45.20% / +0.38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37.98% / 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M-1 271 | MoM -4.1%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-7.5%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-40.4%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