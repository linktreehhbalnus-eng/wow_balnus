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2.892,0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197   Δ -32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-16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179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4.057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 / 306 (41,5%)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-11,2%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164 / 347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 / 164 (39,0%)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185 (45,9%)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74 (41,9%)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82 (46,3%)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306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 / 347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74 (6,8%)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82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165 | MoM -16,2%
PS: 164 | MoM -8,9%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129 | Active 42,2% | MoM -18,9%
  PS: 127 | Active 41,5% | MoM -11,2%
• Greenfield
  RE: 16 | Active 80,0% | MoM -11,1%
  PS: 17 | Active 85,0%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-16,7%, Gap -2
• Grapari Kuta: PS -16,7%, Gap -1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-38,9%, Gap -7
• Grapari Singaraja: PS -50,0%, Gap -2
• Grapari Tabanan: PS -80,0%, Gap -4
• Grapari Ubud: PS -14,3%,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-182 (-34,7%), PS -184 (-39,5%)
• Bali Tengah: RE -124 (-13,7%), PS -117 (-15,3%)
• Bali Timur: RE -71 (-23,7%), PS -39 (-17,3%)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-6 (-6,3%), PS -9 (-12,7%)
• Bali Timur: RE 2 (+6,7%), PS -5 (-22,7%)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(-33,3%),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(-25,0%), PS -2 (-50,0%)
• Bali Timur: RE -1 (-33,3%), PS -2 (-66,7%)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Renny anggraeni supriatna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REN6173597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41.97%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-0.80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-55.61 pp | Rp-31.27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41.80%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-0.77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Rp23.60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41.97%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-55.61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Rp-31.27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38.35%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37.18%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-59.23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44.73%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Rp14.14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Rp-16.70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58.65% / -4.55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46.15% / -10.05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62.85% / -2.25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64.39% / -2.29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41.48% / -2.32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35.93% / -2.28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42.56% / -2.20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45.19% / -2.42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35.44% / -1.61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31.51% / -2.85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36.84% / -0.44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35.90% / -3.58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36.49% / +0.55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34.49% / +0.56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37.45% / +0.65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35.87% / +0.27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32.75% / -0.63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36.39%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31.79% / -2.14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-0.75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40.38% / -0.86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47.08% / -0.49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39.40% / -1.25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279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M-1 289 | MoM -3.5%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-252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46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 / -5.7%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 / +60.0%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224 / 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29 / -25.6%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162 / +8.0%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 / -37.7%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