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  <c:pt idx="23">
                  <c:v>45.0</c:v>
                </c:pt>
                <c:pt idx="2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  <c:pt idx="23">
                  <c:v>28.0</c:v>
                </c:pt>
                <c:pt idx="2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  <c:pt idx="23">
                  <c:v>8.0</c:v>
                </c:pt>
                <c:pt idx="24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  <c:pt idx="23">
                  <c:v>9.0</c:v>
                </c:pt>
                <c:pt idx="24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  <c:pt idx="23">
                  <c:v>36.0</c:v>
                </c:pt>
                <c:pt idx="24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  <c:pt idx="23">
                  <c:v>20.0</c:v>
                </c:pt>
                <c:pt idx="24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  <c:pt idx="23">
                  <c:v>5.0</c:v>
                </c:pt>
                <c:pt idx="24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  <c:pt idx="23">
                  <c:v>11.0</c:v>
                </c:pt>
                <c:pt idx="24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Sheet1!$A$2:$A$26</c:f>
              <c:strCache>
                <c:ptCount val="2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195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188   Δ -17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193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4.537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1.984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 | Turun 92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 / 129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 / 145 (66,9%)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 / 61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68 (70,6%)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1.346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227 (17,6%)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92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253 (20,9%)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+6,0% | Turun 112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129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145 (22,1%)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61 (16,4%)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68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177 | MoM -9,2%
PS: 171 | MoM -9,0%
• Performer
  RE: 1 | Active 100,0% | MoM 0,0%
  PS: 1 | Active 100,0% | MoM 0,0%
• Junior
  RE: 154 | Active 67,8% | MoM -8,9%
  PS: 148 | Active 65,2% | MoM -9,2%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-29,7%, Gap -11
• Grapari Dompu: PS +44,4%, Gap 4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-34,9%, Gap -15
• Grapari Sumbawa: PS -55,6%, Gap -5
• Grapari Taliwang: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-145 (-13,1%), PS -93 (-10,6%)
• Sumbawa Barat: RE -62 (-19,7%), PS -27 (-12,9%)
• Sumbawa Timur: RE -20 (-3,9%), PS -23 (-5,6%)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-11 (-42,3%), PS -9 (-64,3%)
• Sumbawa Timur: RE -9 (-20,9%), PS -9 (-36,0%)
• Lombok: RE 2 (+3,6%), PS -3 (-7,3%)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(+12,5%), PS -6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(-60,0%),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Oct 2026 vs MTD-1 01–25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93.89% | MoM -0.50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-4.06 pp | Rp-1.02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93.12% | MoM -0.28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Rp23.46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Rp23.22 M | MoM +1.1%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Rp-440.7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91.64%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96.31%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97.18% / +1.25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97.54% / +5.72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+0.31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91.29%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92.36% / -0.07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89.47% / +1.05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89.91% / -1.34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89.82%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90.11% / -0.26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89.08% / -1.47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89.80% / +1.88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90.35% / 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91.65% / +0.38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88.12% / -2.87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89.70% / 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91.19% / -0.26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92.56% / -0.20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91.04% / -0.75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88.98% / 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94.74%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95.29% / -0.64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93.93%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94.07% / -0.42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87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95 | MoM -8.4%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+33.3%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65 / -9.7%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59 / -3.3%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30,040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15,491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78.4%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79.4%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72.4%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65.2%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63.0%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41.7%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