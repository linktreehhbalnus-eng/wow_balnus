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  <c:pt idx="21">
                  <c:v>60.0</c:v>
                </c:pt>
                <c:pt idx="22">
                  <c:v>39.0</c:v>
                </c:pt>
                <c:pt idx="23">
                  <c:v>45.0</c:v>
                </c:pt>
                <c:pt idx="24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  <c:pt idx="21">
                  <c:v>37.0</c:v>
                </c:pt>
                <c:pt idx="22">
                  <c:v>22.0</c:v>
                </c:pt>
                <c:pt idx="23">
                  <c:v>28.0</c:v>
                </c:pt>
                <c:pt idx="24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  <c:pt idx="21">
                  <c:v>12.0</c:v>
                </c:pt>
                <c:pt idx="22">
                  <c:v>5.0</c:v>
                </c:pt>
                <c:pt idx="23">
                  <c:v>8.0</c:v>
                </c:pt>
                <c:pt idx="24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  <c:pt idx="21">
                  <c:v>11.0</c:v>
                </c:pt>
                <c:pt idx="22">
                  <c:v>12.0</c:v>
                </c:pt>
                <c:pt idx="23">
                  <c:v>9.0</c:v>
                </c:pt>
                <c:pt idx="24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  <c:pt idx="21">
                  <c:v>59.0</c:v>
                </c:pt>
                <c:pt idx="22">
                  <c:v>37.0</c:v>
                </c:pt>
                <c:pt idx="23">
                  <c:v>36.0</c:v>
                </c:pt>
                <c:pt idx="24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  <c:pt idx="21">
                  <c:v>33.0</c:v>
                </c:pt>
                <c:pt idx="22">
                  <c:v>22.0</c:v>
                </c:pt>
                <c:pt idx="23">
                  <c:v>20.0</c:v>
                </c:pt>
                <c:pt idx="24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  <c:pt idx="21">
                  <c:v>11.0</c:v>
                </c:pt>
                <c:pt idx="22">
                  <c:v>6.0</c:v>
                </c:pt>
                <c:pt idx="23">
                  <c:v>5.0</c:v>
                </c:pt>
                <c:pt idx="24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15.0</c:v>
                </c:pt>
                <c:pt idx="22">
                  <c:v>9.0</c:v>
                </c:pt>
                <c:pt idx="23">
                  <c:v>11.0</c:v>
                </c:pt>
                <c:pt idx="24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195   Δ -18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188   Δ -17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193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4.537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148 / 227 (65,2%)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-9,2% | Turun 92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171 / 253 (67,6%)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-9,5% | Turun 112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84 / 129 (65,1%)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97 / 145 (66,9%)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 | Turun 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37 (62,2%)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40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61 (67,2%)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68 (70,6%)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1.346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 / 227 (17,6%)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+17,6% | Turun 92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253 (20,9%)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+6,0% | Turun 112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129 (18,6%)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145 (22,1%)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37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40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61 (16,4%)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68 (19,1%)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1.932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19.955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177 | MoM -9,2%
PS: 171 | MoM -9,0%
• Performer
  RE: 1 | Active 100,0% | MoM 0,0%
  PS: 1 | Active 100,0% | MoM 0,0%
• Junior
  RE: 154 | Active 67,8% | MoM -8,9%
  PS: 148 | Active 65,2% | MoM -9,2%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-18,8%
  PS: 13 | Active 81,2% | MoM -13,3%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-29,7%, Gap -11
• Grapari Dompu: PS +44,4%, Gap 4
• Grapari Lombok Timur: PS +100,0%, Gap 2
• Grapari Lombok Utara: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+300,0%, Gap 3
• Grapari Mataram: PS -34,9%, Gap -15
• Grapari Sumbawa: PS -55,6%, Gap -5
• Grapari Taliwang: PS +14,3%,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-145 (-13,1%), PS -93 (-10,6%)
• Sumbawa Barat: RE -62 (-19,7%), PS -27 (-12,9%)
• Sumbawa Timur: RE -20 (-3,9%), PS -23 (-5,6%)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Barat: RE -11 (-42,3%), PS -9 (-64,3%)
• Sumbawa Timur: RE -9 (-20,9%), PS -9 (-36,0%)
• Lombok: RE 2 (+3,6%), PS -3 (-7,3%)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2 (+12,5%), PS -6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(-60,0%),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IDH6810961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92.42%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92.62% | MoM -0.19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-5.03 pp | Rp-1.26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91.75%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91.71% | MoM +0.04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Rp23.22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Rp22.90 M | MoM +1.4%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92.42%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91.75%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Rp23.22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-5.03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93.46%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Rp12.84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Rp-547.6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91.51%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91.05%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Rp4.36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Rp-283.0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90.92%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90.19%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-6.53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Rp-432.2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95.52% / +1.32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96.45% / +0.93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97.54% / +6.72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92.80% / +0.05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90.46% / +0.33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91.87% / -0.01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88.37% / +1.74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88.43% / -0.93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89.06% / +0.65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89.50% / -0.05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88.00% / -1.57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88.99% / +2.96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88.79% / +0.27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90.42% / +0.80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86.54% / -3.11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87.70% / +1.46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89.61% / 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91.17% / -0.23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89.55% / -0.32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87.03% / +0.09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93.97% / -0.36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94.66% / -0.40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93.09% / -0.53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93.02% / -0.10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86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88 | MoM -2.3%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-17.6%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+33.3%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65 / -4.4%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59 / +1.7%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30,040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66.0%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15,491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76.5%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89.1%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78.4%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86.6%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79.4%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87.2%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72.4%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63.8%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75.3%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63.8%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65.2%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63.0%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52.5%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55.5%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48.0%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50.3%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46.3%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50.2%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41.7%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49.2%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49.5%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48.9%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42.8%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