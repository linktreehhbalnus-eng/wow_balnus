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  <c:pt idx="28">
                  <c:v>45.0</c:v>
                </c:pt>
                <c:pt idx="29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  <c:pt idx="28">
                  <c:v>24.0</c:v>
                </c:pt>
                <c:pt idx="29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  <c:pt idx="28">
                  <c:v>7.0</c:v>
                </c:pt>
                <c:pt idx="29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  <c:pt idx="28">
                  <c:v>14.0</c:v>
                </c:pt>
                <c:pt idx="29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49.0</c:v>
                </c:pt>
                <c:pt idx="28">
                  <c:v>48.0</c:v>
                </c:pt>
                <c:pt idx="29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32.0</c:v>
                </c:pt>
                <c:pt idx="28">
                  <c:v>27.0</c:v>
                </c:pt>
                <c:pt idx="29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4.0</c:v>
                </c:pt>
                <c:pt idx="28">
                  <c:v>6.0</c:v>
                </c:pt>
                <c:pt idx="29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13.0</c:v>
                </c:pt>
                <c:pt idx="28">
                  <c:v>15.0</c:v>
                </c:pt>
                <c:pt idx="2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240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191   Δ -17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4.998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151 / 212 (71,2%)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174 / 240 (72,5%)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127 (67,7%)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 / 145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36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39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49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56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1.626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+7,3%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127 (19,7%)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145 (23,4%)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 | Turun 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36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39 (25,6%)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49 (22,4%)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180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-11,0%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174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-7,0%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-48,0%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-34,0%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157 SF | Active 74,1%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-6,2%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151 SF | Active 71,2%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13 SF | Active 72,2%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-25,9%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13 SF | Active 72,2%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-23,1%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9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-9,6%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9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Bima: PS </a:t>
            </a:r>
            <a:r>
              <a:rPr sz="850" b="1">
                <a:solidFill>
                  <a:srgbClr val="D73527"/>
                </a:solidFill>
                <a:latin typeface="Arial"/>
              </a:rPr>
              <a:t>-30,4%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Dompu: PS +80,0%, Gap 8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Lombok Timur: PS +100,0%, Gap 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Maluk: PS +33,3%, Gap 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-28,9%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Sumbawa: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-5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Taliwang: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-33,3%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-11,8%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-64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-17,1%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-10,5%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-5,6%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-28,8%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-45,2%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-46,7%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-61,1%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-9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RAHMAN MAULANA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LAL5388342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HAMZAN WADI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HAM9341456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HAMZAN WADI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HAM9341456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95.98% | MoM -0.13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-1.60 pp | Rp-402.9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95.48%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Rp24.08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Rp23.73 M | MoM +1.5%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99.97%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98.29% / +1.78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95.84% / -2.64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94.26%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91.91% / -0.55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93.13% / -2.07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-0.02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92.41% / -0.35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93.14% / +1.85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94.23% / +0.28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92.69% / -0.94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93.76%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95.59% / +0.73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94.80% / +0.24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93.92% / 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96.87% / -0.25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96.30% / -0.27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96.68% / 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M-1 102 | MoM -6.9%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-19.0%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 / -4.5%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34,076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66.3%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51.2%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