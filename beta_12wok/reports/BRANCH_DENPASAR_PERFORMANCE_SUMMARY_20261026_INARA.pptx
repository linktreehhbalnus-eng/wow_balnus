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  <c:pt idx="20">
                  <c:v>48.0</c:v>
                </c:pt>
                <c:pt idx="21">
                  <c:v>49.0</c:v>
                </c:pt>
                <c:pt idx="22">
                  <c:v>40.0</c:v>
                </c:pt>
                <c:pt idx="23">
                  <c:v>43.0</c:v>
                </c:pt>
                <c:pt idx="24">
                  <c:v>48.0</c:v>
                </c:pt>
                <c:pt idx="25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  <c:pt idx="20">
                  <c:v>15.0</c:v>
                </c:pt>
                <c:pt idx="21">
                  <c:v>16.0</c:v>
                </c:pt>
                <c:pt idx="22">
                  <c:v>11.0</c:v>
                </c:pt>
                <c:pt idx="23">
                  <c:v>12.0</c:v>
                </c:pt>
                <c:pt idx="24">
                  <c:v>15.0</c:v>
                </c:pt>
                <c:pt idx="25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  <c:pt idx="20">
                  <c:v>23.0</c:v>
                </c:pt>
                <c:pt idx="21">
                  <c:v>25.0</c:v>
                </c:pt>
                <c:pt idx="22">
                  <c:v>23.0</c:v>
                </c:pt>
                <c:pt idx="23">
                  <c:v>19.0</c:v>
                </c:pt>
                <c:pt idx="24">
                  <c:v>20.0</c:v>
                </c:pt>
                <c:pt idx="25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  <c:pt idx="20">
                  <c:v>10.0</c:v>
                </c:pt>
                <c:pt idx="21">
                  <c:v>8.0</c:v>
                </c:pt>
                <c:pt idx="22">
                  <c:v>6.0</c:v>
                </c:pt>
                <c:pt idx="23">
                  <c:v>12.0</c:v>
                </c:pt>
                <c:pt idx="24">
                  <c:v>13.0</c:v>
                </c:pt>
                <c:pt idx="25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Sheet1!$F$2:$F$27</c:f>
              <c:numCache>
                <c:formatCode>General</c:formatCode>
                <c:ptCount val="26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  <c:pt idx="20">
                  <c:v>46.0</c:v>
                </c:pt>
                <c:pt idx="21">
                  <c:v>40.0</c:v>
                </c:pt>
                <c:pt idx="22">
                  <c:v>36.0</c:v>
                </c:pt>
                <c:pt idx="23">
                  <c:v>45.0</c:v>
                </c:pt>
                <c:pt idx="24">
                  <c:v>37.0</c:v>
                </c:pt>
                <c:pt idx="25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  <c:pt idx="20">
                  <c:v>18.0</c:v>
                </c:pt>
                <c:pt idx="21">
                  <c:v>10.0</c:v>
                </c:pt>
                <c:pt idx="22">
                  <c:v>12.0</c:v>
                </c:pt>
                <c:pt idx="23">
                  <c:v>12.0</c:v>
                </c:pt>
                <c:pt idx="24">
                  <c:v>12.0</c:v>
                </c:pt>
                <c:pt idx="25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  <c:pt idx="20">
                  <c:v>23.0</c:v>
                </c:pt>
                <c:pt idx="21">
                  <c:v>18.0</c:v>
                </c:pt>
                <c:pt idx="22">
                  <c:v>21.0</c:v>
                </c:pt>
                <c:pt idx="23">
                  <c:v>26.0</c:v>
                </c:pt>
                <c:pt idx="24">
                  <c:v>17.0</c:v>
                </c:pt>
                <c:pt idx="25">
                  <c:v>18.0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  <c:pt idx="20">
                  <c:v>6.0</c:v>
                </c:pt>
                <c:pt idx="21">
                  <c:v>12.0</c:v>
                </c:pt>
                <c:pt idx="22">
                  <c:v>3.0</c:v>
                </c:pt>
                <c:pt idx="23">
                  <c:v>7.0</c:v>
                </c:pt>
                <c:pt idx="24">
                  <c:v>8.0</c:v>
                </c:pt>
                <c:pt idx="25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Sheet1!$F$2:$F$27</c:f>
              <c:numCache>
                <c:formatCode>General</c:formatCode>
                <c:ptCount val="26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2.029,0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1.356,3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378  (+7,7%)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231   Δ -43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221   Δ -37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225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6.563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6.563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145 / 337 (43,0%)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-20,3% | Turun 110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184 / 378 (48,7%)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137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69 (55,1%)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81 (59,3%)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-12,7%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 / 164 (42,1%)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-25,8% | Turun 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90 / 185 (48,6%)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-21,1% | Turun 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104 (36,5%)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112 (41,1%)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1.868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1.046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-42,9% | Turun 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27 / 337 (8,0%)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-27,0% | Turun 110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 / 378 (13,2%)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-21,9% | Turun 137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69 (11,6%)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81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164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185 (14,6%)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104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112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7.261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3.283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668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188 | MoM -18,6%
PS: 184 | MoM -16,7%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150 | Active 44,5% | MoM -21,9%
  PS: 145 | Active 43,0% | MoM -20,3%
• Greenfield
  RE: 18 | Active 90,0% | MoM -5,3%
  PS: 19 | Active 95,0%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-50,0%, Gap -1
• Grapari Gatsu Tengah: PS -60,0%, Gap -3
• Grapari Jimbaran: PS -47,6%, Gap -10
• Grapari Kuta: PS +14,3%, Gap 1
• Grapari Negara: PS -60,0%,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-52,5%, Gap -21
• Grapari Singaraja: PS -40,0%, Gap -2
• Grapari Tabanan: PS -16,7%, Gap -1
• Grapari Ubud: PS -20,0%,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-255 (-29,4%), PS -260 (-34,1%)
• Bali Tengah: RE -228 (-15,3%), PS -194 (-15,6%)
• Bali Timur: RE -116 (-23,6%), PS -65 (-17,2%)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5 (+9,8%), PS -10 (-25,6%)
• Bali Tengah: RE -17 (-10,3%), PS -9 (-7,8%)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-14 (-26,4%), PS -4 (-12,5%)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-3 (-50,0%), PS -3 (-60,0%)
• Bali Timur: RE -1 (-16,7%), PS -2 (-40,0%)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544,2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UBAYDILLAH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UBA2289072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Naufal Mascaty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NAU5578143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UBAYDILLAH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UBA2289072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Suriantini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NIK5337350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PUTU GEDE HARYA PRADNYA MAHA ARSA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PUT6943727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IBN5054765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putra setia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ADI3356661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MADE RIKA ERVANI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NIM2699062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ALYA BAYU KRISNINDIA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ALY8300198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Kevin Marzheel Eberhartd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KEV8660786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10/26/2026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95.72%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95.83% | MoM -0.11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-1.86 pp | Rp-1.04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95.15% | MoM +0.06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Rp53.83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Rp53.74 M | MoM +0.2%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95.72%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95.21%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Rp53.83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Rp-1.04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94.28%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Rp-302.8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Rp30.29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Rp-550.9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96.17%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Rp13.00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Rp-190.5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96.60% / -2.01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95.53% / -2.75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96.74% / -1.62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97.79% / -2.21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91.57% / -0.59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91.70% / +2.06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90.40% / -1.34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95.22% / -1.51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87.67% / -0.21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87.76% / -0.14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86.79% / -0.31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90.34% / 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91.90% / -0.16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90.96% / -0.30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91.91% / +0.04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92.87% / -0.60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93.63% / 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92.57% / -0.54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93.61% / +0.19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94.80% / -0.50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96.98% / -0.06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96.34% / -0.11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97.25% / -0.07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96.85% / -0.02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M-1 502 | MoM -0.8%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514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77 / +1.3%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48 / -15.8%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 / +171.4%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410 / -3.5%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61 / -9.0%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271 / +2.7%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78 / -17.0%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27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57,296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71.0%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23,415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89.3%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79.7%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96.1%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93.7%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89.7%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87.3%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84.4%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78.7%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97.3%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92.2%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79.3%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78.0%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98.2%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96.6%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93.7%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88.8%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85.8%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86.5%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71.9%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64.8%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75.3%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71.9%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65.3%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81.6%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82.1%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79.5%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76.1%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61.3%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58.4%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58.2%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63.7%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57.9%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75.6%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75.3%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74.4%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54.9%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57.9%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53.3%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52.0%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61.3%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58.5%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52.7%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66.3%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