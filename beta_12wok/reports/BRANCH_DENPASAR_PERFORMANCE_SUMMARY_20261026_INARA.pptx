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  <c:pt idx="25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  <c:pt idx="25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  <c:pt idx="25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  <c:pt idx="25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  <c:pt idx="25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  <c:pt idx="2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  <c:pt idx="25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  <c:pt idx="25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2.029,0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231   Δ -43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221   Δ -37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6.563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6.563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145 / 337 (43,0%)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-20,3% | Turun 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184 / 378 (48,7%)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137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81 (59,3%)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 / 164 (42,1%)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 / 185 (48,6%)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104 (36,5%)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112 (41,1%)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1.868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1.046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 / 337 (8,0%)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-27,0% | Turun 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378 (13,2%)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-21,9% | Turun 137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69 (11,6%)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81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164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185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104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112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188 | MoM -18,6%
PS: 184 | MoM -16,7%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150 | Active 44,5% | MoM -21,9%
  PS: 145 | Active 43,0% | MoM -20,3%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-50,0%, Gap -1
• Grapari Gatsu Tengah: PS -60,0%, Gap -3
• Grapari Jimbaran: PS -47,6%, Gap -10
• Grapari Kuta: PS +14,3%, Gap 1
• Grapari Negara: PS -60,0%,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-52,5%, Gap -21
• Grapari Singaraja: PS -40,0%, Gap -2
• Grapari Tabanan: PS -16,7%, Gap -1
• Grapari Ubud: PS -20,0%,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-255 (-29,4%), PS -260 (-34,1%)
• Bali Tengah: RE -228 (-15,3%), PS -194 (-15,6%)
• Bali Timur: RE -116 (-23,6%), PS -65 (-17,2%)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5 (+9,8%), PS -10 (-25,6%)
• Bali Tengah: RE -17 (-10,3%), PS -9 (-7,8%)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-14 (-26,4%), PS -4 (-12,5%)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(-50,0%), PS -3 (-60,0%)
• Bali Timur: RE -1 (-16,7%), PS -2 (-40,0%)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UBAYDILLAH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UBA2289072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UBAYDILLAH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UBA2289072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PUTU GEDE HARYA PRADNYA MAHA ARSA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PUT6943727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ALYA BAYU KRISNINDIA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ALY8300198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Kevin Marzheel Eberhartd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KEV8660786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95.43%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95.58% | MoM -0.14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-2.15 pp | Rp-1.21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94.89%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94.88% | MoM +0.01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Rp53.67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Rp53.59 M | MoM +0.1%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Rp53.67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Rp-342.5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Rp-636.3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Rp12.96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Rp-227.6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96.16% / -2.10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95.10% / -2.80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96.19% / -1.71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97.69% / -2.31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90.92% / -0.40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90.79% / +2.13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-1.09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94.65% / -1.31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87.02% / -0.53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86.22% / -0.12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91.49% / -0.21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90.67%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91.41%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92.60% / -0.49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93.06%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91.83% / -0.90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93.12% / +0.05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94.22% / -0.53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96.78%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96.11%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97.06% / -0.07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96.63% / 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496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M-1 490 | MoM +1.2%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76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-9.1%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 / -16.1%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 / +171.4%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409 / -1.4%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61 / 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270 / +5.5%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78 / -15.2%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55,003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25,708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73.7%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83.1%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62.6%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73.7%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64.4%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