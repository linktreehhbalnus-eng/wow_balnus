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1.107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 / 129 (42,6%)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 / 143 (47,6%)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45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50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143 (5,6%)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50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71 | MoM -12,3%
PS: 68 | MoM -5,6%
• Junior
  RE: 58 | Active 45,0% | MoM -13,4%
  PS: 55 | Active 42,6% | MoM -5,2%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+28,6%, Gap 4
• Grapari Kalabahi: PS +25,0%, Gap 2
• Grapari Labuan Bajo: PS -28,6%,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-27 (-29,3%), PS -13 (-20,0%)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(-33,3%), PS -4 (-66,7%)
• Flores Timur: RE -4 (-57,1%),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-2 (-100,0%)
• Ende Sikka: RE 2 (+100,0%), PS -1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LAU1820563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