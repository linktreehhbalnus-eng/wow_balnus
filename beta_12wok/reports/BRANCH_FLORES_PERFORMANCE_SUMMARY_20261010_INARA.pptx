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28.0</c:v>
                </c:pt>
                <c:pt idx="5">
                  <c:v>26.0</c:v>
                </c:pt>
                <c:pt idx="6">
                  <c:v>30.0</c:v>
                </c:pt>
                <c:pt idx="7">
                  <c:v>30.0</c:v>
                </c:pt>
                <c:pt idx="8">
                  <c:v>20.0</c:v>
                </c:pt>
                <c:pt idx="9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4.0</c:v>
                </c:pt>
                <c:pt idx="6">
                  <c:v>2.0</c:v>
                </c:pt>
                <c:pt idx="7">
                  <c:v>4.0</c:v>
                </c:pt>
                <c:pt idx="8">
                  <c:v>1.0</c:v>
                </c:pt>
                <c:pt idx="9">
                  <c:v>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15.0</c:v>
                </c:pt>
                <c:pt idx="5">
                  <c:v>12.0</c:v>
                </c:pt>
                <c:pt idx="6">
                  <c:v>14.0</c:v>
                </c:pt>
                <c:pt idx="7">
                  <c:v>13.0</c:v>
                </c:pt>
                <c:pt idx="8">
                  <c:v>10.0</c:v>
                </c:pt>
                <c:pt idx="9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  <c:pt idx="5">
                  <c:v>26.0</c:v>
                </c:pt>
                <c:pt idx="6">
                  <c:v>24.0</c:v>
                </c:pt>
                <c:pt idx="7">
                  <c:v>27.0</c:v>
                </c:pt>
                <c:pt idx="8">
                  <c:v>34.0</c:v>
                </c:pt>
                <c:pt idx="9">
                  <c:v>16.0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4.0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-10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-5,6%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72   Δ -4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39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1.107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55 / 129 (42,6%)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-6,8%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68 / 143 (47,6%)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-6,8%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45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 / 50 (46,0%)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21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-30,8%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23 (43,5%)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 / 63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70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+9,4%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13 (15,4%)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129 (4,7%)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143 (5,6%)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+100,0%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45 (8,9%)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50 (8,0%)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21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23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70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71 | MoM -12,3%
PS: 68 | MoM -5,6%
• Junior
  RE: 58 | Active 45,0% | MoM -13,4%
  PS: 55 | Active 42,6% | MoM -5,2%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+300,0%, Gap 3
• Grapari Ende: PS +28,6%, Gap 4
• Grapari Kalabahi: PS +25,0%, Gap 2
• Grapari Labuan Bajo: PS -28,6%,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+66,7%, Gap 4
• Grapari Ruteng: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-27 (-29,3%), PS -13 (-20,0%)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-4 (-33,3%), PS -4 (-66,7%)
• Flores Timur: RE -4 (-57,1%), PS -1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0 (0,0%), PS -2 (-100,0%)
• Ende Sikka: RE 2 (+100,0%), PS -1 (-100,0%)
• Manggarai: RE -4 (-80,0%),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FER4126457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SPOWO44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RADJO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YOH3951876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01–10 Oct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Laurensia Golang keraf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LAU1820563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 | MoM -50.0%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