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2.953,0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3.755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164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185 (44,9%)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82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162 | MoM -14,7%
PS: 160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127 | Active 41,5% | MoM -17,0%
  PS: 124 | Active 40,5% | MoM -9,5%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-9,1%, Gap -1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-33,3%, Gap -5
• Grapari Singaraja: PS -50,0%,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Bali Timur: RE -67 (-23,6%), PS -32 (-15,2%)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(+3,4%), PS -8 (-36,4%)
• Bali Tengah: RE -3 (-3,4%), PS -4 (-6,2%)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40.22%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40.18% | MoM +0.03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-57.36 pp | Rp-32.26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40.04%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39.98% | MoM +0.06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Rp22.61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Rp22.53 M | MoM +0.4%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43.86% / -10.45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61.20% / -1.15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62.98% / 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-1.22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40.93% / -2.23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42.84% / -2.58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30.12% / -2.45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35.33% / -0.12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34.38% / -2.59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32.51%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36.04% / +0.94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34.37% / +0.87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31.00%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34.74% / -0.22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30.72%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38.19% / -0.11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45.20% / +0.38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37.98%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M-1 271 | MoM -4.1%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-40.4%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