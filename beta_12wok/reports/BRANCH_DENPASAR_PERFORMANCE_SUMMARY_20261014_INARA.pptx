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2.953,0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1.975,3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1.587,4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190   Δ -28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174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172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3.755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124 / 306 (40,5%)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160 / 347 (46,1%)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-8,0% | Turun 113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68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80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 / 164 (37,8%)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 / 185 (44,9%)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74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82 (45,1%)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1.069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347 (8,9%)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-18,4% | Turun 113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164 (3,0%)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185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74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82 (8,5%)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162 | MoM -14,7%
PS: 160 | MoM -8,0%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127 | Active 41,5% | MoM -17,0%
  PS: 124 | Active 40,5% | MoM -9,5%
• Greenfield
  RE: 15 | Active 75,0% | MoM -11,8%
  PS: 16 | Active 80,0% | MoM -5,9%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-9,1%, Gap -1
• Grapari Kuta: PS -16,7%, Gap -1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-33,3%, Gap -5
• Grapari Singaraja: PS -50,0%, Gap -2
• Grapari Tabanan: PS -80,0%, Gap -4
• Grapari Ubud: PS -57,1%, Gap 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-172 (-34,7%), PS -174 (-39,3%)
• Bali Tengah: RE -118 (-13,9%), PS -99 (-13,8%)
• Bali Timur: RE -67 (-23,6%), PS -32 (-15,2%)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(+3,4%), PS -8 (-36,4%)
• Bali Tengah: RE -3 (-3,4%), PS -4 (-6,2%)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(-33,3%), PS -3 (-100,0%)
• Bali Tengah: RE -1 (-25,0%), PS -2 (-50,0%)
• Bali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40.22%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40.18% | MoM +0.03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-57.36 pp | Rp-32.26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40.04%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39.98% | MoM +0.06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Rp22.61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Rp22.53 M | MoM +0.4%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621792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554480"/>
          <a:ext cx="1154886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40.22%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40.04%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Rp22.61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Rp-32.26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35.17%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Rp4.03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-61.28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Rp-6.81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-54.65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36.47%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-60.50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315968"/>
          <a:ext cx="1154886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56.86% / -3.82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43.86% / -10.45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61.20% / -1.15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62.98% / -1.14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39.77% / -2.12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34.51% / -1.22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40.93% / -2.23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42.84% / -2.58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33.95% / -1.14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30.12% / -2.45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35.33% / -0.12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34.38% / -2.59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34.93% / +0.91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32.51% / +0.86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36.04% / +0.94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34.37% / +0.87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32.96% / -0.37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31.00% / -0.22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34.74% / -0.22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30.72% / -0.95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42.07% / +0.21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38.19% / -0.11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45.20% / +0.38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37.98% / 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M-1 271 | MoM -4.1%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481328"/>
          <a:ext cx="11548871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1455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14553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14553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1455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3101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621024"/>
          <a:ext cx="1154887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-7.5%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-40.4%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