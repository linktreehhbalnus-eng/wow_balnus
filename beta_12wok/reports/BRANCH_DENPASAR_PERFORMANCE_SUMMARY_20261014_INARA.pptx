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2.953,0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164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185 (44,9%)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82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162 | MoM -14,7%
PS: 160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127 | Active 41,5% | MoM -17,0%
  PS: 124 | Active 40,5% | MoM -9,5%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-9,1%, Gap -1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-33,3%, Gap -5
• Grapari Singaraja: PS -50,0%,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Bali Timur: RE -67 (-23,6%), PS -32 (-15,2%)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(+3,4%), PS -8 (-36,4%)
• Bali Tengah: RE -3 (-3,4%), PS -4 (-6,2%)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