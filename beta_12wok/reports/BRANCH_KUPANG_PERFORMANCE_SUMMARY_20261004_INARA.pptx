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1.882,3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-38,9%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72   Δ -28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-41,4%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-29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39   Δ -39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674   Δ -674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 / 143 (24,5%)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-45,3%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 / 156 (26,3%)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-42,3%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44 | MoM -38,9%
PS: 41 | MoM -41,4%
• Junior
  RE: 37 | Active 25,9% | MoM -43,1%
  PS: 35 | Active 24,5% | MoM -44,4%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3 | Active 33,3% | MoM 0,0%
  PS: 2 | Active 22,2% | MoM -33,3%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0,0%, Gap 0
• Grapari Kefamenanu: PS +100,0%, Gap 1
• Grapari Kupang: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N/A, Gap 1
• Grapari Waingapu: PS -50,0%,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-10 (-17,5%), PS -21 (-36,2%)
• Malaka Timtim Belu: RE -33 (-60,0%), PS -19 (-45,2%)
• Sumba: RE -21 (-52,5%), PS -15 (-44,1%)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FAN5086386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FAN5086386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PAU3512746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PAU3512746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Oct 2026 vs MTD-1 01–04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SPEIA79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SPEIA79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SPFEE84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SPFEE84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