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21.0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  <c:pt idx="4">
                  <c:v>33.0</c:v>
                </c:pt>
                <c:pt idx="5">
                  <c:v>37.0</c:v>
                </c:pt>
                <c:pt idx="6">
                  <c:v>35.0</c:v>
                </c:pt>
                <c:pt idx="7">
                  <c:v>32.0</c:v>
                </c:pt>
                <c:pt idx="8">
                  <c:v>27.0</c:v>
                </c:pt>
                <c:pt idx="9">
                  <c:v>22.0</c:v>
                </c:pt>
                <c:pt idx="10">
                  <c:v>13.0</c:v>
                </c:pt>
                <c:pt idx="11">
                  <c:v>23.0</c:v>
                </c:pt>
                <c:pt idx="12">
                  <c:v>30.0</c:v>
                </c:pt>
                <c:pt idx="13">
                  <c:v>31.0</c:v>
                </c:pt>
                <c:pt idx="14">
                  <c:v>33.0</c:v>
                </c:pt>
                <c:pt idx="15">
                  <c:v>30.0</c:v>
                </c:pt>
                <c:pt idx="16">
                  <c:v>26.0</c:v>
                </c:pt>
                <c:pt idx="17">
                  <c:v>11.0</c:v>
                </c:pt>
                <c:pt idx="18">
                  <c:v>39.0</c:v>
                </c:pt>
                <c:pt idx="19">
                  <c:v>34.0</c:v>
                </c:pt>
                <c:pt idx="20">
                  <c:v>29.0</c:v>
                </c:pt>
                <c:pt idx="21">
                  <c:v>35.0</c:v>
                </c:pt>
                <c:pt idx="22">
                  <c:v>26.0</c:v>
                </c:pt>
                <c:pt idx="23">
                  <c:v>22.0</c:v>
                </c:pt>
                <c:pt idx="24">
                  <c:v>12.0</c:v>
                </c:pt>
                <c:pt idx="25">
                  <c:v>28.0</c:v>
                </c:pt>
                <c:pt idx="26">
                  <c:v>25.0</c:v>
                </c:pt>
                <c:pt idx="27">
                  <c:v>28.0</c:v>
                </c:pt>
                <c:pt idx="28">
                  <c:v>23.0</c:v>
                </c:pt>
                <c:pt idx="29">
                  <c:v>15.0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10.0</c:v>
                </c:pt>
                <c:pt idx="1">
                  <c:v>11.0</c:v>
                </c:pt>
                <c:pt idx="2">
                  <c:v>9.0</c:v>
                </c:pt>
                <c:pt idx="3">
                  <c:v>4.0</c:v>
                </c:pt>
                <c:pt idx="4">
                  <c:v>14.0</c:v>
                </c:pt>
                <c:pt idx="5">
                  <c:v>18.0</c:v>
                </c:pt>
                <c:pt idx="6">
                  <c:v>19.0</c:v>
                </c:pt>
                <c:pt idx="7">
                  <c:v>16.0</c:v>
                </c:pt>
                <c:pt idx="8">
                  <c:v>11.0</c:v>
                </c:pt>
                <c:pt idx="9">
                  <c:v>11.0</c:v>
                </c:pt>
                <c:pt idx="10">
                  <c:v>5.0</c:v>
                </c:pt>
                <c:pt idx="11">
                  <c:v>12.0</c:v>
                </c:pt>
                <c:pt idx="12">
                  <c:v>10.0</c:v>
                </c:pt>
                <c:pt idx="13">
                  <c:v>9.0</c:v>
                </c:pt>
                <c:pt idx="14">
                  <c:v>13.0</c:v>
                </c:pt>
                <c:pt idx="15">
                  <c:v>13.0</c:v>
                </c:pt>
                <c:pt idx="16">
                  <c:v>14.0</c:v>
                </c:pt>
                <c:pt idx="17">
                  <c:v>4.0</c:v>
                </c:pt>
                <c:pt idx="18">
                  <c:v>20.0</c:v>
                </c:pt>
                <c:pt idx="19">
                  <c:v>11.0</c:v>
                </c:pt>
                <c:pt idx="20">
                  <c:v>17.0</c:v>
                </c:pt>
                <c:pt idx="21">
                  <c:v>16.0</c:v>
                </c:pt>
                <c:pt idx="22">
                  <c:v>9.0</c:v>
                </c:pt>
                <c:pt idx="23">
                  <c:v>14.0</c:v>
                </c:pt>
                <c:pt idx="24">
                  <c:v>6.0</c:v>
                </c:pt>
                <c:pt idx="25">
                  <c:v>17.0</c:v>
                </c:pt>
                <c:pt idx="26">
                  <c:v>10.0</c:v>
                </c:pt>
                <c:pt idx="27">
                  <c:v>10.0</c:v>
                </c:pt>
                <c:pt idx="28">
                  <c:v>7.0</c:v>
                </c:pt>
                <c:pt idx="29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6.0</c:v>
                </c:pt>
                <c:pt idx="1">
                  <c:v>7.0</c:v>
                </c:pt>
                <c:pt idx="2">
                  <c:v>3.0</c:v>
                </c:pt>
                <c:pt idx="3">
                  <c:v>5.0</c:v>
                </c:pt>
                <c:pt idx="4">
                  <c:v>13.0</c:v>
                </c:pt>
                <c:pt idx="5">
                  <c:v>11.0</c:v>
                </c:pt>
                <c:pt idx="6">
                  <c:v>10.0</c:v>
                </c:pt>
                <c:pt idx="7">
                  <c:v>10.0</c:v>
                </c:pt>
                <c:pt idx="8">
                  <c:v>10.0</c:v>
                </c:pt>
                <c:pt idx="9">
                  <c:v>6.0</c:v>
                </c:pt>
                <c:pt idx="10">
                  <c:v>4.0</c:v>
                </c:pt>
                <c:pt idx="11">
                  <c:v>5.0</c:v>
                </c:pt>
                <c:pt idx="12">
                  <c:v>14.0</c:v>
                </c:pt>
                <c:pt idx="13">
                  <c:v>14.0</c:v>
                </c:pt>
                <c:pt idx="14">
                  <c:v>14.0</c:v>
                </c:pt>
                <c:pt idx="15">
                  <c:v>11.0</c:v>
                </c:pt>
                <c:pt idx="16">
                  <c:v>7.0</c:v>
                </c:pt>
                <c:pt idx="17">
                  <c:v>4.0</c:v>
                </c:pt>
                <c:pt idx="18">
                  <c:v>13.0</c:v>
                </c:pt>
                <c:pt idx="19">
                  <c:v>13.0</c:v>
                </c:pt>
                <c:pt idx="20">
                  <c:v>10.0</c:v>
                </c:pt>
                <c:pt idx="21">
                  <c:v>13.0</c:v>
                </c:pt>
                <c:pt idx="22">
                  <c:v>15.0</c:v>
                </c:pt>
                <c:pt idx="23">
                  <c:v>6.0</c:v>
                </c:pt>
                <c:pt idx="24">
                  <c:v>4.0</c:v>
                </c:pt>
                <c:pt idx="25">
                  <c:v>8.0</c:v>
                </c:pt>
                <c:pt idx="26">
                  <c:v>10.0</c:v>
                </c:pt>
                <c:pt idx="27">
                  <c:v>14.0</c:v>
                </c:pt>
                <c:pt idx="28">
                  <c:v>11.0</c:v>
                </c:pt>
                <c:pt idx="29">
                  <c:v>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Sheet1!$E$2:$E$31</c:f>
              <c:numCache>
                <c:formatCode>General</c:formatCode>
                <c:ptCount val="30"/>
                <c:pt idx="0">
                  <c:v>5.0</c:v>
                </c:pt>
                <c:pt idx="1">
                  <c:v>4.0</c:v>
                </c:pt>
                <c:pt idx="2">
                  <c:v>4.0</c:v>
                </c:pt>
                <c:pt idx="3">
                  <c:v>2.0</c:v>
                </c:pt>
                <c:pt idx="4">
                  <c:v>6.0</c:v>
                </c:pt>
                <c:pt idx="5">
                  <c:v>8.0</c:v>
                </c:pt>
                <c:pt idx="6">
                  <c:v>6.0</c:v>
                </c:pt>
                <c:pt idx="7">
                  <c:v>6.0</c:v>
                </c:pt>
                <c:pt idx="8">
                  <c:v>6.0</c:v>
                </c:pt>
                <c:pt idx="9">
                  <c:v>5.0</c:v>
                </c:pt>
                <c:pt idx="10">
                  <c:v>4.0</c:v>
                </c:pt>
                <c:pt idx="11">
                  <c:v>6.0</c:v>
                </c:pt>
                <c:pt idx="12">
                  <c:v>6.0</c:v>
                </c:pt>
                <c:pt idx="13">
                  <c:v>8.0</c:v>
                </c:pt>
                <c:pt idx="14">
                  <c:v>6.0</c:v>
                </c:pt>
                <c:pt idx="15">
                  <c:v>6.0</c:v>
                </c:pt>
                <c:pt idx="16">
                  <c:v>5.0</c:v>
                </c:pt>
                <c:pt idx="17">
                  <c:v>3.0</c:v>
                </c:pt>
                <c:pt idx="18">
                  <c:v>6.0</c:v>
                </c:pt>
                <c:pt idx="19">
                  <c:v>10.0</c:v>
                </c:pt>
                <c:pt idx="20">
                  <c:v>2.0</c:v>
                </c:pt>
                <c:pt idx="21">
                  <c:v>6.0</c:v>
                </c:pt>
                <c:pt idx="22">
                  <c:v>2.0</c:v>
                </c:pt>
                <c:pt idx="23">
                  <c:v>2.0</c:v>
                </c:pt>
                <c:pt idx="24">
                  <c:v>2.0</c:v>
                </c:pt>
                <c:pt idx="25">
                  <c:v>3.0</c:v>
                </c:pt>
                <c:pt idx="26">
                  <c:v>5.0</c:v>
                </c:pt>
                <c:pt idx="27">
                  <c:v>4.0</c:v>
                </c:pt>
                <c:pt idx="28">
                  <c:v>5.0</c:v>
                </c:pt>
                <c:pt idx="29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18.0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  <c:pt idx="4">
                  <c:v>22.0</c:v>
                </c:pt>
                <c:pt idx="5">
                  <c:v>25.0</c:v>
                </c:pt>
                <c:pt idx="6">
                  <c:v>25.0</c:v>
                </c:pt>
                <c:pt idx="7">
                  <c:v>25.0</c:v>
                </c:pt>
                <c:pt idx="8">
                  <c:v>24.0</c:v>
                </c:pt>
                <c:pt idx="9">
                  <c:v>21.0</c:v>
                </c:pt>
                <c:pt idx="10">
                  <c:v>9.0</c:v>
                </c:pt>
                <c:pt idx="11">
                  <c:v>25.0</c:v>
                </c:pt>
                <c:pt idx="12">
                  <c:v>25.0</c:v>
                </c:pt>
                <c:pt idx="13">
                  <c:v>23.0</c:v>
                </c:pt>
                <c:pt idx="14">
                  <c:v>31.0</c:v>
                </c:pt>
                <c:pt idx="15">
                  <c:v>22.0</c:v>
                </c:pt>
                <c:pt idx="16">
                  <c:v>19.0</c:v>
                </c:pt>
                <c:pt idx="17">
                  <c:v>13.0</c:v>
                </c:pt>
                <c:pt idx="18">
                  <c:v>29.0</c:v>
                </c:pt>
                <c:pt idx="19">
                  <c:v>34.0</c:v>
                </c:pt>
                <c:pt idx="20">
                  <c:v>28.0</c:v>
                </c:pt>
                <c:pt idx="21">
                  <c:v>25.0</c:v>
                </c:pt>
                <c:pt idx="22">
                  <c:v>29.0</c:v>
                </c:pt>
                <c:pt idx="23">
                  <c:v>21.0</c:v>
                </c:pt>
                <c:pt idx="24">
                  <c:v>12.0</c:v>
                </c:pt>
                <c:pt idx="25">
                  <c:v>25.0</c:v>
                </c:pt>
                <c:pt idx="26">
                  <c:v>20.0</c:v>
                </c:pt>
                <c:pt idx="27">
                  <c:v>26.0</c:v>
                </c:pt>
                <c:pt idx="28">
                  <c:v>18.0</c:v>
                </c:pt>
                <c:pt idx="29">
                  <c:v>22.0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7.0</c:v>
                </c:pt>
                <c:pt idx="1">
                  <c:v>7.0</c:v>
                </c:pt>
                <c:pt idx="2">
                  <c:v>7.0</c:v>
                </c:pt>
                <c:pt idx="3">
                  <c:v>7.0</c:v>
                </c:pt>
                <c:pt idx="4">
                  <c:v>12.0</c:v>
                </c:pt>
                <c:pt idx="5">
                  <c:v>11.0</c:v>
                </c:pt>
                <c:pt idx="6">
                  <c:v>17.0</c:v>
                </c:pt>
                <c:pt idx="7">
                  <c:v>13.0</c:v>
                </c:pt>
                <c:pt idx="8">
                  <c:v>11.0</c:v>
                </c:pt>
                <c:pt idx="9">
                  <c:v>9.0</c:v>
                </c:pt>
                <c:pt idx="10">
                  <c:v>6.0</c:v>
                </c:pt>
                <c:pt idx="11">
                  <c:v>11.0</c:v>
                </c:pt>
                <c:pt idx="12">
                  <c:v>9.0</c:v>
                </c:pt>
                <c:pt idx="13">
                  <c:v>12.0</c:v>
                </c:pt>
                <c:pt idx="14">
                  <c:v>10.0</c:v>
                </c:pt>
                <c:pt idx="15">
                  <c:v>7.0</c:v>
                </c:pt>
                <c:pt idx="16">
                  <c:v>11.0</c:v>
                </c:pt>
                <c:pt idx="17">
                  <c:v>6.0</c:v>
                </c:pt>
                <c:pt idx="18">
                  <c:v>15.0</c:v>
                </c:pt>
                <c:pt idx="19">
                  <c:v>12.0</c:v>
                </c:pt>
                <c:pt idx="20">
                  <c:v>17.0</c:v>
                </c:pt>
                <c:pt idx="21">
                  <c:v>10.0</c:v>
                </c:pt>
                <c:pt idx="22">
                  <c:v>12.0</c:v>
                </c:pt>
                <c:pt idx="23">
                  <c:v>9.0</c:v>
                </c:pt>
                <c:pt idx="24">
                  <c:v>7.0</c:v>
                </c:pt>
                <c:pt idx="25">
                  <c:v>11.0</c:v>
                </c:pt>
                <c:pt idx="26">
                  <c:v>10.0</c:v>
                </c:pt>
                <c:pt idx="27">
                  <c:v>10.0</c:v>
                </c:pt>
                <c:pt idx="28">
                  <c:v>6.0</c:v>
                </c:pt>
                <c:pt idx="29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6.0</c:v>
                </c:pt>
                <c:pt idx="1">
                  <c:v>6.0</c:v>
                </c:pt>
                <c:pt idx="2">
                  <c:v>4.0</c:v>
                </c:pt>
                <c:pt idx="3">
                  <c:v>6.0</c:v>
                </c:pt>
                <c:pt idx="4">
                  <c:v>6.0</c:v>
                </c:pt>
                <c:pt idx="5">
                  <c:v>9.0</c:v>
                </c:pt>
                <c:pt idx="6">
                  <c:v>6.0</c:v>
                </c:pt>
                <c:pt idx="7">
                  <c:v>8.0</c:v>
                </c:pt>
                <c:pt idx="8">
                  <c:v>7.0</c:v>
                </c:pt>
                <c:pt idx="9">
                  <c:v>7.0</c:v>
                </c:pt>
                <c:pt idx="10">
                  <c:v>2.0</c:v>
                </c:pt>
                <c:pt idx="11">
                  <c:v>5.0</c:v>
                </c:pt>
                <c:pt idx="12">
                  <c:v>11.0</c:v>
                </c:pt>
                <c:pt idx="13">
                  <c:v>5.0</c:v>
                </c:pt>
                <c:pt idx="14">
                  <c:v>13.0</c:v>
                </c:pt>
                <c:pt idx="15">
                  <c:v>11.0</c:v>
                </c:pt>
                <c:pt idx="16">
                  <c:v>2.0</c:v>
                </c:pt>
                <c:pt idx="17">
                  <c:v>4.0</c:v>
                </c:pt>
                <c:pt idx="18">
                  <c:v>9.0</c:v>
                </c:pt>
                <c:pt idx="19">
                  <c:v>13.0</c:v>
                </c:pt>
                <c:pt idx="20">
                  <c:v>7.0</c:v>
                </c:pt>
                <c:pt idx="21">
                  <c:v>11.0</c:v>
                </c:pt>
                <c:pt idx="22">
                  <c:v>13.0</c:v>
                </c:pt>
                <c:pt idx="23">
                  <c:v>9.0</c:v>
                </c:pt>
                <c:pt idx="24">
                  <c:v>1.0</c:v>
                </c:pt>
                <c:pt idx="25">
                  <c:v>11.0</c:v>
                </c:pt>
                <c:pt idx="26">
                  <c:v>6.0</c:v>
                </c:pt>
                <c:pt idx="27">
                  <c:v>11.0</c:v>
                </c:pt>
                <c:pt idx="28">
                  <c:v>10.0</c:v>
                </c:pt>
                <c:pt idx="29">
                  <c:v>10.0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Sheet1!$E$2:$E$31</c:f>
              <c:numCache>
                <c:formatCode>General</c:formatCode>
                <c:ptCount val="30"/>
                <c:pt idx="0">
                  <c:v>5.0</c:v>
                </c:pt>
                <c:pt idx="1">
                  <c:v>3.0</c:v>
                </c:pt>
                <c:pt idx="2">
                  <c:v>6.0</c:v>
                </c:pt>
                <c:pt idx="3">
                  <c:v>1.0</c:v>
                </c:pt>
                <c:pt idx="4">
                  <c:v>4.0</c:v>
                </c:pt>
                <c:pt idx="5">
                  <c:v>5.0</c:v>
                </c:pt>
                <c:pt idx="6">
                  <c:v>2.0</c:v>
                </c:pt>
                <c:pt idx="7">
                  <c:v>4.0</c:v>
                </c:pt>
                <c:pt idx="8">
                  <c:v>6.0</c:v>
                </c:pt>
                <c:pt idx="9">
                  <c:v>5.0</c:v>
                </c:pt>
                <c:pt idx="10">
                  <c:v>1.0</c:v>
                </c:pt>
                <c:pt idx="11">
                  <c:v>9.0</c:v>
                </c:pt>
                <c:pt idx="12">
                  <c:v>5.0</c:v>
                </c:pt>
                <c:pt idx="13">
                  <c:v>6.0</c:v>
                </c:pt>
                <c:pt idx="14">
                  <c:v>8.0</c:v>
                </c:pt>
                <c:pt idx="15">
                  <c:v>4.0</c:v>
                </c:pt>
                <c:pt idx="16">
                  <c:v>6.0</c:v>
                </c:pt>
                <c:pt idx="17">
                  <c:v>3.0</c:v>
                </c:pt>
                <c:pt idx="18">
                  <c:v>5.0</c:v>
                </c:pt>
                <c:pt idx="19">
                  <c:v>9.0</c:v>
                </c:pt>
                <c:pt idx="20">
                  <c:v>4.0</c:v>
                </c:pt>
                <c:pt idx="21">
                  <c:v>4.0</c:v>
                </c:pt>
                <c:pt idx="22">
                  <c:v>4.0</c:v>
                </c:pt>
                <c:pt idx="23">
                  <c:v>3.0</c:v>
                </c:pt>
                <c:pt idx="24">
                  <c:v>4.0</c:v>
                </c:pt>
                <c:pt idx="25">
                  <c:v>3.0</c:v>
                </c:pt>
                <c:pt idx="26">
                  <c:v>4.0</c:v>
                </c:pt>
                <c:pt idx="27">
                  <c:v>5.0</c:v>
                </c:pt>
                <c:pt idx="28">
                  <c:v>2.0</c:v>
                </c:pt>
                <c:pt idx="29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1.511,8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 Daya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152 → 164  (+7,9%)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+10,2%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118   Δ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116   Δ 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94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2.607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2.607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1.396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 / 12 (75,0%)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+12,5%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110 / 148 (74,3%)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+6,8% | Turun 42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123 / 164 (75,0%)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+7,0% | Turun 50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8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 / 58 (82,8%)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+2,1%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55 / 67 (82,1%)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+3,8%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45 / 59 (76,3%)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+15,4%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49 / 64 (76,6%)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+14,0%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31 (54,8%)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33 (57,6%)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+47,8%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731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825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041648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352544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12 (8,3%)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33 / 148 (22,3%)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+22,2% | Turun 42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37 / 164 (22,6%)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+19,4% | Turun 50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8 (12,5%)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58 (27,6%)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+45,5%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67 (25,4%)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+41,7%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59 (16,9%)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+11,1%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64 (18,8%)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+9,1%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31 (22,6%)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33 (24,2%)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760720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2.323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241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(Jumlah SF, % Active, MoM RE atau 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Active RE: 130 SF | MoM RE +4,2%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Active PS: 123 SF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-1,2%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117 SF | Active 79,1% | MoM RE +10,7%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110 SF | Active 74,3% | MoM PS +4,7%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Greenfield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9 SF | Active 75,0% | MoM RE +12,2%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9 SF | Active 75,0% | MoM PS +30,8%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 Plus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4 SF | Active 100,0%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-35,5%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4 SF | Active 100,0%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-40,0%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Atambua: PS +50,0%, Gap 2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Baa Rote: PS </a:t>
            </a:r>
            <a:r>
              <a:rPr sz="850" b="1">
                <a:solidFill>
                  <a:srgbClr val="D73527"/>
                </a:solidFill>
                <a:latin typeface="Arial"/>
              </a:rPr>
              <a:t>-75,0%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-3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Kefamenanu: PS +12,5%, Gap 1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Kupang: PS </a:t>
            </a:r>
            <a:r>
              <a:rPr sz="850" b="1">
                <a:solidFill>
                  <a:srgbClr val="D73527"/>
                </a:solidFill>
                <a:latin typeface="Arial"/>
              </a:rPr>
              <a:t>-14,3%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Malaka: PS </a:t>
            </a:r>
            <a:r>
              <a:rPr sz="850" b="1">
                <a:solidFill>
                  <a:srgbClr val="D73527"/>
                </a:solidFill>
                <a:latin typeface="Arial"/>
              </a:rPr>
              <a:t>-75,0%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-3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Soe: PS </a:t>
            </a:r>
            <a:r>
              <a:rPr sz="850" b="1">
                <a:solidFill>
                  <a:srgbClr val="D73527"/>
                </a:solidFill>
                <a:latin typeface="Arial"/>
              </a:rPr>
              <a:t>-66,7%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-4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Waikabubak: PS +60,0%, Gap 3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Waingapu: PS </a:t>
            </a:r>
            <a:r>
              <a:rPr sz="850" b="1">
                <a:solidFill>
                  <a:srgbClr val="D73527"/>
                </a:solidFill>
                <a:latin typeface="Arial"/>
              </a:rPr>
              <a:t>-37,5%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Sumba: RE </a:t>
            </a:r>
            <a:r>
              <a:rPr sz="830" b="1">
                <a:solidFill>
                  <a:srgbClr val="D73527"/>
                </a:solidFill>
                <a:latin typeface="Arial"/>
              </a:rPr>
              <a:t>-45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-18,3%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-40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-19,4%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Sumba: RE 4 (+36,4%), PS </a:t>
            </a:r>
            <a:r>
              <a:rPr sz="830" b="1">
                <a:solidFill>
                  <a:srgbClr val="D73527"/>
                </a:solidFill>
                <a:latin typeface="Arial"/>
              </a:rPr>
              <a:t>-5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-71,4%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Kupang Rote: RE </a:t>
            </a:r>
            <a:r>
              <a:rPr sz="830" b="1">
                <a:solidFill>
                  <a:srgbClr val="D73527"/>
                </a:solidFill>
                <a:latin typeface="Arial"/>
              </a:rPr>
              <a:t>-2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-40,0%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-3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-75,0%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Malaka Timtim Belu: RE </a:t>
            </a:r>
            <a:r>
              <a:rPr sz="830" b="1">
                <a:solidFill>
                  <a:srgbClr val="D73527"/>
                </a:solidFill>
                <a:latin typeface="Arial"/>
              </a:rPr>
              <a:t>-2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-100,0%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-2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-100,0%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221,2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AND7493129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Stela yunike manno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STE1780980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Didina M Freitas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DID8448187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Herti valentia pade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HER1812009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NAD2477965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AND7493129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Stela yunike manno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STE1780980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DJORGHY RIZALDHY GA LONI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DJO4406952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Jovitria Arias Malo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JOV9993067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Chelvin Jeremy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CHE8882793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EMRIS FERDINAND KALE DJOH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EMR3927543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ALDIAN YULEX LAYBOIS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SPYSI61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SATURNINO PAULO DE DEUS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SAT6551930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Septania Rice Dapawole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SEP5137402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Veronika Birina Dos Santos soares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VER2090285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Chelvin Jeremy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CHE8882793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EMRIS FERDINAND KALE DJOH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EMR3927543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10/30/2026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93.79%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93.93% | MoM -0.14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95.83%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-2.04 pp | Rp-314.3 Jt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93.26%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93.24% | MoM +0.02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Rp14.48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Rp14.55 M | MoM -0.5%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Rp15.44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93.79%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93.26%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Rp14.48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-2.04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Rp-314.3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94.28%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93.70%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Rp8.11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-1.55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Rp-133.6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92.32%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91.84%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Rp3.57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-3.51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Rp-135.7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94.31%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93.94%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-0.38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Rp2.80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-1.52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Rp-45.0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96.69% / -1.46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96.50% / -2.51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95.58% / -1.41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98.57% / +0.49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91.17% / +1.06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90.69% / -1.03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89.65% / +3.41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94.62% / +0.72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87.50% / -0.76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88.55% / +0.62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87.02% / -0.89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85.71% / -4.33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91.14% / -0.11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91.34% / +0.14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89.84% / +0.10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93.11% / -0.98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91.74% / -0.07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91.98% / -0.27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90.78% / -0.16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92.57% / +0.74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95.47% / -0.18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95.72% / -0.14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94.68% / +0.03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95.53% / -0.52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40 | MoM -20.0%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-7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 / -40.0%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 / -16.7%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26 / -13.3%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16 / 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 / -27.3%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30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28,881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19,692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68.2%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9,189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96.5%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86.6%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83.2%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80.6%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79.7%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408 / 96.6%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94.6%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498 / 86.1%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591 / 83.4%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81.0%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643 / 77.6%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308 / 96.4%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303 / 92.4%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373 / 83.9%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480 / 82.1%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522 / 79.1%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479 / 82.0%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227 / 96.5%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205 / 95.6%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91.8%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85.0%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83.4%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80.9%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79.1%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78.8%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78.8%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73.4%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72.3%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69.8%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77.4%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596 / 76.5%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77.7%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554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597 / 70.5%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65.9%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562 / 79.7%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79.0%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77.8%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73.6%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291 / 70.8%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72.3%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82.6%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217 / 84.3%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208 / 84.1%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80.0%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 / 81.1%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225 / 77.3%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66.2%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64.7%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56.7%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55.9%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59.2%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629 / 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603 / 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703 / 52.6%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621 / 51.2%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644 / 53.0%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352 / 67.9%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367 / 66.8%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386 / 66.3%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372 / 60.2%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309 / 63.4%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314 / 65.0%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197 / 76.1%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70.4%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63.6%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58.4%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174 / 71.8%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54.5%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53.2%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53.9%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47.8%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48.2%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44.4%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51.4%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678 / 50.4%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54.0%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49.3%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698 / 47.6%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649 / 45.9%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57.1%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59.2%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305 / 51.1%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374 / 40.9%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48.3%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240 / 38.8%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218 / 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53.4%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202 / 57.4%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190 / 56.3%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173 / 50.9%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181 / 46.4%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