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  <c:pt idx="19">
                  <c:v>60.0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  <c:pt idx="19">
                  <c:v>22.0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  <c:pt idx="19">
                  <c:v>27.0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  <c:pt idx="19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  <c:pt idx="19">
                  <c:v>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  <c:pt idx="19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  <c:pt idx="19">
                  <c:v>22.0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  <c:pt idx="19">
                  <c:v>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3.031,5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2.487,0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1.649,3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1.338,4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378  (+7,7%)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211   Δ -36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200   Δ -29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209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5.051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5.051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133 / 337 (39,5%)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-17,4% | Turun 101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171 / 378 (45,2%)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-14,5% | Turun 125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 / 69 (50,7%)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-7,9%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 / 81 (55,6%)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66 / 164 (40,2%)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-19,5%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87 / 185 (47,0%)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-15,5% | Turun 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104 (30,8%)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112 (34,8%)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-20,4%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1.471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 / 337 (5,3%)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-30,8% | Turun 101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39 / 378 (10,3%)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-23,5% | Turun 125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69 (7,2%)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-54,5% | Turun 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81 (12,3%)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-41,2%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9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164 (4,3%)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 / 185 (10,8%)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-23,1% | Turun 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104 (5,8%)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112 (8,0%)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2.264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7.161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295,9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175 | MoM -17,1%
PS: 171 | MoM -14,5%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137 | Active 40,7% | MoM -20,3%
  PS: 133 | Active 39,5% | MoM -17,4%
• Greenfield
  RE: 18 | Active 90,0% | MoM -5,3%
  PS: 18 | Active 90,0% | MoM -5,3%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0,0%, Gap 0
• Grapari Jimbaran: PS -37,5%, Gap -6
• Grapari Kuta: PS +16,7%, Gap 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-53,8%, Gap -14
• Grapari Singaraja: PS -25,0%, Gap -1
• Grapari Tabanan: PS -80,0%, Gap -4
• Grapari Ubud: PS -18,2%,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-225 (-31,8%), PS -228 (-37,2%)
• Bali Tengah: RE -162 (-13,8%), PS -161 (-16,1%)
• Bali Timur: RE -90 (-23,3%), PS -44 (-15,1%)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-5 (-4,1%), PS -9 (-9,7%)
• Bali Timur: RE 3 (+8,3%), PS -5 (-17,2%)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-7 (-17,1%), PS -1 (-4,2%)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-2 (-40,0%), PS -3 (-60,0%)
• Bali Timur: RE -1 (-16,7%), PS -3 (-60,0%)
• Bali Barat: RE 0 (0,0%),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427,2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352,6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253,3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EKA PUTU WIGUNA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SPXPW93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MIRAH PADMINI,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SPXMIR75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SPSNS18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AYU GEDE FAJAR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SPIAR40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RISTA OKTAVIANSYAH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RIS4435610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Oct 2026 vs MTD-1 01–20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Kristiana Liva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KRI7143228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Madina Vera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NIL7530759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HAR5856220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 NINGRUM FATMALA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SPRNF95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IBN5054765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putra setia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ADI3356661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10/20/2026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79.16%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80.32% | MoM -1.16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-18.42 pp | Rp-10.36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78.43%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79.42% | MoM -0.99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Rp44.51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Rp45.04 M | MoM -1.2%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79.16%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78.43%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Rp44.51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-18.42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Rp-10.36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76.73%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75.16%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Rp-2.32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80.77%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80.42%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Rp25.53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-16.81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Rp-5.31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77.38%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76.52%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-20.20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Rp-2.73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84.06% / -2.37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76.83% / -6.02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85.85% / -1.33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89.42% / +0.49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73.03% / -3.13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68.47% / -2.32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73.70% / -2.82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76.74% / -4.93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68.70% / -0.19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67.59% / -0.64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68.05% / +0.03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72.13% / -0.12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71.41% / +0.70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70.30% / +0.95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71.72% / +0.51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71.72% / +0.97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70.66% / +0.63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68.99% / +0.14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71.96% / +1.23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69.26% / -0.31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81.98% / -1.59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80.00% / -2.08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83.93% / -1.19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79.11% / -2.10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385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M-1 381 | MoM +1.0%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-146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-87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 / +8.8%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42 / +2.4%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12 / +71.4%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312 / -3.4%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43 / -18.9%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208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61 / -10.3%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21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44,036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54.6%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36,675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83.6%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68.6%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61.0%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77.2%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66.1%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59.7%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71.1%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61.3%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58.8%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89.0%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70.1%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60.2%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52.5%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50.9%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57.7%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48.0%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55.3%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49.7%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65.2%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64.0%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58.5%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48.9%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50.6%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48.9%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46.1%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45.8%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46.6%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47.4%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44.7%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40.9%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42.8%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48.5%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48.2%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44.2%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45.9%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44.9%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53.3%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57.6%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53.3%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52.8%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46.0%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43.7%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43.8%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41.2%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48.5%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43.1%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37.8%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38.2%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48.6%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44.0%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45.4%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43.7%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40.2%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50.6%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48.4%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