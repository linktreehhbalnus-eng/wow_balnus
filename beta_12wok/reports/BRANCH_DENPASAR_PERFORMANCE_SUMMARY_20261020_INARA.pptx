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3.031,5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2.487,0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1.649,3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211   Δ -36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200   Δ -29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209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5.051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5.051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133 / 337 (39,5%)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171 / 378 (45,2%)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-14,5% | Turun 125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69 (50,7%)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-7,9%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81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 / 164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 / 185 (47,0%)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-15,5%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104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112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-20,4%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1.471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337 (5,3%)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-30,8%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 / 378 (10,3%)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-23,5% | Turun 125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69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-54,5%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81 (12,3%)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164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185 (10,8%)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175 | MoM -17,1%
PS: 171 | MoM -14,5%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137 | Active 40,7% | MoM -20,3%
  PS: 133 | Active 39,5% | MoM -17,4%
• Greenfield
  RE: 18 | Active 90,0% | MoM -5,3%
  PS: 18 | Active 90,0% | MoM -5,3%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-37,5%, Gap -6
• Grapari Kuta: PS +16,7%,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-53,8%, Gap -14
• Grapari Singaraja: PS -25,0%, Gap -1
• Grapari Tabanan: PS -80,0%, Gap -4
• Grapari Ubud: PS -18,2%,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-225 (-31,8%), PS -228 (-37,2%)
• Bali Tengah: RE -162 (-13,8%), PS -161 (-16,1%)
• Bali Timur: RE -90 (-23,3%), PS -44 (-15,1%)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-5 (-4,1%), PS -9 (-9,7%)
• Bali Timur: RE 3 (+8,3%), PS -5 (-17,2%)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-7 (-17,1%), PS -1 (-4,2%)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-3 (-60,0%)
• Bali Barat: RE 0 (0,0%),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RISTA OKTAVIANSYAH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RIS4435610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67.19% | MoM -1.36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-31.75 pp | Rp-17.85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65.37%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66.74% | MoM -1.37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Rp37.02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Rp37.67 M | MoM -1.7%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65.83%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65.37%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Rp37.02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-31.75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60.79%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Rp6.90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-35.46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68.32%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68.31%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Rp21.59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-29.26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Rp-9.25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63.05%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62.33%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-34.53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Rp-4.67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77.12% / -3.42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67.72% / -6.81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79.64% / -2.74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83.50% / +0.70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62.84% / -4.91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58.02% / -1.66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63.25% / -5.96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67.77% / 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57.32% / 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54.23% / -1.87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57.58% / -0.25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60.39% / -2.79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59.44% / +0.53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58.00% / +1.73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60.09% / +0.29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59.12% / 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57.31% / -0.84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55.14% / -1.15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59.12% / -0.58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55.20% / -1.19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68.26% / -1.47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64.65% / -1.38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71.22% / -1.36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64.32% / -1.77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385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M-1 381 | MoM +1.0%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-146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-87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 / +8.8%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 / 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12 / +71.4%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312 / -3.4%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43 / -18.9%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208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 / -10.3%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36,567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44,144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50.4%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48.2%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48.8%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58.4%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43.3%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40.5%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47.3%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36.8%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50.6%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40.4%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44.7%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45.9%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38.3%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37.3%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41.7%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33.6%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39.5%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38.6%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36.9%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41.5%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44.0%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37.7%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34.4%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30.3%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36.5%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34.8%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41.6%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40.3%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39.2%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