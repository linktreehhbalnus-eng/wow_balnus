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3.031,5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2.487,0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211   Δ -36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-29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209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5.051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5.051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133 / 337 (39,5%)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378 (45,2%)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-14,5% | Turun 125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69 (50,7%)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-7,9%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81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 / 164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 / 185 (47,0%)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-15,5%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104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112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337 (5,3%)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-30,8%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 / 378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 | Turun 125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69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81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164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185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7.161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175 | MoM -17,1%
PS: 171 | MoM -14,5%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137 | Active 40,7% | MoM -20,3%
  PS: 133 | Active 39,5% | MoM -17,4%
• Greenfield
  RE: 18 | Active 90,0% | MoM -5,3%
  PS: 18 | Active 90,0% | MoM -5,3%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-37,5%, Gap -6
• Grapari Kuta: PS +16,7%,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-53,8%, Gap -14
• Grapari Singaraja: PS -25,0%, Gap -1
• Grapari Tabanan: PS -80,0%, Gap -4
• Grapari Ubud: PS -18,2%,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-225 (-31,8%), PS -228 (-37,2%)
• Bali Tengah: RE -162 (-13,8%), PS -161 (-16,1%)
• Bali Timur: RE -90 (-23,3%), PS -44 (-15,1%)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-5 (-4,1%), PS -9 (-9,7%)
• Bali Timur: RE 3 (+8,3%), PS -5 (-17,2%)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-7 (-17,1%), PS -1 (-4,2%)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RISTA OKTAVIANSYAH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RIS4435610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79.16%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80.32% | MoM -1.16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-18.42 pp | Rp-10.36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78.43%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79.42% | MoM -0.99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Rp44.51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Rp45.04 M | MoM -1.2%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79.16%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78.43%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Rp44.51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-18.42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Rp-10.36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76.73%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Rp25.53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77.38%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76.52%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Rp-2.73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84.06% / -2.37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76.83% / -6.02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85.85% / -1.33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89.42% / +0.49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73.03% / -3.13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68.47% / -2.32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73.70% / -2.82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76.74% / -4.93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68.70% / 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67.59% / -0.64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68.05% / +0.03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72.13% / -0.12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71.41% / +0.70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70.30% / +0.95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71.72% / +0.51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71.72% / +0.97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70.66% / +0.63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68.99% / +0.14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71.96% / +1.23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69.26% / -0.31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81.98% / -1.59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80.00% / -2.08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83.93% / -1.19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79.11% / -2.10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385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M-1 388 | MoM -0.8%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-146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-87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 / 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 / 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 / +71.4%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312 / -5.5%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43 / -18.9%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208 / +0.5%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 / -12.9%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44,036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54.6%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36,675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61.0%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59.7%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58.8%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70.1%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50.9%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48.0%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55.3%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49.7%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58.5%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46.1%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45.8%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44.7%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42.8%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48.5%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44.2%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44.9%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57.6%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52.8%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43.8%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41.2%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48.5%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43.1%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38.2%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40.2%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48.4%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