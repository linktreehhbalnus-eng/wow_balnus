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48.0</c:v>
                </c:pt>
                <c:pt idx="1">
                  <c:v>54.0</c:v>
                </c:pt>
                <c:pt idx="2">
                  <c:v>40.0</c:v>
                </c:pt>
                <c:pt idx="3">
                  <c:v>28.0</c:v>
                </c:pt>
                <c:pt idx="4">
                  <c:v>42.0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25.0</c:v>
                </c:pt>
                <c:pt idx="1">
                  <c:v>30.0</c:v>
                </c:pt>
                <c:pt idx="2">
                  <c:v>20.0</c:v>
                </c:pt>
                <c:pt idx="3">
                  <c:v>14.0</c:v>
                </c:pt>
                <c:pt idx="4">
                  <c:v>25.0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6.0</c:v>
                </c:pt>
                <c:pt idx="1">
                  <c:v>7.0</c:v>
                </c:pt>
                <c:pt idx="2">
                  <c:v>5.0</c:v>
                </c:pt>
                <c:pt idx="3">
                  <c:v>2.0</c:v>
                </c:pt>
                <c:pt idx="4">
                  <c:v>9.0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17.0</c:v>
                </c:pt>
                <c:pt idx="1">
                  <c:v>17.0</c:v>
                </c:pt>
                <c:pt idx="2">
                  <c:v>15.0</c:v>
                </c:pt>
                <c:pt idx="3">
                  <c:v>12.0</c:v>
                </c:pt>
                <c:pt idx="4">
                  <c:v>8.0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48.0</c:v>
                </c:pt>
                <c:pt idx="1">
                  <c:v>47.0</c:v>
                </c:pt>
                <c:pt idx="2">
                  <c:v>36.0</c:v>
                </c:pt>
                <c:pt idx="3">
                  <c:v>30.0</c:v>
                </c:pt>
                <c:pt idx="4">
                  <c:v>42.0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29.0</c:v>
                </c:pt>
                <c:pt idx="1">
                  <c:v>23.0</c:v>
                </c:pt>
                <c:pt idx="2">
                  <c:v>22.0</c:v>
                </c:pt>
                <c:pt idx="3">
                  <c:v>18.0</c:v>
                </c:pt>
                <c:pt idx="4">
                  <c:v>17.0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4.0</c:v>
                </c:pt>
                <c:pt idx="1">
                  <c:v>5.0</c:v>
                </c:pt>
                <c:pt idx="2">
                  <c:v>5.0</c:v>
                </c:pt>
                <c:pt idx="3">
                  <c:v>3.0</c:v>
                </c:pt>
                <c:pt idx="4">
                  <c:v>9.0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15.0</c:v>
                </c:pt>
                <c:pt idx="1">
                  <c:v>19.0</c:v>
                </c:pt>
                <c:pt idx="2">
                  <c:v>9.0</c:v>
                </c:pt>
                <c:pt idx="3">
                  <c:v>9.0</c:v>
                </c:pt>
                <c:pt idx="4">
                  <c:v>16.0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3.019,5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2.648,5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2.449,7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2.150,7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68,4%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+12,2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1.334,7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1.093,2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830,8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667,5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240 → 237  (-1,2%)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-8,3%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121   Δ -10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109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+7,9%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101   Δ 8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87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1.204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16 (62,5%)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+11,1%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88 / 210 (41,9%)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+8,6% | Turun 43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109 / 237 (46,0%)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+7,9% | Turun 53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11 (54,5%)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46 / 128 (35,9%)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+4,5% | Turun 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58 / 145 (40,0%)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+3,6%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35 (37,1%)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 / 38 (42,1%)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+23,1% | Turun 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29 / 47 (61,7%)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+7,4%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35 / 54 (64,8%)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+9,4%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+15,8%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191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-22,8%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+14,3%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265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16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210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10 (10,0%)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237 (0,4%)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128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145 (0,7%)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38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47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4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54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3.077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9.016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6.325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19.813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1.379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549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111 | MoM -8,3%
PS: 109 | MoM +7,9%
• Performer
  RE: 1 | Active 100,0% | MoM 0,0%
  PS: 1 | Active 100,0% | MoM 0,0%
• Junior
  RE: 91 | Active 43,3% | MoM -9,0%
  PS: 88 | Active 41,9% | MoM +8,6%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9 | Active 56,2% | MoM -10,0%
  PS: 10 | Active 62,5% | MoM +11,1%
• Junior Plus
  RE: 10 | Active 100,0% | MoM 0,0%
  PS: 10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Bima: PS -70,0%, Gap -7
• Grapari Dompu: PS +100,0%, Gap 2
• Grapari Lombok Timur: PS 0,0%, Gap 0
• Grapari Lombok Utara: PS N/A, Gap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Maluk: PS N/A, Gap 2
• Grapari Mataram: PS -78,6%, Gap -11
• Grapari Sumbawa: PS -50,0%, Gap -2
• Grapari Taliwang: PS N/A, Gap 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-31 (-14,6%), PS -16 (-9,8%)
• Sumbawa Barat: RE -34 (-47,2%), PS -7 (-18,4%)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-3 (-18,8%), PS -4 (-40,0%)
• Sumbawa Barat: RE -1 (-25,0%), PS -2 (-40,0%)
• Sumbawa Timur: RE -1 (-12,5%), PS -1 (-33,3%)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-1 (-50,0%), PS -1 (-50,0%)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-1 (-100,0%),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875,0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83,6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BAMBANG WAHYUDDIN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SPGWW15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DESI SURIYANI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SPXECHI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DARUSSALAM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SPLSL72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SRI MARLINA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SPSLR09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Teddy Soeyitno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TED7472620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Sunarti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SUN4743590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LIA MISWAN ANJANI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SPKEMO5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mega dirgantini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IDA4692342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LENI SUMBAYANTI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SPYAN25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Nuroktavia Ningrum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NUR5193830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Suryani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SUR9462371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IMAM BUDIYANSYAH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SPKPG09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BAIQ YULI INDRAYANI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SPNTB21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SRI MARLINA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SPSLR09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SUCI DAFNIATI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SPUIA69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Fanny Aulia Andita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FAN4159846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AL MARUF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MAL5772768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DEWI PURNAMAWATI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SPDEDEW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Teddy Soeyitno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TED7472620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DODIMAN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SPDNM72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FIRMANSYAH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SPSLD07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Damarbudi prakoso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DAM2334423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anggarita arya sukma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LAL6459400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Herpan jayadi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HER1161525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Minhaq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ABD8242555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AYU ANDIRA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AYU1444446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Bian dwi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BIA3488083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SURYA ALAM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SPAAM23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ARIEF RAMADHOAN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SPMRR82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IRGI PIRMANSAH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LAL9017900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Minhaq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ABD8242555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ALVIN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ALV9273981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ARIEF RAMADHOAN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SPMRR82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IRGI PIRMANSAH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LAL9017900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TAJUDIN NUR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TAJ5596872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luh puri artini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NIL9865359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AHM2513922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KETUT PUTRA KARSANA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IKE4509027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GALANG RAMADHAN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SPNTB22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 SANDI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ARI2024904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