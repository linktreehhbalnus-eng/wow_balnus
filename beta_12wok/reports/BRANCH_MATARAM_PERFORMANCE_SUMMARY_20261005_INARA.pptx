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2.648,5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1.334,7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121   Δ 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87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1.204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210 (41,9%)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+8,6%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109 / 237 (46,0%)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+7,9%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11 (54,5%)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128 (35,9%)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 / 145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35 (37,1%)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38 (42,1%)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47 (61,7%)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+7,4%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54 (64,8%)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237 (0,4%)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128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145 (0,7%)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111 | MoM -8,3%
PS: 109 | MoM +7,9%
• Performer
  RE: 1 | Active 100,0% | MoM 0,0%
  PS: 1 | Active 100,0% | MoM 0,0%
• Junior
  RE: 91 | Active 43,3% | MoM -9,0%
  PS: 88 | Active 41,9% | MoM +8,6%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9 | Active 56,2% | MoM -10,0%
  PS: 10 | Active 62,5% | MoM +11,1%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-70,0%, Gap -7
• Grapari Dompu: PS +100,0%, Gap 2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2
• Grapari Mataram: PS -78,6%, Gap -11
• Grapari Sumbawa: PS -50,0%, Gap -2
• Grapari Taliwang: PS N/A,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-31 (-14,6%), PS -16 (-9,8%)
• Sumbawa Barat: RE -34 (-47,2%), PS -7 (-18,4%)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(-18,8%), PS -4 (-40,0%)
• Sumbawa Barat: RE -1 (-25,0%), PS -2 (-40,0%)
• Sumbawa Timur: RE -1 (-12,5%),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 (-50,0%),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DESI SURIYANI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SPXECHI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SPKEMO5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LENI SUMBAYANTI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SPYAN25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SUR9462371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SUCI DAFNIATI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SPUIA69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Fanny Aulia Andita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PURNAMAWATI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SPDEDEW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DODIMAN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SPDNM72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ANDIRA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AYU1444446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Bian dwi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BIA3488083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 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SPAAM23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AHM2513922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