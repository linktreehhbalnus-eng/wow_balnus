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30/09</c:v>
                </c:pt>
                <c:pt idx="1">
                  <c:v>01/10</c:v>
                </c:pt>
                <c:pt idx="2">
                  <c:v>02/10</c:v>
                </c:pt>
                <c:pt idx="3">
                  <c:v>03/10</c:v>
                </c:pt>
                <c:pt idx="4">
                  <c:v>04/10</c:v>
                </c:pt>
                <c:pt idx="5">
                  <c:v>05/10</c:v>
                </c:pt>
                <c:pt idx="6">
                  <c:v>06/10</c:v>
                </c:pt>
                <c:pt idx="7">
                  <c:v>07/10</c:v>
                </c:pt>
                <c:pt idx="8">
                  <c:v>08/10</c:v>
                </c:pt>
                <c:pt idx="9">
                  <c:v>09/10</c:v>
                </c:pt>
                <c:pt idx="10">
                  <c:v>10/10</c:v>
                </c:pt>
                <c:pt idx="11">
                  <c:v>11/10</c:v>
                </c:pt>
                <c:pt idx="12">
                  <c:v>12/10</c:v>
                </c:pt>
                <c:pt idx="13">
                  <c:v>13/10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271.0</c:v>
                </c:pt>
                <c:pt idx="1">
                  <c:v>352.0</c:v>
                </c:pt>
                <c:pt idx="2">
                  <c:v>332.0</c:v>
                </c:pt>
                <c:pt idx="3">
                  <c:v>257.0</c:v>
                </c:pt>
                <c:pt idx="4">
                  <c:v>184.0</c:v>
                </c:pt>
                <c:pt idx="5">
                  <c:v>335.0</c:v>
                </c:pt>
                <c:pt idx="6">
                  <c:v>304.0</c:v>
                </c:pt>
                <c:pt idx="7">
                  <c:v>330.0</c:v>
                </c:pt>
                <c:pt idx="8">
                  <c:v>307.0</c:v>
                </c:pt>
                <c:pt idx="9">
                  <c:v>236.0</c:v>
                </c:pt>
                <c:pt idx="10">
                  <c:v>237.0</c:v>
                </c:pt>
                <c:pt idx="11">
                  <c:v>170.0</c:v>
                </c:pt>
                <c:pt idx="12">
                  <c:v>295.0</c:v>
                </c:pt>
                <c:pt idx="13">
                  <c:v>284.0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30/09</c:v>
                </c:pt>
                <c:pt idx="1">
                  <c:v>01/10</c:v>
                </c:pt>
                <c:pt idx="2">
                  <c:v>02/10</c:v>
                </c:pt>
                <c:pt idx="3">
                  <c:v>03/10</c:v>
                </c:pt>
                <c:pt idx="4">
                  <c:v>04/10</c:v>
                </c:pt>
                <c:pt idx="5">
                  <c:v>05/10</c:v>
                </c:pt>
                <c:pt idx="6">
                  <c:v>06/10</c:v>
                </c:pt>
                <c:pt idx="7">
                  <c:v>07/10</c:v>
                </c:pt>
                <c:pt idx="8">
                  <c:v>08/10</c:v>
                </c:pt>
                <c:pt idx="9">
                  <c:v>09/10</c:v>
                </c:pt>
                <c:pt idx="10">
                  <c:v>10/10</c:v>
                </c:pt>
                <c:pt idx="11">
                  <c:v>11/10</c:v>
                </c:pt>
                <c:pt idx="12">
                  <c:v>12/10</c:v>
                </c:pt>
                <c:pt idx="13">
                  <c:v>13/10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239.0</c:v>
                </c:pt>
                <c:pt idx="1">
                  <c:v>238.0</c:v>
                </c:pt>
                <c:pt idx="2">
                  <c:v>225.0</c:v>
                </c:pt>
                <c:pt idx="3">
                  <c:v>205.0</c:v>
                </c:pt>
                <c:pt idx="4">
                  <c:v>154.0</c:v>
                </c:pt>
                <c:pt idx="5">
                  <c:v>237.0</c:v>
                </c:pt>
                <c:pt idx="6">
                  <c:v>221.0</c:v>
                </c:pt>
                <c:pt idx="7">
                  <c:v>283.0</c:v>
                </c:pt>
                <c:pt idx="8">
                  <c:v>240.0</c:v>
                </c:pt>
                <c:pt idx="9">
                  <c:v>241.0</c:v>
                </c:pt>
                <c:pt idx="10">
                  <c:v>188.0</c:v>
                </c:pt>
                <c:pt idx="11">
                  <c:v>126.0</c:v>
                </c:pt>
                <c:pt idx="12">
                  <c:v>214.0</c:v>
                </c:pt>
                <c:pt idx="13">
                  <c:v>231.0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-9,1% &amp; PS -9,6% MoM — Achievement Mencapai 30,7% (RE) / 29,4%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6.716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Menguat pada 13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01–13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6.716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(+7,1%), Denpasar Terdalam (-18,1%)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+7,1%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-1,7%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-7,1%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-18,1%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35,9%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30,7%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28,7%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24,4%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Sikka Tertinggi (+24,9%), Bali Barat Terdalam (-36,4%)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Penyumbang PS Absolut Terbesar (+26), Sumbawa Barat Tumbuh Tertinggi (+100,0%)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Nagekeo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46 kabupaten: Top 5 menyumbang +98, Bottom 5 -267, dan perubahan PS regional -296.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50 Mbps Tumbuh Tertinggi (+2,3%), TSEL One &gt;30 Mbps Turun Terdalam (-33,3%)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-5,2% MoM, DJP Data Transition — SF Register 883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14.228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38.274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25.385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5.346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83.297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5.346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1.554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3.392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1.428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1.403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2.760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LITA MELIANA HUSEN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ARDIANSYAH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Mita muliati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JILDER FINA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AL MARUF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RATNA PATI 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MIRAH PADMINI, 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BENYAMIN NDEWI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RENI HENDRIANI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ALEXANDRA INJEL FERNANDES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EMANUEL MARYANUS DE ORNAY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 AMIRUDDIN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Damarbudi prakoso 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Anansavero asfhi riihan 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ROSA NINGRUM FATMALA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Yohannes moa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Anansavero asfhi riihan 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FELIX LABA GOLE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KADEK DWI PRADNYAWATI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TAJUDIN NUR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Hulu Sungai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01–13 Okt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1.154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3.099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2.803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1.453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1.190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01–13 Okt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850,0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01–13 Okt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3.984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3.623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3.099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2.803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625,2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3.385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3.008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2.709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2.436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530,0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+14,1%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-64,3%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-64,2%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486 | MoM -8,5%
PS: 472 | MoM -5,2%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403 | Active 51,1% | MoM -9,2%
  PS: 388 | Active 49,2% | MoM -6,1%
• Greenfield
  RE: 48 | Active 82,8% | MoM -5,9%
  PS: 49 | Active 84,5% | MoM 0,0%
• Junior Plus
  RE: 18 | Active 90,0% | MoM -5,3%
  PS: 18 | Active 90,0% | MoM -5,3%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-30,6%, Gap -15
• Flores: PS +22,6%, Gap +12
• Kupang: PS -9,1%, Gap -2
• Mataram: PS -24,1%, Gap -14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Lombok Timur (Mataram): -100,0%, Gap -1
• Grapari Tabanan (Denpasar): -80,0%, Gap -4
• Grapari Singaraja (Denpasar): -66,7%, Gap -2
• Grapari Sumbawa (Mataram): -66,7%, Gap -4
• Grapari Mataram (Mataram): -57,7%, Gap -15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-151 (-32,5%), PS -154 (-37,3%)
• Bali Tengah: RE -75 (-9,4%), PS -75 (-11,0%)
• Lombok: RE -99 (-18,2%), PS -47 (-11,3%)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+2 (+6,9%), PS -6 (-28,6%)
• Sumbawa Timur: RE -5 (-21,7%), PS -6 (-50,0%)
• Manggarai: RE -4 (-30,8%), PS -4 (-57,1%)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Ende Sikka: RE +2 (+100,0%), PS -2 (-100,0%)
• Flores Timur: RE +1 (+100,0%), PS -2 (-100,0%)
• Manggarai: RE -4 (-80,0%), PS -1 (-100,0%)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-1 (-33,3%), PS -3 (-100,0%)
• Malaka Timtim Belu: RE -2 (-100,0%), PS -2 (-100,0%)
• Manggarai: RE -1 (-50,0%), PS -2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01–13 Okt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20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-5,9%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123 / 306 (40,2%)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-6,8% | Turun 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159 / 347 (45,8%)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-5,9% | Turun 109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57 / 129 (44,2%)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-17,4% | Turun 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70 / 143 (49,0%)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-15,7% | Turun 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82 / 143 (57,3%)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-3,5% | Turun 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93 / 156 (59,6%)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-1,1% | Turun 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-7,1%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126 / 210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-3,1% | Turun 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150 / 237 (63,3%)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-3,2% | Turun 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49 / 58 (84,5%)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388 / 788 (49,2%)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-6,7% | Turun 233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10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472 / 901 (52,4%)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-5,8% | Turun 280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1.038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386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1.530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2.435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20 (15,0%)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306 (3,9%)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6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347 (8,9%)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-16,2% | Turun 109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13 (46,2%)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129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143 (9,8%)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 | Turun 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143 (4,2%)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4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156 (4,5%)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 | Turun 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16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210 (2,9%)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-53,8% | Turun 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10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237 (5,9%)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-30,0% | Turun 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58 (17,2%)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+66,7% | Turun 23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32 / 788 (4,1%)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-17,9% | Turun 233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20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10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 / 7 (71,4%)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-28,6% | Turun 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66 / 901 (7,3%)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-9,6% | Turun 280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