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30/09</c:v>
                </c:pt>
                <c:pt idx="1">
                  <c:v>01/10</c:v>
                </c:pt>
                <c:pt idx="2">
                  <c:v>02/10</c:v>
                </c:pt>
                <c:pt idx="3">
                  <c:v>03/10</c:v>
                </c:pt>
                <c:pt idx="4">
                  <c:v>04/10</c:v>
                </c:pt>
                <c:pt idx="5">
                  <c:v>05/10</c:v>
                </c:pt>
                <c:pt idx="6">
                  <c:v>06/10</c:v>
                </c:pt>
                <c:pt idx="7">
                  <c:v>07/10</c:v>
                </c:pt>
                <c:pt idx="8">
                  <c:v>08/10</c:v>
                </c:pt>
                <c:pt idx="9">
                  <c:v>09/10</c:v>
                </c:pt>
                <c:pt idx="10">
                  <c:v>10/10</c:v>
                </c:pt>
                <c:pt idx="11">
                  <c:v>11/10</c:v>
                </c:pt>
                <c:pt idx="12">
                  <c:v>12/10</c:v>
                </c:pt>
                <c:pt idx="13">
                  <c:v>13/10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271.0</c:v>
                </c:pt>
                <c:pt idx="1">
                  <c:v>352.0</c:v>
                </c:pt>
                <c:pt idx="2">
                  <c:v>332.0</c:v>
                </c:pt>
                <c:pt idx="3">
                  <c:v>257.0</c:v>
                </c:pt>
                <c:pt idx="4">
                  <c:v>184.0</c:v>
                </c:pt>
                <c:pt idx="5">
                  <c:v>335.0</c:v>
                </c:pt>
                <c:pt idx="6">
                  <c:v>304.0</c:v>
                </c:pt>
                <c:pt idx="7">
                  <c:v>330.0</c:v>
                </c:pt>
                <c:pt idx="8">
                  <c:v>307.0</c:v>
                </c:pt>
                <c:pt idx="9">
                  <c:v>236.0</c:v>
                </c:pt>
                <c:pt idx="10">
                  <c:v>237.0</c:v>
                </c:pt>
                <c:pt idx="11">
                  <c:v>170.0</c:v>
                </c:pt>
                <c:pt idx="12">
                  <c:v>295.0</c:v>
                </c:pt>
                <c:pt idx="13">
                  <c:v>284.0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30/09</c:v>
                </c:pt>
                <c:pt idx="1">
                  <c:v>01/10</c:v>
                </c:pt>
                <c:pt idx="2">
                  <c:v>02/10</c:v>
                </c:pt>
                <c:pt idx="3">
                  <c:v>03/10</c:v>
                </c:pt>
                <c:pt idx="4">
                  <c:v>04/10</c:v>
                </c:pt>
                <c:pt idx="5">
                  <c:v>05/10</c:v>
                </c:pt>
                <c:pt idx="6">
                  <c:v>06/10</c:v>
                </c:pt>
                <c:pt idx="7">
                  <c:v>07/10</c:v>
                </c:pt>
                <c:pt idx="8">
                  <c:v>08/10</c:v>
                </c:pt>
                <c:pt idx="9">
                  <c:v>09/10</c:v>
                </c:pt>
                <c:pt idx="10">
                  <c:v>10/10</c:v>
                </c:pt>
                <c:pt idx="11">
                  <c:v>11/10</c:v>
                </c:pt>
                <c:pt idx="12">
                  <c:v>12/10</c:v>
                </c:pt>
                <c:pt idx="13">
                  <c:v>13/10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239.0</c:v>
                </c:pt>
                <c:pt idx="1">
                  <c:v>238.0</c:v>
                </c:pt>
                <c:pt idx="2">
                  <c:v>225.0</c:v>
                </c:pt>
                <c:pt idx="3">
                  <c:v>205.0</c:v>
                </c:pt>
                <c:pt idx="4">
                  <c:v>154.0</c:v>
                </c:pt>
                <c:pt idx="5">
                  <c:v>237.0</c:v>
                </c:pt>
                <c:pt idx="6">
                  <c:v>221.0</c:v>
                </c:pt>
                <c:pt idx="7">
                  <c:v>283.0</c:v>
                </c:pt>
                <c:pt idx="8">
                  <c:v>240.0</c:v>
                </c:pt>
                <c:pt idx="9">
                  <c:v>241.0</c:v>
                </c:pt>
                <c:pt idx="10">
                  <c:v>188.0</c:v>
                </c:pt>
                <c:pt idx="11">
                  <c:v>126.0</c:v>
                </c:pt>
                <c:pt idx="12">
                  <c:v>214.0</c:v>
                </c:pt>
                <c:pt idx="13">
                  <c:v>231.0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-9,1% &amp; PS -9,6% MoM — Achievement Mencapai 30,7% (RE) / 29,4%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13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01–13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(+7,1%), Denpasar Terdalam (-18,1%)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-18,1%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28,7%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(+24,9%), Bali Barat Terdalam (-36,4%)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(+26), Sumbawa Barat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+98, Bottom 5 -267, dan perubahan PS regional -296.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(+2,3%), TSEL One &gt;30 Mbps Turun Terdalam (-33,3%)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-5,2%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14.228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5.346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5.346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1.554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RENI HENDRIANI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EMANUEL MARYANUS DE ORNAY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 AMIRUDDIN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LABA GOLE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TAJUDIN NUR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01–13 Okt 2026 vs MTD-1 01–13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Okt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2.803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Okt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Okt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3.984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3.623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2.803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625,2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3.008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486 | MoM -8,5%
PS: 472 | MoM -5,2%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403 | Active 51,1% | MoM -9,2%
  PS: 388 | Active 49,2% | MoM -6,1%
• Greenfield
  RE: 48 | Active 82,8% | MoM -5,9%
  PS: 49 | Active 84,5% | MoM 0,0%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-30,6%, Gap -15
• Flores: PS +22,6%, Gap +12
• Kupang: PS -9,1%, Gap -2
• Mataram: PS -24,1%, Gap 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Timur (Mataram): -100,0%, Gap -1
• Grapari Tabanan (Denpasar): -80,0%, Gap -4
• Grapari Singaraja (Denpasar): -66,7%, Gap -2
• Grapari Sumbawa (Mataram): -66,7%, Gap -4
• Grapari Mataram (Mataram): -57,7%, Gap 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-151 (-32,5%), PS -154 (-37,3%)
• Bali Tengah: RE -75 (-9,4%), PS -75 (-11,0%)
• Lombok: RE -99 (-18,2%), PS -47 (-11,3%)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+2 (+6,9%), PS -6 (-28,6%)
• Sumbawa Timur: RE -5 (-21,7%), PS -6 (-50,0%)
• Manggarai: RE -4 (-30,8%), PS -4 (-57,1%)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+2 (+100,0%), PS -2 (-100,0%)
• Flores Timur: RE +1 (+100,0%), PS -2 (-100,0%)
• Manggarai: RE -4 (-80,0%),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(-33,3%), PS -3 (-100,0%)
• Malaka Timtim Belu: RE -2 (-100,0%), PS -2 (-100,0%)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01–13 Okt 2026 vs MTD-1 01–13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306 (40,2%)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 / 347 (45,8%)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 / 129 (44,2%)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-17,4%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143 (49,0%)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 / 143 (57,3%)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156 (59,6%)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126 / 210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150 / 237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 / 58 (84,5%)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388 / 788 (49,2%)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233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472 / 901 (52,4%)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 | Turun 280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1.530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2.435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347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-16,2% | Turun 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143 (9,8%)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156 (4,5%)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210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-53,8% | Turun 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237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58 (17,2%)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 | Turun 23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 / 788 (4,1%)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 | Turun 233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20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-28,6% | Turun 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66 / 901 (7,3%)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 | Turun 280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