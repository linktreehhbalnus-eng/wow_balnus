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-4.82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-65.20 pp | Rp-69.77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-4.70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Rp34.25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-4.82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49.75% / -9.77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34.59%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27.37% / -4.01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27.54%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25.68%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33.77% / -5.32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