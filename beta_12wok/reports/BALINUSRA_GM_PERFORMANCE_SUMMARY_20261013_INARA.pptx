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271.0</c:v>
                </c:pt>
                <c:pt idx="1">
                  <c:v>352.0</c:v>
                </c:pt>
                <c:pt idx="2">
                  <c:v>332.0</c:v>
                </c:pt>
                <c:pt idx="3">
                  <c:v>257.0</c:v>
                </c:pt>
                <c:pt idx="4">
                  <c:v>184.0</c:v>
                </c:pt>
                <c:pt idx="5">
                  <c:v>335.0</c:v>
                </c:pt>
                <c:pt idx="6">
                  <c:v>304.0</c:v>
                </c:pt>
                <c:pt idx="7">
                  <c:v>330.0</c:v>
                </c:pt>
                <c:pt idx="8">
                  <c:v>307.0</c:v>
                </c:pt>
                <c:pt idx="9">
                  <c:v>236.0</c:v>
                </c:pt>
                <c:pt idx="10">
                  <c:v>237.0</c:v>
                </c:pt>
                <c:pt idx="11">
                  <c:v>170.0</c:v>
                </c:pt>
                <c:pt idx="12">
                  <c:v>295.0</c:v>
                </c:pt>
                <c:pt idx="13">
                  <c:v>284.0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30/09</c:v>
                </c:pt>
                <c:pt idx="1">
                  <c:v>01/10</c:v>
                </c:pt>
                <c:pt idx="2">
                  <c:v>02/10</c:v>
                </c:pt>
                <c:pt idx="3">
                  <c:v>03/10</c:v>
                </c:pt>
                <c:pt idx="4">
                  <c:v>04/10</c:v>
                </c:pt>
                <c:pt idx="5">
                  <c:v>05/10</c:v>
                </c:pt>
                <c:pt idx="6">
                  <c:v>06/10</c:v>
                </c:pt>
                <c:pt idx="7">
                  <c:v>07/10</c:v>
                </c:pt>
                <c:pt idx="8">
                  <c:v>08/10</c:v>
                </c:pt>
                <c:pt idx="9">
                  <c:v>09/10</c:v>
                </c:pt>
                <c:pt idx="10">
                  <c:v>10/10</c:v>
                </c:pt>
                <c:pt idx="11">
                  <c:v>11/10</c:v>
                </c:pt>
                <c:pt idx="12">
                  <c:v>12/10</c:v>
                </c:pt>
                <c:pt idx="13">
                  <c:v>13/10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238.0</c:v>
                </c:pt>
                <c:pt idx="2">
                  <c:v>225.0</c:v>
                </c:pt>
                <c:pt idx="3">
                  <c:v>205.0</c:v>
                </c:pt>
                <c:pt idx="4">
                  <c:v>154.0</c:v>
                </c:pt>
                <c:pt idx="5">
                  <c:v>237.0</c:v>
                </c:pt>
                <c:pt idx="6">
                  <c:v>221.0</c:v>
                </c:pt>
                <c:pt idx="7">
                  <c:v>283.0</c:v>
                </c:pt>
                <c:pt idx="8">
                  <c:v>240.0</c:v>
                </c:pt>
                <c:pt idx="9">
                  <c:v>241.0</c:v>
                </c:pt>
                <c:pt idx="10">
                  <c:v>188.0</c:v>
                </c:pt>
                <c:pt idx="11">
                  <c:v>126.0</c:v>
                </c:pt>
                <c:pt idx="12">
                  <c:v>214.0</c:v>
                </c:pt>
                <c:pt idx="13">
                  <c:v>231.0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-9,1% &amp; PS -9,6% MoM — Achievement Mencapai 31,6% (RE) / 30,3%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Menguat pada 13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01–13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(+7,1%), Denpasar Terdalam (-18,1%)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-18,1%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32,3%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28,5%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28,2%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(+24,9%), Bali Barat Terdalam (-36,4%)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(+26), Sumbawa Barat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Nagekeo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-296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+98, Bottom 5 -267, dan perubahan PS regional -296.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50 Mbps Tumbuh Tertinggi (+2,3%), TSEL One &gt;30 Mbps Turun Terdalam (-33,3%)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-5,2%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38.274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5.346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83.297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5.346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1.554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-6,8%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 / 143 (57,3%)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-3,5%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156 (59,6%)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126 / 210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-3,1%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150 / 237 (63,3%)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 / 58 (84,5%)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388 / 788 (49,2%)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-6,7%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472 / 901 (52,4%)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-5,8%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+11,6%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2.435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6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-16,2% | Turun 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13 (46,2%)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143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210 (2,9%)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-53,8% | Turun 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237 (5,9%)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+66,7% | Turun 23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 / 788 (4,1%)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-17,9% | Turun 233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20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10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66 / 901 (7,3%)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 | Turun 280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Mita muliati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BENYAMIN NDEWI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RENI HENDRIANI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EMANUEL MARYANUS DE ORNAY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 AMIRUDDIN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Anansavero asfhi riihan 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FELIX LABA GOLE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KADEK DWI PRADNYAWATI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TAJUDIN NUR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01–13 Okt 2026 vs MTD-1 01–13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159,7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136,6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01–13 Okt 2026 vs MTD-1 01–13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3.984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3.623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3.099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625,2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3.385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3.008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2.709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486 | MoM -8,5%
PS: 472 | MoM -5,2%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403 | Active 51,1% | MoM -9,2%
  PS: 388 | Active 49,2% | MoM -6,1%
• Greenfield
  RE: 48 | Active 82,8% | MoM -5,9%
  PS: 49 | Active 84,5% | MoM 0,0%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-30,6%, Gap -15
• Flores: PS +22,6%, Gap +12
• Kupang: PS -9,1%, Gap -2
• Mataram: PS -24,1%, Gap 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Singaraja (Denpasar): -66,7%, Gap -2
• Grapari Sumbawa (Mataram): -66,7%, Gap -4
• Grapari Mataram (Mataram): -57,7%, Gap -15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-151 (-32,5%), PS -154 (-37,3%)
• Bali Tengah: RE -75 (-9,4%), PS -75 (-11,0%)
• Lombok: RE -99 (-18,2%), PS -47 (-11,3%)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+2 (+6,9%), PS -6 (-28,6%)
• Sumbawa Timur: RE -5 (-21,7%), PS -6 (-50,0%)
• Manggarai: RE -4 (-30,8%), PS -4 (-57,1%)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+2 (+100,0%), PS -2 (-100,0%)
• Flores Timur: RE +1 (+100,0%), PS -2 (-100,0%)
• Manggarai: RE -4 (-80,0%),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-1 (-33,3%), PS -3 (-100,0%)
• Malaka Timtim Belu: RE -2 (-100,0%), PS -2 (-100,0%)
• Manggarai: RE -1 (-50,0%),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36.83% | MoM -4.82 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15184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-65.20 pp | Rp-69.77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10328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31.96%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36.65% | MoM -4.70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05472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Rp34.25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Rp39.20 M | MoM -12.6%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0616" y="621792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481328"/>
          <a:ext cx="11548869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82388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Rp-7.56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Rp-10.95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Rp-17.42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Rp-7.08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Rp-18.20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-14.5%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-5.92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-5.37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-20.9%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Rp-1.66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-13.5%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Rp-5.85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-16.7%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Rp-2.91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-3.64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Rp-2.15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Rp-8.64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88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-3.76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Rp-3.43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82392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-3.35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Rp-5.35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32.01%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-4.82 pp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11548871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431074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49.75% / -9.77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55.03% / -8.17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55.08% / -6.82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42.53% / -10.60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43.94% / -12.42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34.59% / -3.88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38.11% / -5.69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33.37% / -1.09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27.61% / -1.04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33.64% / -4.96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27.37% / -4.01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32.38% / -4.66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20.22% / -3.40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20.49% / -3.67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28.12% / -3.79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27.54% / -2.55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33.16% / -2.78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19.71% / -1.70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21.29% / -2.06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26.62% / -2.62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25.68% / -3.72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31.07% / -4.34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18.24% / -2.68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19.02% / -3.13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23.26% / -3.37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33.77% / -5.32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38.88% / -5.77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23.07% / -4.79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27.04% / -4.54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28.83% / -4.86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