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271.0</c:v>
                </c:pt>
                <c:pt idx="1">
                  <c:v>352.0</c:v>
                </c:pt>
                <c:pt idx="2">
                  <c:v>332.0</c:v>
                </c:pt>
                <c:pt idx="3">
                  <c:v>257.0</c:v>
                </c:pt>
                <c:pt idx="4">
                  <c:v>184.0</c:v>
                </c:pt>
                <c:pt idx="5">
                  <c:v>335.0</c:v>
                </c:pt>
                <c:pt idx="6">
                  <c:v>304.0</c:v>
                </c:pt>
                <c:pt idx="7">
                  <c:v>330.0</c:v>
                </c:pt>
                <c:pt idx="8">
                  <c:v>307.0</c:v>
                </c:pt>
                <c:pt idx="9">
                  <c:v>236.0</c:v>
                </c:pt>
                <c:pt idx="10">
                  <c:v>237.0</c:v>
                </c:pt>
                <c:pt idx="11">
                  <c:v>170.0</c:v>
                </c:pt>
                <c:pt idx="12">
                  <c:v>295.0</c:v>
                </c:pt>
                <c:pt idx="13">
                  <c:v>284.0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239.0</c:v>
                </c:pt>
                <c:pt idx="1">
                  <c:v>238.0</c:v>
                </c:pt>
                <c:pt idx="2">
                  <c:v>225.0</c:v>
                </c:pt>
                <c:pt idx="3">
                  <c:v>205.0</c:v>
                </c:pt>
                <c:pt idx="4">
                  <c:v>154.0</c:v>
                </c:pt>
                <c:pt idx="5">
                  <c:v>237.0</c:v>
                </c:pt>
                <c:pt idx="6">
                  <c:v>221.0</c:v>
                </c:pt>
                <c:pt idx="7">
                  <c:v>283.0</c:v>
                </c:pt>
                <c:pt idx="8">
                  <c:v>240.0</c:v>
                </c:pt>
                <c:pt idx="9">
                  <c:v>241.0</c:v>
                </c:pt>
                <c:pt idx="10">
                  <c:v>188.0</c:v>
                </c:pt>
                <c:pt idx="11">
                  <c:v>126.0</c:v>
                </c:pt>
                <c:pt idx="12">
                  <c:v>214.0</c:v>
                </c:pt>
                <c:pt idx="13">
                  <c:v>231.0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-9,1% &amp; PS -9,6% MoM — Achievement Mencapai 31,6% (RE) / 30,3%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(+7,1%), Denpasar Terdalam (-18,1%)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(+24,9%), Bali Barat Terdalam (-36,4%)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(+26),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+98, Bottom 5 -267, dan perubahan PS regional -296.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(+2,3%), TSEL One &gt;30 Mbps Turun Terdalam (-33,3%)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388 / 788 (49,2%)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472 / 901 (52,4%)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2.435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58 (17,2%)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788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 / 901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 AMIRUDDIN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TAJUDIN NUR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486 | MoM -8,5%
PS: 472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403 | Active 51,1% | MoM -9,2%
  PS: 388 | Active 49,2% | MoM -6,1%
• Greenfield
  RE: 48 | Active 82,8% | MoM -5,9%
  PS: 49 | Active 84,5% | MoM 0,0%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-30,6%, Gap -15
• Flores: PS +22,6%, Gap +12
• Kupang: PS -9,1%, Gap -2
• Mataram: PS -24,1%, Gap 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Singaraja (Denpasar): -66,7%, Gap -2
• Grapari Sumbawa (Mataram): -66,7%, Gap -4
• Grapari Mataram (Mataram): -57,7%,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Lombok: RE -99 (-18,2%), PS -47 (-11,3%)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+2 (+6,9%), PS -6 (-28,6%)
• Sumbawa Timur: RE -5 (-21,7%), PS -6 (-50,0%)
• Manggarai: RE -4 (-30,8%), PS -4 (-57,1%)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+1 (+100,0%),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(-33,3%),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