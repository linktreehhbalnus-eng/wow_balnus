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08/10</c:v>
                </c:pt>
                <c:pt idx="1">
                  <c:v>09/10</c:v>
                </c:pt>
                <c:pt idx="2">
                  <c:v>10/10</c:v>
                </c:pt>
                <c:pt idx="3">
                  <c:v>11/10</c:v>
                </c:pt>
                <c:pt idx="4">
                  <c:v>12/10</c:v>
                </c:pt>
                <c:pt idx="5">
                  <c:v>13/10</c:v>
                </c:pt>
                <c:pt idx="6">
                  <c:v>14/10</c:v>
                </c:pt>
                <c:pt idx="7">
                  <c:v>15/10</c:v>
                </c:pt>
                <c:pt idx="8">
                  <c:v>16/10</c:v>
                </c:pt>
                <c:pt idx="9">
                  <c:v>17/10</c:v>
                </c:pt>
                <c:pt idx="10">
                  <c:v>18/10</c:v>
                </c:pt>
                <c:pt idx="11">
                  <c:v>19/10</c:v>
                </c:pt>
                <c:pt idx="12">
                  <c:v>20/10</c:v>
                </c:pt>
                <c:pt idx="13">
                  <c:v>21/10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300.0</c:v>
                </c:pt>
                <c:pt idx="1">
                  <c:v>225.0</c:v>
                </c:pt>
                <c:pt idx="2">
                  <c:v>231.0</c:v>
                </c:pt>
                <c:pt idx="3">
                  <c:v>159.0</c:v>
                </c:pt>
                <c:pt idx="4">
                  <c:v>287.0</c:v>
                </c:pt>
                <c:pt idx="5">
                  <c:v>276.0</c:v>
                </c:pt>
                <c:pt idx="6">
                  <c:v>273.0</c:v>
                </c:pt>
                <c:pt idx="7">
                  <c:v>281.0</c:v>
                </c:pt>
                <c:pt idx="8">
                  <c:v>283.0</c:v>
                </c:pt>
                <c:pt idx="9">
                  <c:v>216.0</c:v>
                </c:pt>
                <c:pt idx="10">
                  <c:v>206.0</c:v>
                </c:pt>
                <c:pt idx="11">
                  <c:v>321.0</c:v>
                </c:pt>
                <c:pt idx="12">
                  <c:v>341.0</c:v>
                </c:pt>
                <c:pt idx="13">
                  <c:v>272.0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08/10</c:v>
                </c:pt>
                <c:pt idx="1">
                  <c:v>09/10</c:v>
                </c:pt>
                <c:pt idx="2">
                  <c:v>10/10</c:v>
                </c:pt>
                <c:pt idx="3">
                  <c:v>11/10</c:v>
                </c:pt>
                <c:pt idx="4">
                  <c:v>12/10</c:v>
                </c:pt>
                <c:pt idx="5">
                  <c:v>13/10</c:v>
                </c:pt>
                <c:pt idx="6">
                  <c:v>14/10</c:v>
                </c:pt>
                <c:pt idx="7">
                  <c:v>15/10</c:v>
                </c:pt>
                <c:pt idx="8">
                  <c:v>16/10</c:v>
                </c:pt>
                <c:pt idx="9">
                  <c:v>17/10</c:v>
                </c:pt>
                <c:pt idx="10">
                  <c:v>18/10</c:v>
                </c:pt>
                <c:pt idx="11">
                  <c:v>19/10</c:v>
                </c:pt>
                <c:pt idx="12">
                  <c:v>20/10</c:v>
                </c:pt>
                <c:pt idx="13">
                  <c:v>21/10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236.0</c:v>
                </c:pt>
                <c:pt idx="1">
                  <c:v>238.0</c:v>
                </c:pt>
                <c:pt idx="2">
                  <c:v>184.0</c:v>
                </c:pt>
                <c:pt idx="3">
                  <c:v>121.0</c:v>
                </c:pt>
                <c:pt idx="4">
                  <c:v>206.0</c:v>
                </c:pt>
                <c:pt idx="5">
                  <c:v>225.0</c:v>
                </c:pt>
                <c:pt idx="6">
                  <c:v>212.0</c:v>
                </c:pt>
                <c:pt idx="7">
                  <c:v>206.0</c:v>
                </c:pt>
                <c:pt idx="8">
                  <c:v>212.0</c:v>
                </c:pt>
                <c:pt idx="9">
                  <c:v>190.0</c:v>
                </c:pt>
                <c:pt idx="10">
                  <c:v>146.0</c:v>
                </c:pt>
                <c:pt idx="11">
                  <c:v>256.0</c:v>
                </c:pt>
                <c:pt idx="12">
                  <c:v>261.0</c:v>
                </c:pt>
                <c:pt idx="13">
                  <c:v>249.0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-11,3% &amp; PS -11,6% MoM — Achievement Mencapai 49,9% (RE) / 48,3%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21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01–21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(+1,3%), Denpasar Terdalam (-21,3%)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-21,3%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(+15,1%), Flores Timur Terdalam (-35,8%)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(+36), Manggarai Tumbuh Tertinggi (+29,5%)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+125, Bottom 5 -488, dan perubahan PS regional -587.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(-4,2%), TSEL One &gt;30 Mbps Turun Terdalam (-20,0%)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-8,3%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1.732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4.058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Okt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 / 337 (40,4%)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 | Turun 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175 / 378 (46,3%)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 / 137 (45,3%)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 / 151 (49,7%)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151 (68,2%)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164 (70,1%)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 | Turun 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144 / 227 (63,4%)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 / 253 (66,0%)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445 / 852 (52,2%)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534 / 965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-8,7% | Turun 325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2.494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3.905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337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378 (11,4%)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 | Turun 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137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151 (15,2%)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151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164 (10,4%)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227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253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58 (29,3%)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28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 / 852 (8,9%)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124 / 965 (12,8%)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 | Turun 325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ERNAWATU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Okt 2026 vs MTD-1 01–21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Okt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5.060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4.473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Okt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01–21 Okt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6.432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5.706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5.060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4.473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5.449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4.786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858,0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548 | MoM -9,3%
PS: 532 | MoM -8,3%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462 | Active 54,2% | MoM -10,1%
  PS: 445 | Active 52,2% | MoM -9,4%
• Greenfield
  RE: 52 | Active 89,7% | MoM -5,5%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-36,4%, Gap -28
• Flores: PS +1,1%, Gap +1
• Kupang: PS -23,1%, Gap -9
• Mataram: PS -15,4%, Gap 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Tabanan (Denpasar): -80,0%, Gap -4
• Grapari Malaka (Kupang): -75,0%, Gap -3
• Grapari Baa Rote (Kupang): -66,7%, Gap -2
• Grapari Sumbawa (Mataram): -66,7%, Gap -6
• Grapari Larantuka (Flores): -62,5%, Gap -5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-242 (-32,5%), PS -230 (-35,8%)
• Bali Tengah: RE -184 (-14,8%), PS -159 (-15,2%)
• Lombok: RE -110 (-12,0%), PS -65 (-8,9%)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-5 (-4,0%), PS -10 (-10,3%)
• Sumbawa Timur: RE -6 (-15,8%), PS -9 (-42,9%)
• Sumbawa Barat: RE -9 (-42,9%), PS -8 (-61,5%)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+1 (+25,0%), PS -3 (-75,0%)
• Lombok: RE +4 (+30,8%), PS -3 (-33,3%)
• Bali Tengah: RE -9 (-21,4%), PS -2 (-8,0%)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Bali Barat: RE 0 (0,0%),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83.72%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86.39% | MoM -2.66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-13.49 pp | Rp-14.43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82.88%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85.52% | MoM -2.65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Rp89.59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Rp91.96 M | MoM -2.6%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Rp50.07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75.10%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73.28%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-21.60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74.92%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73.41%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Rp11.57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-20.91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80.74%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79.22%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Rp20.28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Rp-4.20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Rp9.69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-10.30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89.82%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Rp28.39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Rp11.99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77.31%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74.74%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-19.39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Rp-768.5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69.23%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-13.41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68.34%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-27.47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Rp-606.9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77.55%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76.13%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69.63%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67.93%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Rp2.69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-26.20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76.15%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Rp3.08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Rp-829.9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74.17%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72.97%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-21.66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Rp-643.6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82.44%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Rp11.51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80.35%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Rp3.83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-17.10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Rp-814.9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74.74%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73.01%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Rp4.95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-22.71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83.72%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-2.66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88.39% / -1.72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90.01% / -2.19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89.13% / -0.51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84.16% / -0.45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87.91% / -1.96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79.09% / -1.73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81.23% / -2.55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76.63% / -0.85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72.09% / -1.02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80.58% / -2.37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72.17% / -4.91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76.22% / -4.92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63.95% / -7.16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64.16% / -6.31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75.84% / -3.04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74.85% / -4.12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81.35% / -4.51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66.47% / -6.39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66.84% / -6.24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74.00% / -0.71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76.08% / -4.73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83.06% / -4.27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67.15% / -6.32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67.18% / -7.41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72.86% / -3.17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87.29% / -1.95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91.66% / -1.54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79.56% / -3.40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79.26% / -4.04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83.87% / -1.21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518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M-1 495 | MoM +4.6%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-159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 / +8.9%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67 / +17.5%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16 / +0.0%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421 / +1.4%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341 / 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56 / -3.4%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22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103,176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58.9%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72,055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65.4%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76.1%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69.2%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56.8%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58.9%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68.2%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55.9%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68.6%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58.8%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53.7%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47.8%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51.6%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56.2%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49.3%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54.0%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44.6%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45.3%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43.2%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55.1%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45.6%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50.5%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43.8%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49.4%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45.7%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41.3%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38.5%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33.0%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40.7%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