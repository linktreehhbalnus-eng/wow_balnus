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321.0</c:v>
                </c:pt>
                <c:pt idx="1">
                  <c:v>271.0</c:v>
                </c:pt>
                <c:pt idx="2">
                  <c:v>352.0</c:v>
                </c:pt>
                <c:pt idx="3">
                  <c:v>332.0</c:v>
                </c:pt>
                <c:pt idx="4">
                  <c:v>257.0</c:v>
                </c:pt>
                <c:pt idx="5">
                  <c:v>184.0</c:v>
                </c:pt>
                <c:pt idx="6">
                  <c:v>335.0</c:v>
                </c:pt>
                <c:pt idx="7">
                  <c:v>304.0</c:v>
                </c:pt>
                <c:pt idx="8">
                  <c:v>330.0</c:v>
                </c:pt>
                <c:pt idx="9">
                  <c:v>307.0</c:v>
                </c:pt>
                <c:pt idx="10">
                  <c:v>236.0</c:v>
                </c:pt>
                <c:pt idx="11">
                  <c:v>237.0</c:v>
                </c:pt>
                <c:pt idx="12">
                  <c:v>170.0</c:v>
                </c:pt>
                <c:pt idx="13">
                  <c:v>294.0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240.0</c:v>
                </c:pt>
                <c:pt idx="1">
                  <c:v>239.0</c:v>
                </c:pt>
                <c:pt idx="2">
                  <c:v>238.0</c:v>
                </c:pt>
                <c:pt idx="3">
                  <c:v>225.0</c:v>
                </c:pt>
                <c:pt idx="4">
                  <c:v>205.0</c:v>
                </c:pt>
                <c:pt idx="5">
                  <c:v>154.0</c:v>
                </c:pt>
                <c:pt idx="6">
                  <c:v>237.0</c:v>
                </c:pt>
                <c:pt idx="7">
                  <c:v>221.0</c:v>
                </c:pt>
                <c:pt idx="8">
                  <c:v>283.0</c:v>
                </c:pt>
                <c:pt idx="9">
                  <c:v>240.0</c:v>
                </c:pt>
                <c:pt idx="10">
                  <c:v>241.0</c:v>
                </c:pt>
                <c:pt idx="11">
                  <c:v>188.0</c:v>
                </c:pt>
                <c:pt idx="12">
                  <c:v>126.0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-12,5% &amp; PS -12,8% MoM — Achievement Mencapai 28,3% (RE) / 27,0%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(+1,7%), Denpasar Terdalam (-18,4%)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(+21,9%), Bali Barat Terdalam (-38,2%)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(+20), Sumbawa Barat Tumbuh Tertinggi (+86,7%)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+65, Bottom 5 -264, dan perubahan PS regional -376.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(-5,1%),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381 / 788 (48,4%)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901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58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 / 901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ROSALINA GETRUDIS MONGGO EDY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476 | MoM -9,5%
PS: 465 | MoM -5,1%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393 | Active 49,9% | MoM -10,5%
  PS: 381 | Active 48,4% | MoM -6,2%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-31,2%, Gap -15
• Flores: PS +13,5%, Gap +7
• Kupang: PS -18,2%, Gap -4
• Mataram: PS -25,0%,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-80,0%, Gap -4
• Grapari Singaraja (Denpasar): -66,7%, Gap -2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Lombok: RE -101 (-19,6%), PS -59 (-15,1%)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(-15,0%), PS -7 (-58,3%)
• Bali Timur: RE -1 (-3,7%), PS -5 (-27,8%)
• Manggarai: RE -4 (-30,8%),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