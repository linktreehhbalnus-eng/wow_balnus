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29/09</c:v>
                </c:pt>
                <c:pt idx="1">
                  <c:v>30/09</c:v>
                </c:pt>
                <c:pt idx="2">
                  <c:v>01/10</c:v>
                </c:pt>
                <c:pt idx="3">
                  <c:v>02/10</c:v>
                </c:pt>
                <c:pt idx="4">
                  <c:v>03/10</c:v>
                </c:pt>
                <c:pt idx="5">
                  <c:v>04/10</c:v>
                </c:pt>
                <c:pt idx="6">
                  <c:v>05/10</c:v>
                </c:pt>
                <c:pt idx="7">
                  <c:v>06/10</c:v>
                </c:pt>
                <c:pt idx="8">
                  <c:v>07/10</c:v>
                </c:pt>
                <c:pt idx="9">
                  <c:v>08/10</c:v>
                </c:pt>
                <c:pt idx="10">
                  <c:v>09/10</c:v>
                </c:pt>
                <c:pt idx="11">
                  <c:v>10/10</c:v>
                </c:pt>
                <c:pt idx="12">
                  <c:v>11/10</c:v>
                </c:pt>
                <c:pt idx="13">
                  <c:v>12/10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321.0</c:v>
                </c:pt>
                <c:pt idx="1">
                  <c:v>271.0</c:v>
                </c:pt>
                <c:pt idx="2">
                  <c:v>352.0</c:v>
                </c:pt>
                <c:pt idx="3">
                  <c:v>332.0</c:v>
                </c:pt>
                <c:pt idx="4">
                  <c:v>257.0</c:v>
                </c:pt>
                <c:pt idx="5">
                  <c:v>184.0</c:v>
                </c:pt>
                <c:pt idx="6">
                  <c:v>335.0</c:v>
                </c:pt>
                <c:pt idx="7">
                  <c:v>304.0</c:v>
                </c:pt>
                <c:pt idx="8">
                  <c:v>330.0</c:v>
                </c:pt>
                <c:pt idx="9">
                  <c:v>307.0</c:v>
                </c:pt>
                <c:pt idx="10">
                  <c:v>236.0</c:v>
                </c:pt>
                <c:pt idx="11">
                  <c:v>237.0</c:v>
                </c:pt>
                <c:pt idx="12">
                  <c:v>170.0</c:v>
                </c:pt>
                <c:pt idx="13">
                  <c:v>294.0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29/09</c:v>
                </c:pt>
                <c:pt idx="1">
                  <c:v>30/09</c:v>
                </c:pt>
                <c:pt idx="2">
                  <c:v>01/10</c:v>
                </c:pt>
                <c:pt idx="3">
                  <c:v>02/10</c:v>
                </c:pt>
                <c:pt idx="4">
                  <c:v>03/10</c:v>
                </c:pt>
                <c:pt idx="5">
                  <c:v>04/10</c:v>
                </c:pt>
                <c:pt idx="6">
                  <c:v>05/10</c:v>
                </c:pt>
                <c:pt idx="7">
                  <c:v>06/10</c:v>
                </c:pt>
                <c:pt idx="8">
                  <c:v>07/10</c:v>
                </c:pt>
                <c:pt idx="9">
                  <c:v>08/10</c:v>
                </c:pt>
                <c:pt idx="10">
                  <c:v>09/10</c:v>
                </c:pt>
                <c:pt idx="11">
                  <c:v>10/10</c:v>
                </c:pt>
                <c:pt idx="12">
                  <c:v>11/10</c:v>
                </c:pt>
                <c:pt idx="13">
                  <c:v>12/10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240.0</c:v>
                </c:pt>
                <c:pt idx="1">
                  <c:v>239.0</c:v>
                </c:pt>
                <c:pt idx="2">
                  <c:v>238.0</c:v>
                </c:pt>
                <c:pt idx="3">
                  <c:v>225.0</c:v>
                </c:pt>
                <c:pt idx="4">
                  <c:v>205.0</c:v>
                </c:pt>
                <c:pt idx="5">
                  <c:v>154.0</c:v>
                </c:pt>
                <c:pt idx="6">
                  <c:v>237.0</c:v>
                </c:pt>
                <c:pt idx="7">
                  <c:v>221.0</c:v>
                </c:pt>
                <c:pt idx="8">
                  <c:v>283.0</c:v>
                </c:pt>
                <c:pt idx="9">
                  <c:v>240.0</c:v>
                </c:pt>
                <c:pt idx="10">
                  <c:v>241.0</c:v>
                </c:pt>
                <c:pt idx="11">
                  <c:v>188.0</c:v>
                </c:pt>
                <c:pt idx="12">
                  <c:v>126.0</c:v>
                </c:pt>
                <c:pt idx="13">
                  <c:v>214.0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-12,5% &amp; PS -12,8% MoM — Achievement Mencapai 28,3% (RE) / 27,0%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Stabil, PS Melemah pada 12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01–12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(+1,7%), Denpasar Terdalam (-18,4%)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+1,7%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-10,4%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-11,6%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-18,4%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32,2%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27,9%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21,7%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(+21,9%), Bali Barat Terdalam (-38,2%)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Sikka Penyumbang PS Absolut Terbesar (+20), Sumbawa Barat Tumbuh Tertinggi (+86,7%)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Nagekeo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+65, Bottom 5 -264, dan perubahan PS regional -376.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(-5,1%), TSEL One &gt;30 Mbps Turun Terdalam (-25,0%)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-5,1%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5.296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1.475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3.328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1.397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01–12 Okt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 / 306 (40,2%)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 / 347 (45,8%)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-5,4% | Turun 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 / 129 (44,2%)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 / 143 (49,0%)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 / 143 (55,9%)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-3,6% | Turun 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 / 156 (58,3%)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-1,1%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121 / 210 (57,6%)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-5,5% | Turun 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145 / 237 (61,2%)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-4,6% | Turun 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 / 58 (84,5%)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+2,1%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381 / 788 (48,4%)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 | Turun 238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465 / 901 (51,6%)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-5,7% | Turun 285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1.386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2.230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347 (8,4%)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-19,4% | Turun 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13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143 (8,4%)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+71,4%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156 (4,5%)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210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237 (5,1%)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-36,8% | Turun 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58 (13,8%)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 / 788 (4,1%)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 | Turun 238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20 (35,0%)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-42,9% | Turun 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60 / 901 (6,7%)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-10,4% | Turun 285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Mita muliati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ROSALINA GETRUDIS MONGGO EDY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EMANUEL MARYANUS DE ORNAY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Winna Fitriany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RENI HENDRIANI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Santorio De Jesus Koro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LABA GOLE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01–12 Okt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2.948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2.572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01–12 Okt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01–12 Okt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3.815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3.338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2.948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2.572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574,1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2.774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2.575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2.230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485,4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-71,3%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476 | MoM -9,5%
PS: 465 | MoM -5,1%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393 | Active 49,9% | MoM -10,5%
  PS: 381 | Active 48,4% | MoM -6,2%
• Greenfield
  RE: 48 | Active 82,8% | MoM -5,9%
  PS: 49 | Active 84,5% | MoM +2,1%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-31,2%, Gap -15
• Flores: PS +13,5%, Gap +7
• Kupang: PS -18,2%, Gap -4
• Mataram: PS -25,0%, Gap -14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Baa Rote (Kupang): -100,0%, Gap -2
• Grapari Lombok Timur (Mataram): -100,0%, Gap -1
• Grapari Tabanan (Denpasar): -80,0%, Gap -4
• Grapari Singaraja (Denpasar): -66,7%, Gap -2
• Grapari Sumbawa (Mataram): -66,7%, Gap -4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-159 (-36,1%), PS -153 (-39,2%)
• Bali Tengah: RE -74 (-9,8%), PS -67 (-10,5%)
• Lombok: RE -101 (-19,6%), PS -59 (-15,1%)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-3 (-15,0%), PS -7 (-58,3%)
• Bali Timur: RE -1 (-3,7%), PS -5 (-27,8%)
• Manggarai: RE -4 (-30,8%), PS -5 (-71,4%)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+2 (+100,0%), PS -2 (-100,0%)
• Flores Timur: RE +1 (+100,0%), PS -2 (-100,0%)
• Manggarai: RE -4 (-80,0%),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-3 (-100,0%), PS -3 (-100,0%)
• Malaka Timtim Belu: RE -2 (-100,0%), PS -2 (-100,0%)
• Manggarai: RE -1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M-1 304 | MoM +8.6%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6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7969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79712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43000"/>
          <a:ext cx="1154887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9"/>
                <a:gridCol w="2080877"/>
                <a:gridCol w="1768746"/>
                <a:gridCol w="1768746"/>
                <a:gridCol w="1768746"/>
                <a:gridCol w="176874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 / +12.0%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265 / +4.3%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