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58,5%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   Δ -23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374   Δ -374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 / 129 (26,4%)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-15,0%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 / 143 (32,2%)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-11,5%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52 | MoM -8,8%
PS: 46 | MoM -9,8%
• Junior
  RE: 40 | Active 31,0% | MoM -11,1%
  PS: 34 | Active 26,4% | MoM -12,8%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+9,1%
  PS: 12 | Active 92,3% | MoM +9,1%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-100,0%, Gap -1
• Grapari Ende: PS +100,0%, Gap 5
• Grapari Kalabahi: PS 0,0%, Gap 0
• Grapari Labuan Bajo: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-20,0%, Gap -1
• Grapari Ruteng: PS +100,0%,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8 (+13,3%), PS -19 (-33,9%)
• Manggarai: RE -5 (-7,9%), PS -10 (-21,7%)
• Flores Timur: RE 2 (+5,4%), PS -9 (-30,0%)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-3 (-60,0%), PS -2 (-66,7%)
• Manggarai: RE 0 (0,0%),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(N/A), PS -1 (-100,0%)
• Flores Timur: RE 0 (0,0%),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SAN5304530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SAN5304530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ALB4124293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ALB4124293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SPLIT85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SPLIT85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YAS9341063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YAS9341063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