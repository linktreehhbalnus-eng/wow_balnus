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   Δ -23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374   Δ -374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52 | MoM -8,8%
PS: 46 | MoM -9,8%
• Junior
  RE: 40 | Active 31,0% | MoM -11,1%
  PS: 34 | Active 26,4% | MoM -12,8%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+9,1%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+100,0%, Gap 5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8 (+13,3%), PS -19 (-33,9%)
• Manggarai: RE -5 (-7,9%), PS -10 (-21,7%)
• Flores Timur: RE 2 (+5,4%), PS -9 (-30,0%)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-3 (-60,0%), PS -2 (-66,7%)
• Manggarai: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