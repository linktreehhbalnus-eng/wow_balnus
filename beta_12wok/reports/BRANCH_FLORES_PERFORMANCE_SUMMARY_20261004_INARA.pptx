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34.0</c:v>
                </c:pt>
                <c:pt idx="1">
                  <c:v>32.0</c:v>
                </c:pt>
                <c:pt idx="2">
                  <c:v>24.0</c:v>
                </c:pt>
                <c:pt idx="3">
                  <c:v>13.0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23.0</c:v>
                </c:pt>
                <c:pt idx="1">
                  <c:v>21.0</c:v>
                </c:pt>
                <c:pt idx="2">
                  <c:v>18.0</c:v>
                </c:pt>
                <c:pt idx="3">
                  <c:v>15.0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1.602,0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1.397,0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1.299,7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1.179,7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58,5%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-17,2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143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-8,8%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57   Δ -5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-9,8%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51   Δ -5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-100,0%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23   Δ -23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-100,0%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374   Δ -374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 / 13 (92,3%)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+9,1%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34 / 129 (26,4%)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-15,0% | Turun 27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46 / 143 (32,2%)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-11,5% | Turun 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-30,5%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-28,8%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13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129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143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2.125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119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500,0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52 | MoM -8,8%
PS: 46 | MoM -9,8%
• Junior
  RE: 40 | Active 31,0% | MoM -11,1%
  PS: 34 | Active 26,4% | MoM -12,8%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12 | Active 92,3% | MoM +9,1%
  PS: 12 | Active 92,3% | MoM +9,1%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-100,0%, Gap -1
• Grapari Ende: PS +100,0%, Gap 5
• Grapari Kalabahi: PS 0,0%, Gap 0
• Grapari Labuan Bajo: PS -50,0%,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0,0%, Gap 0
• Grapari Maumere: PS -20,0%, Gap -1
• Grapari Ruteng: PS +100,0%,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8 (+13,3%), PS -19 (-33,9%)
• Manggarai: RE -5 (-7,9%), PS -10 (-21,7%)
• Flores Timur: RE 2 (+5,4%), PS -9 (-30,0%)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-3 (-60,0%), PS -2 (-66,7%)
• Manggarai: RE 0 (0,0%), PS -2 (-100,0%)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1 (N/A), PS -1 (-100,0%)
• Flores Timur: RE 0 (0,0%),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-1 (-100,0%),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RAH9224740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RAH9224740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YOH3951876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YOH3951876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SAN5304530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SAN5304530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SPNTI75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SPNTI75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SPOLS08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SPOLS08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SPTFL84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SPTFL84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YOH3951876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YOH3951876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SPNTI75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SPNTI75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ALB4124293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ALB4124293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FRA3131744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FRA3131744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SPISE19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SPISE19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SPLIT85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SPLIT85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BER6428042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BER6428042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YES1480927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YES1480927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MAR2648963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MAR2648963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FIR5719098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FIR5719098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YOH4255803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YOH4255803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YAS9341063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YAS9341063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BER6428042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BER6428042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KLA3857151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KLA3857151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YES1480927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YES1480927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MAR2648963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MAR2648963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MAR3906643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MAR3906643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SPOLS08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SPOLS08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