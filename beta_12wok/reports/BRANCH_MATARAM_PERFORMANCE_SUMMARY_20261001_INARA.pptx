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-97,0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-77,0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-54,0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-42,0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-30,0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60   Δ -12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44   Δ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5.762   Δ -757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36 / 213 (16,9%)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10 (70,0%)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 / 240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+9,1% | Turun 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240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477 (34,6%)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510 (92,9%)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1.612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48 | MoM -20,0%
PS: 48 | MoM +9,1%
• Performer
  RE: 1 | Active 100,0% | MoM 0,0%
  PS: 1 | Active 100,0% | MoM 0,0%
• Junior
  RE: 40 | Active 18,8% | MoM -9,1%
  PS: 36 | Active 16,9% | MoM +2,9%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2 | Active 12,5% | MoM -66,7%
  PS: 4 | Active 25,0% | MoM N/A
• Junior Plus
  RE: 5 | Active 50,0% | MoM -44,4%
  PS: 7 | Active 70,0% | MoM -12,5%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0,0%, Gap 0
• Grapari Dompu: PS N/A, Gap 2
• Grapari Lombok Utara: PS 0,0%, Gap 0
• Grapari Maluk: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Mataram: PS -100,0%, Gap -5
• Grapari Sumbawa: PS -50,0%, Gap -1
• Grapari Taliwang: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Barat: RE -5 (-41,7%), PS -3 (-37,5%)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 (-25,0%), PS -1 (-33,3%)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HARMANSYAH A MD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SPXHM83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SPARD16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Mirfa Azmi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MIR7544557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ARMANA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SPUPA18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SAFRULLAH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SAF3126611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UTA4382510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anggun yuliandi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BAI9732229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SPCAB92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Suhardi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SUH4543001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SPNOT11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SPARD16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REGAR FEBRYAN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SPARG73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HARMANSYAH A MD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SPXHM83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RIZUL FAHMI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SPXXFM18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Mirfa Azmi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MIR7544557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UTA4382510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SPFIK90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 DIMIATI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ELI6107223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SPNOT11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PURNAMAWATI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SPDEDEW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YUNIARTI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SRI1682242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FAJRIN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SPIIM54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TAHIR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SPUIH54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ADI7765949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AFRILIAN WULANSARI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SPRFA73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LENI SUMBAYANTI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SPYAN25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TAHIR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SPUIH54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ADI7765949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AFRILIAN WULANSARI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SPRFA73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SAIPUL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Aprillinda Wulandary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APR8993939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Sunarti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SUN4743590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IRUL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IRU7539291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BERLIN RIZKAILLAH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BER7356850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NISH RINAH HAMIDAH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SPXNR99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 | MoM +13.6%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