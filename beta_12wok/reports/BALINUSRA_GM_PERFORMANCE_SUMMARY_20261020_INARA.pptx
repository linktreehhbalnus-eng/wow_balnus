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07/10</c:v>
                </c:pt>
                <c:pt idx="1">
                  <c:v>08/10</c:v>
                </c:pt>
                <c:pt idx="2">
                  <c:v>09/10</c:v>
                </c:pt>
                <c:pt idx="3">
                  <c:v>10/10</c:v>
                </c:pt>
                <c:pt idx="4">
                  <c:v>11/10</c:v>
                </c:pt>
                <c:pt idx="5">
                  <c:v>12/10</c:v>
                </c:pt>
                <c:pt idx="6">
                  <c:v>13/10</c:v>
                </c:pt>
                <c:pt idx="7">
                  <c:v>14/10</c:v>
                </c:pt>
                <c:pt idx="8">
                  <c:v>15/10</c:v>
                </c:pt>
                <c:pt idx="9">
                  <c:v>16/10</c:v>
                </c:pt>
                <c:pt idx="10">
                  <c:v>17/10</c:v>
                </c:pt>
                <c:pt idx="11">
                  <c:v>18/10</c:v>
                </c:pt>
                <c:pt idx="12">
                  <c:v>19/10</c:v>
                </c:pt>
                <c:pt idx="13">
                  <c:v>20/10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322.0</c:v>
                </c:pt>
                <c:pt idx="1">
                  <c:v>300.0</c:v>
                </c:pt>
                <c:pt idx="2">
                  <c:v>225.0</c:v>
                </c:pt>
                <c:pt idx="3">
                  <c:v>231.0</c:v>
                </c:pt>
                <c:pt idx="4">
                  <c:v>159.0</c:v>
                </c:pt>
                <c:pt idx="5">
                  <c:v>287.0</c:v>
                </c:pt>
                <c:pt idx="6">
                  <c:v>276.0</c:v>
                </c:pt>
                <c:pt idx="7">
                  <c:v>273.0</c:v>
                </c:pt>
                <c:pt idx="8">
                  <c:v>281.0</c:v>
                </c:pt>
                <c:pt idx="9">
                  <c:v>283.0</c:v>
                </c:pt>
                <c:pt idx="10">
                  <c:v>216.0</c:v>
                </c:pt>
                <c:pt idx="11">
                  <c:v>206.0</c:v>
                </c:pt>
                <c:pt idx="12">
                  <c:v>321.0</c:v>
                </c:pt>
                <c:pt idx="13">
                  <c:v>341.0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07/10</c:v>
                </c:pt>
                <c:pt idx="1">
                  <c:v>08/10</c:v>
                </c:pt>
                <c:pt idx="2">
                  <c:v>09/10</c:v>
                </c:pt>
                <c:pt idx="3">
                  <c:v>10/10</c:v>
                </c:pt>
                <c:pt idx="4">
                  <c:v>11/10</c:v>
                </c:pt>
                <c:pt idx="5">
                  <c:v>12/10</c:v>
                </c:pt>
                <c:pt idx="6">
                  <c:v>13/10</c:v>
                </c:pt>
                <c:pt idx="7">
                  <c:v>14/10</c:v>
                </c:pt>
                <c:pt idx="8">
                  <c:v>15/10</c:v>
                </c:pt>
                <c:pt idx="9">
                  <c:v>16/10</c:v>
                </c:pt>
                <c:pt idx="10">
                  <c:v>17/10</c:v>
                </c:pt>
                <c:pt idx="11">
                  <c:v>18/10</c:v>
                </c:pt>
                <c:pt idx="12">
                  <c:v>19/10</c:v>
                </c:pt>
                <c:pt idx="13">
                  <c:v>20/10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278.0</c:v>
                </c:pt>
                <c:pt idx="1">
                  <c:v>236.0</c:v>
                </c:pt>
                <c:pt idx="2">
                  <c:v>238.0</c:v>
                </c:pt>
                <c:pt idx="3">
                  <c:v>184.0</c:v>
                </c:pt>
                <c:pt idx="4">
                  <c:v>121.0</c:v>
                </c:pt>
                <c:pt idx="5">
                  <c:v>206.0</c:v>
                </c:pt>
                <c:pt idx="6">
                  <c:v>225.0</c:v>
                </c:pt>
                <c:pt idx="7">
                  <c:v>212.0</c:v>
                </c:pt>
                <c:pt idx="8">
                  <c:v>206.0</c:v>
                </c:pt>
                <c:pt idx="9">
                  <c:v>212.0</c:v>
                </c:pt>
                <c:pt idx="10">
                  <c:v>190.0</c:v>
                </c:pt>
                <c:pt idx="11">
                  <c:v>146.0</c:v>
                </c:pt>
                <c:pt idx="12">
                  <c:v>256.0</c:v>
                </c:pt>
                <c:pt idx="13">
                  <c:v>261.0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-10,3% &amp; PS -11,8% MoM — Achievement Mencapai 47,5% (RE) / 45,6%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20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01–20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(+1,0%), Denpasar Terdalam (-21,8%)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-21,8%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40,4%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(+13,7%), Bali Barat Terdalam (-35,9%)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(+33), Manggarai Tumbuh Tertinggi (+28,4%)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+103, Bottom 5 -490, dan perubahan PS regional -567.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(-4,9%), TSEL One &gt;30 Mbps Turun Terdalam (-21,7%)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-8,0%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38.148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1.732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5.051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2.094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3.888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Okt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133 / 337 (39,5%)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171 / 378 (45,2%)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-14,5% | Turun 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 / 137 (44,5%)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 / 151 (49,0%)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-15,9%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 / 151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112 / 164 (68,3%)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 / 227 (62,1%)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-7,2%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164 / 253 (64,8%)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 | Turun 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 / 58 (89,7%)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435 / 852 (51,1%)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264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523 / 965 (54,2%)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-8,4% | Turun 319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2.341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3.684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337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378 (10,3%)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 | Turun 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13 (69,2%)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137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151 (14,6%)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151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164 (7,9%)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227 (10,1%)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253 (14,2%)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58 (27,6%)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65 / 852 (7,6%)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264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19 (68,4%)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-31,6%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111 / 965 (11,5%)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-12,6% | Turun 319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HUZAIMATUL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NURJANAH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NATALIS TOLEK KELEN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ALFANDI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ALFANDI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Okt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4.791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4.224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1.687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Okt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Okt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6.056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5.434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4.791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4.224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951,8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4.552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541 | MoM -8,9%
PS: 521 | MoM -8,0%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455 | Active 53,4% | MoM -9,7%
  PS: 435 | Active 51,1% | MoM -9,0%
• Greenfield
  RE: 52 | Active 89,7% | MoM -5,5%
  PS: 52 | Active 89,7%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-37,3%, Gap -28
• Flores: PS +4,6%, Gap +4
• Kupang: PS -26,3%, Gap -10
• Mataram: PS -19,5%, Gap -17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Tabanan (Denpasar): -80,0%, Gap -4
• Grapari Sumbawa (Mataram): -77,8%, Gap -7
• Grapari Malaka (Kupang): -75,0%, Gap -3
• Grapari Baa Rote (Kupang): -66,7%, Gap -2
• Grapari Larantuka (Flores): -57,1%,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-225 (-31,8%), PS -228 (-37,2%)
• Bali Tengah: RE -162 (-13,8%), PS -161 (-16,1%)
• Lombok: RE -93 (-10,7%), PS -68 (-9,9%)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-5 (-4,1%), PS -9 (-9,7%)
• Sumbawa Barat: RE -10 (-47,6%), PS -8 (-61,5%)
• Sumbawa Timur: RE -5 (-14,3%), PS -7 (-36,8%)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0 (0,0%), PS -3 (-100,0%)
• Lombok: RE +5 (+45,5%), PS -3 (-37,5%)
• Flores Timur: RE 0 (0,0%), PS -2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(-40,0%), PS -3 (-60,0%)
• Bali Timur: RE -1 (-16,7%), PS -3 (-60,0%)
• Bali Barat: RE 0 (0,0%),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73.50%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74.01% | MoM -0.51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-23.71 pp | Rp-25.37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72.71%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73.13% | MoM -0.42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Rp78.65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Rp78.78 M | MoM -0.2%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79.16%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78.43%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Rp44.51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-18.42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Rp-10.36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62.48%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60.77%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Rp6.38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-34.22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Rp-3.49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64.52%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63.10%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Rp9.96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Rp-4.84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70.83%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69.11%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Rp17.80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-26.62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Rp-6.69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76.73%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75.16%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Rp-2.32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80.77%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80.42%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Rp25.53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Rp-5.31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77.38%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76.52%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-20.20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Rp-2.73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60.39%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Rp2.49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Rp-1.34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57.13%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56.30%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-39.57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Rp-874.1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67.96%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66.49%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-27.87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57.66%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56.19%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Rp2.23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-38.17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Rp-1.47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64.96%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63.81%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63.46%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62.62%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Rp1.89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-32.37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Rp-962.0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75.52%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74.08%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Rp10.38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-21.93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Rp-3.01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70.56%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Rp3.36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-26.89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61.29%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59.42%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-36.16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Rp-2.39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73.50%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-0.51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82.60% / -1.79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84.06% / -2.37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84.18%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79.00% / +1.15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81.67% / -2.85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71.23% / -0.59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73.03% / -3.13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67.86% / +1.79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65.72% / +2.67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72.82% / -0.85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64.53% / +0.97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68.70% / -0.19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56.81% / +1.46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56.94% / +1.34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67.45% / +1.90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65.30% / +1.64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71.41% / +0.70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55.86% / +3.15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57.62% / +2.25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65.41% / +2.40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64.28% / +0.94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70.66% / +0.63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54.35% / +2.37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55.45% / +1.58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62.45% / +0.51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76.94% / -1.11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81.98% / -1.59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65.50% / -1.18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68.39% / -0.49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73.56% / -0.22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481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M-1 479 | MoM +0.4%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-196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80 / +2.6%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 / +8.8%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15 / -6.3%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390 / -2.5%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312 / -3.4%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 / +15.8%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54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21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89,627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51.1%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85,604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57.5%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68.6%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61.0%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84.5%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50.0%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79.3%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51.3%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81.6%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63.4%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59.9%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48.4%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60.2%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50.9%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48.7%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45.1%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45.8%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38.5%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45.1%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51.9%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49.9%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45.6%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45.9%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42.7%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42.4%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41.3%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48.9%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50.6%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48.9%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46.1%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45.8%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38.8%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36.1%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36.5%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40.4%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39.4%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35.8%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43.4%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38.3%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41.8%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38.5%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36.3%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43.8%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41.2%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31.3%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27.5%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34.3%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