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01 Oct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-36,0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-24,0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 pp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Rote Ndao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-36,1%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36   Δ -13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26   Δ -7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87   Δ 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2.606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-25,8%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3.511   Δ -905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17 / 139 (12,2%)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-19,0% | Turun 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 / 152 (12,5%)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-29,6% | Turun 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105 (26,8%)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131 (78,4%)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540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23 | MoM -36,1%
PS: 19 | MoM -26,9%
• Junior
  RE: 19 | Active 13,7% | MoM -36,7%
  PS: 17 | Active 12,2% | MoM -15,0%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 | Active 11,1% | MoM -50,0%
  PS: 0 | Active 0,0% | MoM -100,0%
• Junior Plus
  RE: 3 | Active 75,0% | MoM -25,0%
  PS: 2 | Active 50,0% | MoM -50,0%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N/A, Gap 1
• Grapari Kefamenanu: PS N/A, Gap 2
• Grapari Kupang: PS -100,0%, Gap -2
• Grapari Malaka: PS 0,0%, Gap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Soe: PS N/A, Gap 1
• Grapari Waikabubak: PS 0,0%, Gap 0
• Grapari Waingapu: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Rote: RE -4 (-22,2%), PS -7 (-43,8%)
• Malaka Timtim Belu: RE -13 (-68,4%), PS -7 (-53,8%)
• Sumba: RE -8 (-61,5%), PS -3 (-37,5%)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1 (+100,0%),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484,4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HARMAN NDAJANG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SPSKU99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Joehanis Daniel Steven Pah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FIRDA JAITUN SABRI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JULIAN RUDYBEL LAPEBESI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GUSTAF RIHI MANGNGI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SPNII66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SPOSE99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VONNY MIRNAWATY RISSI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JANUARDO MAUKO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SPNOU25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YOLANDA SUBAN LEYN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JOSE CORREIA DASILVA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SPOSE99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ALDIAN YULEX LAYBOIS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SPYSI61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SYAFRUDIN AHMAD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SPMAD78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01–01 Oct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Fanderio l laure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FAN5086386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MISION NARIS POIK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ZEFERINO DOS REIS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ZELA TRIANINGSIH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DEDI FILIPUS FAY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CHR3429486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JACOB BESSIE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SPCJO63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HENDRIK YAKOBIS ZACHARYA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