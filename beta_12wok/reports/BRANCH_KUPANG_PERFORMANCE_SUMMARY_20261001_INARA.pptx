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26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3.511   Δ -905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 | MoM -36,1%
PS: 19 | MoM -26,9%
• Junior
  RE: 19 | Active 13,7% | MoM -36,7%
  PS: 17 | Active 12,2% | MoM -15,0%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 | Active 11,1% | MoM -50,0%
  PS: 0 | Active 0,0% | MoM -100,0%
• Junior Plus
  RE: 3 | Active 75,0% | MoM -25,0%
  PS: 2 | Active 50,0% | MoM -50,0%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N/A, Gap 2
• Grapari Kupang: PS -100,0%, Gap -2
• Grapari Malaka: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-4 (-22,2%), PS -7 (-43,8%)
• Malaka Timtim Belu: RE -13 (-68,4%), PS -7 (-53,8%)
• Sumba: RE -8 (-61,5%),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1 (+100,0%),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SPMAD78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