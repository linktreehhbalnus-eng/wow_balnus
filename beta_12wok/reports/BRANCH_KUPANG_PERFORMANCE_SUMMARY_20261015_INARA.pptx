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Sheet1!$C$2:$C$16</c:f>
              <c:numCache>
                <c:formatCode>General</c:formatCode>
                <c:ptCount val="15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Sheet1!$D$2:$D$16</c:f>
              <c:numCache>
                <c:formatCode>General</c:formatCode>
                <c:ptCount val="15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Sheet1!$A$2:$A$16</c:f>
              <c:strCache>
                <c:ptCount val="15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</c:strCache>
            </c:strRef>
          </c:cat>
          <c:val>
            <c:numRef>
              <c:f>Sheet1!$E$2:$E$16</c:f>
              <c:numCache>
                <c:formatCode>General</c:formatCode>
                <c:ptCount val="15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900,8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404,4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32,9%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41,1%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Timor Tengah Selatan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156  (+2,6%)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+9,2%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98   Δ 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96   Δ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61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1.627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1.627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1.010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+6,2%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+17,0%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89 / 143 (62,2%)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+1,1% | Turun 49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101 / 156 (64,7%)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+3,1%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57 (73,7%)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64 (75,0%)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 / 56 (57,1%)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60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+2,9%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 / 30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-6,2%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17 / 32 (53,1%)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+46,2%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-31,4%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407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143 (4,2%)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49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156 (5,1%)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53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57 (5,3%)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64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56 (1,8%)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60 (3,3%)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30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32 (9,4%)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2.229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186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+87,3%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107 | MoM +9,2%
PS: 101 | MoM +5,2%
• Junior
  RE: 95 | Active 66,4% | MoM +9,2%
  PS: 89 | Active 62,2% | MoM +3,5%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+33,3%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-50,0%, Gap -1
• Grapari Baa Rote: PS -50,0%, Gap -1
• Grapari Kefamenanu: PS -57,1%, Gap -4
• Grapari Kupang: PS -28,6%, Gap -2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-50,0%, Gap -1
• Grapari Soe: PS 0,0%, Gap 0
• Grapari Waikabubak: PS +150,0%, Gap 3
• Grapari Waingapu: PS -25,0%,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-9 (-7,4%), PS -18 (-16,4%)
• Malaka Timtim Belu: RE 4 (+2,5%), PS -10 (-7,4%)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-2 (-22,2%), PS -4 (-80,0%)
• Malaka Timtim Belu: RE -3 (-30,0%), PS -1 (-16,7%)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
• Kupang Rote: RE 0 (0,0%),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925,0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112,8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109,6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28,4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21,0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JILDER FINA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SPXXJF19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OKTAVIANUS SERAN LUAN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SPEKA14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FINDRASARI Y. WILA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SPFIN88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ARJAN IMANUEL SETTE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SPEUS86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Evan elison selan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EVA9147316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01–15 Oct 2026 vs MTD-1 01–15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SATURNINO PAULO DE DEUS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SAT6551930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Veronika Birina Dos Santos soares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VER2090285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29.27%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28.89% | MoM +0.38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-66.56 pp | Rp-10.28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28.22%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27.77% | MoM +0.45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Rp4.52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Rp4.47 M | MoM +1.0%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29.27%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+0.38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28.22%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Rp4.52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-66.56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Rp-10.28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32.55%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+0.64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31.39%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+0.73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Rp2.80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-63.28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Rp-5.45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23.41%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-0.22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22.56%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Rp904.3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-72.42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26.67%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+0.16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Rp813.3 Jt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+2.6%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-68.46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Rp-2.03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47.48% / -5.65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51.55% / -0.20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41.06% / -8.03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48.96% / -14.24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31.39% / +2.75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33.02% / +1.37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23.47% / +2.15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40.62% / +4.58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24.23% / +0.07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25.74% / +0.24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21.23% / +0.19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27.01% / -0.62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24.59% / +1.25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28.10% / +2.23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19.48% / +0.68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25.22% / +0.25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22.39% / +0.25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24.72% / +0.43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17.98% / +0.11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22.72% / +0.28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31.87% / +0.29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35.14% / +0.46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26.38% / -0.55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27.70% / +0.64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2026-10-15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15 | MoM +33.3%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+5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 / +63.6%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 / +37.5%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+66.7%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5,656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23,225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21.3%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22.3%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22.7%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20.7%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15.1%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23.6%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13.8%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13.4%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19.0%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12.6%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10.8%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11.1%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