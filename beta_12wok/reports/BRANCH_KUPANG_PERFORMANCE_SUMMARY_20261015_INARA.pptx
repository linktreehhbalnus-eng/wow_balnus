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</c:strCache>
            </c:strRef>
          </c:cat>
          <c:val>
            <c:numRef>
              <c:f>Sheet1!$E$2:$E$16</c:f>
              <c:numCache>
                <c:formatCode>General</c:formatCode>
                <c:ptCount val="15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98   Δ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1.627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89 / 143 (62,2%)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 | Turun 49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101 / 156 (64,7%)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57 (73,7%)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64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56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60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 / 30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 / 32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107 | MoM +9,2%
PS: 101 | MoM +5,2%
• Junior
  RE: 95 | Active 66,4% | MoM +9,2%
  PS: 89 | Active 62,2% | MoM +3,5%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+33,3%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-57,1%, Gap -4
• Grapari Kupang: PS -28,6%,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-50,0%, Gap -1
• Grapari Soe: PS 0,0%, Gap 0
• Grapari Waikabubak: PS +150,0%,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-9 (-7,4%), PS -18 (-16,4%)
• Malaka Timtim Belu: RE 4 (+2,5%), PS -10 (-7,4%)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(-22,2%), PS -4 (-80,0%)
• Malaka Timtim Belu: RE -3 (-30,0%), PS -1 (-16,7%)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ARJAN IMANUEL SETTE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SPEUS86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Evan elison selan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EVA9147316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01–15 Oct 2026 vs MTD-1 01–15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SATURNINO PAULO DE DEUS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SAT6551930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Veronika Birina Dos Santos soares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VER2090285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26.50% | MoM +0.71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-68.62 pp | Rp-10.59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26.24%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25.56% | MoM +0.68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Rp4.20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Rp4.10 M | MoM +2.4%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-65.49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21.64%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20.85%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Rp836.1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25.40%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24.79%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Rp754.8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45.28% / -4.32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48.97% / -0.38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38.75% / -7.41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47.58% / -8.41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29.65% / +3.00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30.87%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22.40% / +3.80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38.68% / +4.84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22.31% / +0.56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23.90%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19.64%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24.13%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22.90% / +1.47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26.22% / +2.29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17.94% / +1.11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23.69% / +0.56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20.75% / +0.35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23.08% / +0.49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16.18% / +0.12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21.30% / +0.67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29.63% / +0.67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32.72% / +0.84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24.48% / -0.09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25.59% / +0.92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15 | MoM +26.7%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+54.5%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