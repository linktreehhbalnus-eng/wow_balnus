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47.0</c:v>
                </c:pt>
                <c:pt idx="1">
                  <c:v>54.0</c:v>
                </c:pt>
                <c:pt idx="2">
                  <c:v>40.0</c:v>
                </c:pt>
                <c:pt idx="3">
                  <c:v>28.0</c:v>
                </c:pt>
                <c:pt idx="4">
                  <c:v>43.0</c:v>
                </c:pt>
                <c:pt idx="5">
                  <c:v>48.0</c:v>
                </c:pt>
                <c:pt idx="6">
                  <c:v>50.0</c:v>
                </c:pt>
                <c:pt idx="7">
                  <c:v>42.0</c:v>
                </c:pt>
                <c:pt idx="8">
                  <c:v>39.0</c:v>
                </c:pt>
                <c:pt idx="9">
                  <c:v>47.0</c:v>
                </c:pt>
                <c:pt idx="10">
                  <c:v>31.0</c:v>
                </c:pt>
                <c:pt idx="11">
                  <c:v>43.0</c:v>
                </c:pt>
                <c:pt idx="12">
                  <c:v>45.0</c:v>
                </c:pt>
                <c:pt idx="13">
                  <c:v>55.0</c:v>
                </c:pt>
                <c:pt idx="14">
                  <c:v>55.0</c:v>
                </c:pt>
                <c:pt idx="15">
                  <c:v>57.0</c:v>
                </c:pt>
                <c:pt idx="16">
                  <c:v>38.0</c:v>
                </c:pt>
                <c:pt idx="17">
                  <c:v>39.0</c:v>
                </c:pt>
                <c:pt idx="18">
                  <c:v>56.0</c:v>
                </c:pt>
                <c:pt idx="19">
                  <c:v>65.0</c:v>
                </c:pt>
                <c:pt idx="20">
                  <c:v>44.0</c:v>
                </c:pt>
                <c:pt idx="21">
                  <c:v>60.0</c:v>
                </c:pt>
                <c:pt idx="22">
                  <c:v>39.0</c:v>
                </c:pt>
                <c:pt idx="23">
                  <c:v>45.0</c:v>
                </c:pt>
                <c:pt idx="24">
                  <c:v>31.0</c:v>
                </c:pt>
                <c:pt idx="25">
                  <c:v>51.0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25.0</c:v>
                </c:pt>
                <c:pt idx="1">
                  <c:v>30.0</c:v>
                </c:pt>
                <c:pt idx="2">
                  <c:v>20.0</c:v>
                </c:pt>
                <c:pt idx="3">
                  <c:v>14.0</c:v>
                </c:pt>
                <c:pt idx="4">
                  <c:v>25.0</c:v>
                </c:pt>
                <c:pt idx="5">
                  <c:v>25.0</c:v>
                </c:pt>
                <c:pt idx="6">
                  <c:v>23.0</c:v>
                </c:pt>
                <c:pt idx="7">
                  <c:v>19.0</c:v>
                </c:pt>
                <c:pt idx="8">
                  <c:v>21.0</c:v>
                </c:pt>
                <c:pt idx="9">
                  <c:v>30.0</c:v>
                </c:pt>
                <c:pt idx="10">
                  <c:v>18.0</c:v>
                </c:pt>
                <c:pt idx="11">
                  <c:v>22.0</c:v>
                </c:pt>
                <c:pt idx="12">
                  <c:v>21.0</c:v>
                </c:pt>
                <c:pt idx="13">
                  <c:v>32.0</c:v>
                </c:pt>
                <c:pt idx="14">
                  <c:v>31.0</c:v>
                </c:pt>
                <c:pt idx="15">
                  <c:v>28.0</c:v>
                </c:pt>
                <c:pt idx="16">
                  <c:v>21.0</c:v>
                </c:pt>
                <c:pt idx="17">
                  <c:v>26.0</c:v>
                </c:pt>
                <c:pt idx="18">
                  <c:v>31.0</c:v>
                </c:pt>
                <c:pt idx="19">
                  <c:v>38.0</c:v>
                </c:pt>
                <c:pt idx="20">
                  <c:v>24.0</c:v>
                </c:pt>
                <c:pt idx="21">
                  <c:v>37.0</c:v>
                </c:pt>
                <c:pt idx="22">
                  <c:v>22.0</c:v>
                </c:pt>
                <c:pt idx="23">
                  <c:v>28.0</c:v>
                </c:pt>
                <c:pt idx="24">
                  <c:v>15.0</c:v>
                </c:pt>
                <c:pt idx="25">
                  <c:v>30.0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Sheet1!$D$2:$D$27</c:f>
              <c:numCache>
                <c:formatCode>General</c:formatCode>
                <c:ptCount val="26"/>
                <c:pt idx="0">
                  <c:v>6.0</c:v>
                </c:pt>
                <c:pt idx="1">
                  <c:v>7.0</c:v>
                </c:pt>
                <c:pt idx="2">
                  <c:v>5.0</c:v>
                </c:pt>
                <c:pt idx="3">
                  <c:v>2.0</c:v>
                </c:pt>
                <c:pt idx="4">
                  <c:v>9.0</c:v>
                </c:pt>
                <c:pt idx="5">
                  <c:v>5.0</c:v>
                </c:pt>
                <c:pt idx="6">
                  <c:v>9.0</c:v>
                </c:pt>
                <c:pt idx="7">
                  <c:v>9.0</c:v>
                </c:pt>
                <c:pt idx="8">
                  <c:v>5.0</c:v>
                </c:pt>
                <c:pt idx="9">
                  <c:v>9.0</c:v>
                </c:pt>
                <c:pt idx="10">
                  <c:v>4.0</c:v>
                </c:pt>
                <c:pt idx="11">
                  <c:v>6.0</c:v>
                </c:pt>
                <c:pt idx="12">
                  <c:v>8.0</c:v>
                </c:pt>
                <c:pt idx="13">
                  <c:v>8.0</c:v>
                </c:pt>
                <c:pt idx="14">
                  <c:v>8.0</c:v>
                </c:pt>
                <c:pt idx="15">
                  <c:v>9.0</c:v>
                </c:pt>
                <c:pt idx="16">
                  <c:v>4.0</c:v>
                </c:pt>
                <c:pt idx="17">
                  <c:v>4.0</c:v>
                </c:pt>
                <c:pt idx="18">
                  <c:v>11.0</c:v>
                </c:pt>
                <c:pt idx="19">
                  <c:v>10.0</c:v>
                </c:pt>
                <c:pt idx="20">
                  <c:v>11.0</c:v>
                </c:pt>
                <c:pt idx="21">
                  <c:v>12.0</c:v>
                </c:pt>
                <c:pt idx="22">
                  <c:v>5.0</c:v>
                </c:pt>
                <c:pt idx="23">
                  <c:v>8.0</c:v>
                </c:pt>
                <c:pt idx="24">
                  <c:v>6.0</c:v>
                </c:pt>
                <c:pt idx="25">
                  <c:v>9.0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Sheet1!$E$2:$E$27</c:f>
              <c:numCache>
                <c:formatCode>General</c:formatCode>
                <c:ptCount val="26"/>
                <c:pt idx="0">
                  <c:v>16.0</c:v>
                </c:pt>
                <c:pt idx="1">
                  <c:v>17.0</c:v>
                </c:pt>
                <c:pt idx="2">
                  <c:v>15.0</c:v>
                </c:pt>
                <c:pt idx="3">
                  <c:v>12.0</c:v>
                </c:pt>
                <c:pt idx="4">
                  <c:v>9.0</c:v>
                </c:pt>
                <c:pt idx="5">
                  <c:v>17.0</c:v>
                </c:pt>
                <c:pt idx="6">
                  <c:v>18.0</c:v>
                </c:pt>
                <c:pt idx="7">
                  <c:v>14.0</c:v>
                </c:pt>
                <c:pt idx="8">
                  <c:v>13.0</c:v>
                </c:pt>
                <c:pt idx="9">
                  <c:v>8.0</c:v>
                </c:pt>
                <c:pt idx="10">
                  <c:v>9.0</c:v>
                </c:pt>
                <c:pt idx="11">
                  <c:v>15.0</c:v>
                </c:pt>
                <c:pt idx="12">
                  <c:v>16.0</c:v>
                </c:pt>
                <c:pt idx="13">
                  <c:v>15.0</c:v>
                </c:pt>
                <c:pt idx="14">
                  <c:v>16.0</c:v>
                </c:pt>
                <c:pt idx="15">
                  <c:v>20.0</c:v>
                </c:pt>
                <c:pt idx="16">
                  <c:v>13.0</c:v>
                </c:pt>
                <c:pt idx="17">
                  <c:v>9.0</c:v>
                </c:pt>
                <c:pt idx="18">
                  <c:v>14.0</c:v>
                </c:pt>
                <c:pt idx="19">
                  <c:v>17.0</c:v>
                </c:pt>
                <c:pt idx="20">
                  <c:v>9.0</c:v>
                </c:pt>
                <c:pt idx="21">
                  <c:v>11.0</c:v>
                </c:pt>
                <c:pt idx="22">
                  <c:v>12.0</c:v>
                </c:pt>
                <c:pt idx="23">
                  <c:v>9.0</c:v>
                </c:pt>
                <c:pt idx="24">
                  <c:v>10.0</c:v>
                </c:pt>
                <c:pt idx="25">
                  <c:v>12.0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Sheet1!$F$2:$F$27</c:f>
              <c:numCache>
                <c:formatCode>General</c:formatCode>
                <c:ptCount val="2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1.0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47.0</c:v>
                </c:pt>
                <c:pt idx="1">
                  <c:v>47.0</c:v>
                </c:pt>
                <c:pt idx="2">
                  <c:v>36.0</c:v>
                </c:pt>
                <c:pt idx="3">
                  <c:v>30.0</c:v>
                </c:pt>
                <c:pt idx="4">
                  <c:v>42.0</c:v>
                </c:pt>
                <c:pt idx="5">
                  <c:v>27.0</c:v>
                </c:pt>
                <c:pt idx="6">
                  <c:v>55.0</c:v>
                </c:pt>
                <c:pt idx="7">
                  <c:v>41.0</c:v>
                </c:pt>
                <c:pt idx="8">
                  <c:v>35.0</c:v>
                </c:pt>
                <c:pt idx="9">
                  <c:v>34.0</c:v>
                </c:pt>
                <c:pt idx="10">
                  <c:v>19.0</c:v>
                </c:pt>
                <c:pt idx="11">
                  <c:v>38.0</c:v>
                </c:pt>
                <c:pt idx="12">
                  <c:v>46.0</c:v>
                </c:pt>
                <c:pt idx="13">
                  <c:v>43.0</c:v>
                </c:pt>
                <c:pt idx="14">
                  <c:v>53.0</c:v>
                </c:pt>
                <c:pt idx="15">
                  <c:v>45.0</c:v>
                </c:pt>
                <c:pt idx="16">
                  <c:v>40.0</c:v>
                </c:pt>
                <c:pt idx="17">
                  <c:v>34.0</c:v>
                </c:pt>
                <c:pt idx="18">
                  <c:v>53.0</c:v>
                </c:pt>
                <c:pt idx="19">
                  <c:v>50.0</c:v>
                </c:pt>
                <c:pt idx="20">
                  <c:v>52.0</c:v>
                </c:pt>
                <c:pt idx="21">
                  <c:v>59.0</c:v>
                </c:pt>
                <c:pt idx="22">
                  <c:v>37.0</c:v>
                </c:pt>
                <c:pt idx="23">
                  <c:v>36.0</c:v>
                </c:pt>
                <c:pt idx="24">
                  <c:v>30.0</c:v>
                </c:pt>
                <c:pt idx="25">
                  <c:v>44.0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29.0</c:v>
                </c:pt>
                <c:pt idx="1">
                  <c:v>23.0</c:v>
                </c:pt>
                <c:pt idx="2">
                  <c:v>22.0</c:v>
                </c:pt>
                <c:pt idx="3">
                  <c:v>18.0</c:v>
                </c:pt>
                <c:pt idx="4">
                  <c:v>17.0</c:v>
                </c:pt>
                <c:pt idx="5">
                  <c:v>14.0</c:v>
                </c:pt>
                <c:pt idx="6">
                  <c:v>30.0</c:v>
                </c:pt>
                <c:pt idx="7">
                  <c:v>21.0</c:v>
                </c:pt>
                <c:pt idx="8">
                  <c:v>20.0</c:v>
                </c:pt>
                <c:pt idx="9">
                  <c:v>22.0</c:v>
                </c:pt>
                <c:pt idx="10">
                  <c:v>12.0</c:v>
                </c:pt>
                <c:pt idx="11">
                  <c:v>24.0</c:v>
                </c:pt>
                <c:pt idx="12">
                  <c:v>25.0</c:v>
                </c:pt>
                <c:pt idx="13">
                  <c:v>22.0</c:v>
                </c:pt>
                <c:pt idx="14">
                  <c:v>28.0</c:v>
                </c:pt>
                <c:pt idx="15">
                  <c:v>22.0</c:v>
                </c:pt>
                <c:pt idx="16">
                  <c:v>24.0</c:v>
                </c:pt>
                <c:pt idx="17">
                  <c:v>22.0</c:v>
                </c:pt>
                <c:pt idx="18">
                  <c:v>34.0</c:v>
                </c:pt>
                <c:pt idx="19">
                  <c:v>30.0</c:v>
                </c:pt>
                <c:pt idx="20">
                  <c:v>32.0</c:v>
                </c:pt>
                <c:pt idx="21">
                  <c:v>33.0</c:v>
                </c:pt>
                <c:pt idx="22">
                  <c:v>22.0</c:v>
                </c:pt>
                <c:pt idx="23">
                  <c:v>20.0</c:v>
                </c:pt>
                <c:pt idx="24">
                  <c:v>21.0</c:v>
                </c:pt>
                <c:pt idx="25">
                  <c:v>25.0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Sheet1!$D$2:$D$27</c:f>
              <c:numCache>
                <c:formatCode>General</c:formatCode>
                <c:ptCount val="26"/>
                <c:pt idx="0">
                  <c:v>3.0</c:v>
                </c:pt>
                <c:pt idx="1">
                  <c:v>5.0</c:v>
                </c:pt>
                <c:pt idx="2">
                  <c:v>5.0</c:v>
                </c:pt>
                <c:pt idx="3">
                  <c:v>3.0</c:v>
                </c:pt>
                <c:pt idx="4">
                  <c:v>9.0</c:v>
                </c:pt>
                <c:pt idx="5">
                  <c:v>7.0</c:v>
                </c:pt>
                <c:pt idx="6">
                  <c:v>7.0</c:v>
                </c:pt>
                <c:pt idx="7">
                  <c:v>5.0</c:v>
                </c:pt>
                <c:pt idx="8">
                  <c:v>5.0</c:v>
                </c:pt>
                <c:pt idx="9">
                  <c:v>5.0</c:v>
                </c:pt>
                <c:pt idx="10">
                  <c:v>3.0</c:v>
                </c:pt>
                <c:pt idx="11">
                  <c:v>6.0</c:v>
                </c:pt>
                <c:pt idx="12">
                  <c:v>7.0</c:v>
                </c:pt>
                <c:pt idx="13">
                  <c:v>6.0</c:v>
                </c:pt>
                <c:pt idx="14">
                  <c:v>9.0</c:v>
                </c:pt>
                <c:pt idx="15">
                  <c:v>7.0</c:v>
                </c:pt>
                <c:pt idx="16">
                  <c:v>4.0</c:v>
                </c:pt>
                <c:pt idx="17">
                  <c:v>4.0</c:v>
                </c:pt>
                <c:pt idx="18">
                  <c:v>8.0</c:v>
                </c:pt>
                <c:pt idx="19">
                  <c:v>9.0</c:v>
                </c:pt>
                <c:pt idx="20">
                  <c:v>9.0</c:v>
                </c:pt>
                <c:pt idx="21">
                  <c:v>11.0</c:v>
                </c:pt>
                <c:pt idx="22">
                  <c:v>6.0</c:v>
                </c:pt>
                <c:pt idx="23">
                  <c:v>5.0</c:v>
                </c:pt>
                <c:pt idx="24">
                  <c:v>1.0</c:v>
                </c:pt>
                <c:pt idx="25">
                  <c:v>11.0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Sheet1!$E$2:$E$27</c:f>
              <c:numCache>
                <c:formatCode>General</c:formatCode>
                <c:ptCount val="26"/>
                <c:pt idx="0">
                  <c:v>15.0</c:v>
                </c:pt>
                <c:pt idx="1">
                  <c:v>19.0</c:v>
                </c:pt>
                <c:pt idx="2">
                  <c:v>9.0</c:v>
                </c:pt>
                <c:pt idx="3">
                  <c:v>9.0</c:v>
                </c:pt>
                <c:pt idx="4">
                  <c:v>16.0</c:v>
                </c:pt>
                <c:pt idx="5">
                  <c:v>6.0</c:v>
                </c:pt>
                <c:pt idx="6">
                  <c:v>18.0</c:v>
                </c:pt>
                <c:pt idx="7">
                  <c:v>15.0</c:v>
                </c:pt>
                <c:pt idx="8">
                  <c:v>10.0</c:v>
                </c:pt>
                <c:pt idx="9">
                  <c:v>7.0</c:v>
                </c:pt>
                <c:pt idx="10">
                  <c:v>4.0</c:v>
                </c:pt>
                <c:pt idx="11">
                  <c:v>8.0</c:v>
                </c:pt>
                <c:pt idx="12">
                  <c:v>14.0</c:v>
                </c:pt>
                <c:pt idx="13">
                  <c:v>15.0</c:v>
                </c:pt>
                <c:pt idx="14">
                  <c:v>16.0</c:v>
                </c:pt>
                <c:pt idx="15">
                  <c:v>16.0</c:v>
                </c:pt>
                <c:pt idx="16">
                  <c:v>12.0</c:v>
                </c:pt>
                <c:pt idx="17">
                  <c:v>8.0</c:v>
                </c:pt>
                <c:pt idx="18">
                  <c:v>11.0</c:v>
                </c:pt>
                <c:pt idx="19">
                  <c:v>11.0</c:v>
                </c:pt>
                <c:pt idx="20">
                  <c:v>11.0</c:v>
                </c:pt>
                <c:pt idx="21">
                  <c:v>15.0</c:v>
                </c:pt>
                <c:pt idx="22">
                  <c:v>9.0</c:v>
                </c:pt>
                <c:pt idx="23">
                  <c:v>11.0</c:v>
                </c:pt>
                <c:pt idx="24">
                  <c:v>8.0</c:v>
                </c:pt>
                <c:pt idx="25">
                  <c:v>8.0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Sheet1!$F$2:$F$27</c:f>
              <c:numCache>
                <c:formatCode>General</c:formatCode>
                <c:ptCount val="2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3.282,9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63,6%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1.194,9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2.666,1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60,1%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1.064,1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62,9%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668,3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62,2%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51,2%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210,9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64,9%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240 → 253  (+5,4%)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-8,2%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195   Δ -16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-9,5%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189   Δ -18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193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4.630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4.630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2.042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1.909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-13,3% | Turun 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148 / 227 (65,2%)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-9,8% | Turun 89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171 / 253 (67,6%)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108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11 (72,7%)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84 / 129 (65,1%)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-15,2% | Turun 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97 / 145 (66,9%)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-15,7% | Turun 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 / 37 (62,2%)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 / 40 (65,0%)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41 / 61 (67,2%)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-2,4%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48 / 68 (70,6%)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-2,0%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-22,4%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1.082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191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-27,9%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-27,7%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1.411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401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 / 16 (25,0%)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41 / 227 (18,1%)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+20,6% | Turun 89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54 / 253 (21,3%)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+8,0% | Turun 108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11 (27,3%)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 / 129 (19,4%)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+13,6% | Turun 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 / 145 (22,8%)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+3,1% | Turun 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37 (16,2%)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40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61 (16,4%)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4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68 (19,1%)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+8,3%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1.993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3.018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9.050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20.015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1.508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736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381,2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333,2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179 | MoM -8,2%
PS: 171 | MoM -9,5%
• Performer
  RE: 1 | Active 100,0% | MoM 0,0%
  PS: 1 | Active 100,0% | MoM 0,0%
• Junior
  RE: 156 | Active 68,7% | MoM -7,7%
  PS: 148 | Active 65,2% | MoM -9,8%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81,2% | MoM -18,8%
  PS: 13 | Active 81,2% | MoM -13,3%
• Junior Plus
  RE: 9 | Active 100,0% | MoM 0,0%
  PS: 9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-30,8%, Gap -12
• Grapari Dompu: PS +55,6%, Gap 5
• Grapari Lombok Timur: PS +100,0%, Gap 2
• Grapari Lombok Utara: PS +100,0%, Gap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+300,0%, Gap 3
• Grapari Mataram: PS -34,1%, Gap -15
• Grapari Sumbawa: PS -55,6%, Gap -5
• Grapari Taliwang: PS -11,1%,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-134 (-11,7%), PS -91 (-10,0%)
• Sumbawa Barat: RE -58 (-18,1%), PS -19 (-8,8%)
• Sumbawa Timur: RE -23 (-4,4%), PS -18 (-4,3%)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Barat: RE -11 (-42,3%), PS -10 (-66,7%)
• Sumbawa Timur: RE -10 (-22,7%), PS -9 (-36,0%)
• Lombok: RE 1 (+1,7%), PS -2 (-4,7%)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1 (+5,6%), PS -7 (-53,8%)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-3 (-60,0%), PS -2 (-66,7%)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453,8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382,0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247,8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141,0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Muftholib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ABD7362841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IGS6210592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 SANDI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ARI2024904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FAISAL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FAI3793839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Nuroktavia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NUR5193830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ARINDA ADHA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SPARIND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SAM7712125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USWATUN HASANAH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USW5846733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IDHAR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IDH6810961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BAMBANG WAHYUDDIN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SPGWW15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Muftholib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ABD7362841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AISA TUKUBRA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AIS5256393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IGS6210592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desi aryani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BAI6830792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Nuroktavia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NUR5193830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NURUL QARIMAH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SPSLD18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SAM7712125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ERNY JUMRIANTY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ERN3856335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NURJANAH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NUR3882332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Haris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ABD6099896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BQ DEWI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SPXCAEWI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SAM5466810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ROY4629172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MAULADI AZHAR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MAU9803711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IHSAN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MUH1684593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MANGKU YOGISWARA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SPKYA37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ZONA MUSTHOFA AMNI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ZON8572294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Mrozikin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MRO9687817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LISNAWATI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SPISWAT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SYAMSUDDIN HABIBULLAH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SYA3961583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BQ DEWI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SPXCAEWI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SAM5466810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ROY4629172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MAULADI AZHAR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MAU9803711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MANGKU YOGISWARA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SPKYA37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ZONA MUSTHOFA AMNI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ZON8572294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Mrozikin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MRO9687817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ELISA PUTRI 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SPAEL42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Paezal rozi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PAE1462437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SYAMSUDDIN HABIBULLAH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SYA3961583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93.39%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93.89% | MoM -0.50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97.45%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-4.06 pp | Rp-1.02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92.84%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93.12% | MoM -0.28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Rp23.46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Rp23.22 M | MoM +1.1%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Rp25.12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+1.6%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93.39%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-0.50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92.84%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Rp23.46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-4.06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Rp-1.02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94.24%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-0.47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93.68%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Rp12.95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-3.21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Rp-440.7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92.54%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-1.08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92.20%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-1.06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Rp4.41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-4.91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Rp-233.9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92.25%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91.64%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Rp6.11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+1.6%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-5.20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Rp-344.6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96.31% / +1.47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97.18% / +1.25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97.54% / +5.72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94.10% / +0.31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91.29% / -0.01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92.36% / -0.07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89.47% / +1.05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89.91% / -1.34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89.82% / +0.22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90.11% / -0.26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89.08% / -1.47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89.80% / +1.88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90.35% / -0.24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91.65% / +0.38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88.12% / -2.87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89.70% / +0.39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91.19% / -0.26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92.56% / -0.20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91.04% / -0.75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88.98% / -0.05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94.74% / -0.68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95.29% / -0.64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93.93% / -1.09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94.07% / -0.42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10/24/2026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87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95 | MoM -8.4%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-9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21 / -8.7%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15 / -25.0%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 / +33.3%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65 / -9.7%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59 / -3.3%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 / -40.0%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 / -50.0%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27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45,531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33,276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73.1%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12,255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97.5%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93.0%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90.5%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89.0%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85.7%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81.3%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1,148 / 98.3%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1,271 / 93.5%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1,126 / 91.8%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1,046 / 89.5%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1,113 / 87.1%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920 / 81.4%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304 / 97.4%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92.2%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87.6%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349 / 86.8%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84.7%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354 / 82.5%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588 / 96.3%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580 / 92.6%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533 / 89.5%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581 / 89.5%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83.6%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80.6%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79.6%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78.8%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77.8%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75.1%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73.5%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71.8%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681 / 79.2%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846 / 78.7%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942 / 77.9%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75.7%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768 / 75.3%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1,017 / 70.8%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79.0%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79.8%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78.4%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74.0%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73.0%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299 / 73.6%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80.4%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573 / 78.4%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656 / 77.3%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695 / 75.0%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71.5%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72.6%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69.1%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67.8%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70.1%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64.7%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64.8%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60.5%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67.8%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1,052 / 68.0%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1,086 / 70.8%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944 / 63.8%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65.4%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908 / 61.6%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69.9%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310 / 67.1%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444 / 71.0%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445 / 61.8%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439 / 61.5%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54.6%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71.0%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67.8%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502 / 67.9%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535 / 68.8%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62.3%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64.2%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61.1%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60.4%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58.2%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58.3%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52.0%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745 / 64.2%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797 / 62.1%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56.5%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928 / 58.4%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825 / 59.9%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835 / 54.7%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288 / 68.8%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59.8%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419 / 67.1%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507 / 59.0%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57.1%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254 / 49.6%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511 / 61.8%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715 / 60.6%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642 / 62.0%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57.3%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538 / 56.7%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49.0%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