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  <c:pt idx="25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  <c:pt idx="25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  <c:pt idx="25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  <c:pt idx="25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  <c:pt idx="25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  <c:pt idx="25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  <c:pt idx="2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  <c:pt idx="25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-18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4.630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148 / 227 (65,2%)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253 (67,6%)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 / 129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 / 145 (66,9%)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61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68 (70,6%)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 / 227 (18,1%)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+20,6%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253 (21,3%)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129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145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37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61 (16,4%)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68 (19,1%)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179 | MoM -8,2%
PS: 171 | MoM -9,5%
• Performer
  RE: 1 | Active 100,0% | MoM 0,0%
  PS: 1 | Active 100,0% | MoM 0,0%
• Junior
  RE: 156 | Active 68,7% | MoM -7,7%
  PS: 148 | Active 65,2% | MoM 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-30,8%, Gap -12
• Grapari Dompu: PS +55,6%, Gap 5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+300,0%, Gap 3
• Grapari Mataram: PS -34,1%, Gap -15
• Grapari Sumbawa: PS -55,6%, Gap -5
• Grapari Taliwang: PS -11,1%,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-134 (-11,7%), PS -91 (-10,0%)
• Sumbawa Barat: RE -58 (-18,1%), PS -19 (-8,8%)
• Sumbawa Timur: RE -23 (-4,4%), PS -18 (-4,3%)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-11 (-42,3%), PS -10 (-66,7%)
• Sumbawa Timur: RE -10 (-22,7%), PS -9 (-36,0%)
• Lombok: RE 1 (+1,7%), PS -2 (-4,7%)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(+5,6%), PS -7 (-53,8%)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(-60,0%),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ARINDA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SPARIND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93.39%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93.89% | MoM -0.50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-4.06 pp | Rp-1.02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92.84%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93.12% | MoM -0.28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Rp23.46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Rp23.22 M | MoM +1.1%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94.24%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Rp12.95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Rp-440.7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92.54%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Rp4.41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91.64%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96.31% / +1.47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97.18% / +1.25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97.54% / +5.72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94.10% / +0.31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91.29%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92.36% / -0.07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89.47% / +1.05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89.91% / -1.34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89.82% / 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90.11% / -0.26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89.08% / -1.47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89.80% / +1.88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90.35% / -0.24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91.65% / +0.38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88.12% / -2.87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89.70% / 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91.19% / -0.26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92.56% / -0.20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91.04% / -0.75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88.98% / 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94.74%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95.29% / -0.64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93.93%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94.07% / -0.42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87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95 | MoM -8.4%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65 / -9.7%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 / -3.3%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30,040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66.0%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15,491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78.4%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79.4%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72.4%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65.2%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63.0%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50.2%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41.7%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