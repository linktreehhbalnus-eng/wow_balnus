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4.630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 / 129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 / 145 (66,9%)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61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68 (70,6%)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227 (18,1%)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+20,6%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253 (21,3%)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145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61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68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179 | MoM -8,2%
PS: 171 | MoM -9,5%
• Performer
  RE: 1 | Active 100,0% | MoM 0,0%
  PS: 1 | Active 100,0% | MoM 0,0%
• Junior
  RE: 156 | Active 68,7% | MoM -7,7%
  PS: 148 | Active 65,2%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-30,8%, Gap -12
• Grapari Dompu: PS +55,6%, Gap 5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-34,1%, Gap -15
• Grapari Sumbawa: PS -55,6%, Gap -5
• Grapari Taliwang: PS -11,1%,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-134 (-11,7%), PS -91 (-10,0%)
• Sumbawa Barat: RE -58 (-18,1%), PS -19 (-8,8%)
• Sumbawa Timur: RE -23 (-4,4%), PS -18 (-4,3%)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-11 (-42,3%), PS -10 (-66,7%)
• Sumbawa Timur: RE -10 (-22,7%), PS -9 (-36,0%)
• Lombok: RE 1 (+1,7%), PS -2 (-4,7%)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(+5,6%),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94.67%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-3.08 pp | Rp-774.6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93.99% | MoM -0.10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Rp23.71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Rp23.41 M | MoM +1.3%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97.43%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97.93% / +3.28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94.10% / -1.96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-0.94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89.65%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90.91% / -2.07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91.08%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89.70% / -1.72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91.08% / +2.02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92.71% / +0.59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89.59% / -2.52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91.55% / +0.57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93.72%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92.43% / -0.58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91.15% / 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95.98% / -0.41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94.95% / -0.62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95.06% / -0.30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96 | MoM -8.3%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 / -3.2%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33,276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12,255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93.5%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82.5%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80.6%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70.8%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73.6%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72.6%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61.6%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54.6%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62.3%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54.7%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