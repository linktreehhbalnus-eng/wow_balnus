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4.471,7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3.675,2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2.505,2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2.048,8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139   Δ -11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126   Δ -8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-84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1.383   Δ -1.383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20 (65,0%)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85 / 306 (27,8%)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-7,6% | Turun 65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118 / 347 (34,0%)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-6,3% | Turun 84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20 (5,0%)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65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-55,6%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 / 347 (2,0%)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-53,3% | Turun 84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128 | MoM -7,9%
PS: 118 | MoM -6,3%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95 | Active 31,0% | MoM -6,9%
  PS: 85 | Active 27,8% | MoM -7,6%
• Greenfield
  RE: 13 | Active 65,0% | MoM -23,5%
  PS: 13 | Active 65,0% | MoM -7,1%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-42,9%, Gap -3
• Grapari Kuta: PS +200,0%, Gap 2
• Grapari Negara: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0,0%, Gap 0
• Grapari Singaraja: PS -100,0%, Gap -1
• Grapari Tabanan: PS -66,7%, Gap -2
• Grapari Ubud: PS -100,0%,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-85 (-37,8%), PS -101 (-50,8%)
• Bali Timur: RE -35 (-30,2%), PS -18 (-22,5%)
• Bali Tengah: RE -1 (-0,3%), PS -14 (-5,3%)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9 (+28,1%), PS -5 (-21,7%)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-3 (-25,0%), PS -4 (-50,0%)
• Bali Timur: RE 0 (0,0%), PS -2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BAM8870058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BAM8870058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KAD9367254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KAD9367254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