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60.0</c:v>
                </c:pt>
                <c:pt idx="1">
                  <c:v>61.0</c:v>
                </c:pt>
                <c:pt idx="2">
                  <c:v>50.0</c:v>
                </c:pt>
                <c:pt idx="3">
                  <c:v>47.0</c:v>
                </c:pt>
                <c:pt idx="4">
                  <c:v>59.0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15.0</c:v>
                </c:pt>
                <c:pt idx="1">
                  <c:v>18.0</c:v>
                </c:pt>
                <c:pt idx="2">
                  <c:v>15.0</c:v>
                </c:pt>
                <c:pt idx="3">
                  <c:v>14.0</c:v>
                </c:pt>
                <c:pt idx="4">
                  <c:v>15.0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33.0</c:v>
                </c:pt>
                <c:pt idx="1">
                  <c:v>33.0</c:v>
                </c:pt>
                <c:pt idx="2">
                  <c:v>30.0</c:v>
                </c:pt>
                <c:pt idx="3">
                  <c:v>25.0</c:v>
                </c:pt>
                <c:pt idx="4">
                  <c:v>33.0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12.0</c:v>
                </c:pt>
                <c:pt idx="1">
                  <c:v>11.0</c:v>
                </c:pt>
                <c:pt idx="2">
                  <c:v>9.0</c:v>
                </c:pt>
                <c:pt idx="3">
                  <c:v>9.0</c:v>
                </c:pt>
                <c:pt idx="4">
                  <c:v>11.0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54.0</c:v>
                </c:pt>
                <c:pt idx="1">
                  <c:v>53.0</c:v>
                </c:pt>
                <c:pt idx="2">
                  <c:v>57.0</c:v>
                </c:pt>
                <c:pt idx="3">
                  <c:v>43.0</c:v>
                </c:pt>
                <c:pt idx="4">
                  <c:v>43.0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11.0</c:v>
                </c:pt>
                <c:pt idx="1">
                  <c:v>15.0</c:v>
                </c:pt>
                <c:pt idx="2">
                  <c:v>16.0</c:v>
                </c:pt>
                <c:pt idx="3">
                  <c:v>9.0</c:v>
                </c:pt>
                <c:pt idx="4">
                  <c:v>9.0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31.0</c:v>
                </c:pt>
                <c:pt idx="1">
                  <c:v>30.0</c:v>
                </c:pt>
                <c:pt idx="2">
                  <c:v>32.0</c:v>
                </c:pt>
                <c:pt idx="3">
                  <c:v>29.0</c:v>
                </c:pt>
                <c:pt idx="4">
                  <c:v>24.0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12.0</c:v>
                </c:pt>
                <c:pt idx="1">
                  <c:v>8.0</c:v>
                </c:pt>
                <c:pt idx="2">
                  <c:v>9.0</c:v>
                </c:pt>
                <c:pt idx="3">
                  <c:v>5.0</c:v>
                </c:pt>
                <c:pt idx="4">
                  <c:v>12.0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Oct 2026 vs MTD-1 01–05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5.105,7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12,4%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4.471,7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4.142,2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3.675,2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-7,5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+24,2%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Denpasar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12,3%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1.116,4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925,1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12,8%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2.505,2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12,1%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2.048,8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701,3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Karang Asem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Bangli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Buleleng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Jembrana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Gianyar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Oct 2026 vs MTD-1 01–05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351 → 347  (-1,1%)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128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-7,9%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139   Δ -11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118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-6,3%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126   Δ -8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84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1.383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-7,9%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-6,3%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1.383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+5,8%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+8,1%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903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-17,2%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Denpasar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Oct 2026 vs MTD-1 01–05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13 / 20 (65,0%)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-7,1% | Turun 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85 / 306 (27,8%)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-7,6% | Turun 65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118 / 347 (34,0%)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-6,3% | Turun 84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6 (33,3%)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20 / 68 (29,4%)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-28,6% | Turun 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27 / 80 (33,8%)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-22,9% | Turun 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 / 9 (88,9%)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47 / 164 (28,7%)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+11,9% | Turun 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67 / 185 (36,2%)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+8,1% | Turun 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 / 5 (60,0%)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18 / 74 (24,3%)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-18,2% | Turun 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24 / 82 (29,3%)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-17,2% | Turun 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177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-29,2%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-21,1%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115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-29,4%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408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-24,6%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250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20 (5,0%)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N/A | Turun 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306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65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 / 5 (20,0%)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6 (16,7%)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 / 10 (40,0%)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-55,6% | Turun 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7 / 347 (2,0%)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-53,3% | Turun 84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68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3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 / 80 (2,5%)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-71,4% | Turun 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9 (11,1%)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164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2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3 (33,3%)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 / 7 (28,6%)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-66,7%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 / 185 (2,7%)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-28,6% | Turun 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5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74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2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82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Oct 2026 vs MTD-1 01–05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Oct 2026 vs MTD-1 01–05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82549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Denpasar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7.639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21.209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15.163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3.251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47.292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16,2%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3.251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569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Oct 2026 vs MTD-1 01–05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97,3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+31,9%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128 | MoM -7,9%
PS: 118 | MoM -6,3%
• Elite
  RE: 10 | Active 100,0% | MoM 0,0%
  PS: 10 | Active 100,0% | MoM 0,0%
• Performer
  RE: 6 | Active 100,0% | MoM 0,0%
  PS: 6 | Active 100,0% | MoM 0,0%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Junior
  RE: 95 | Active 31,0% | MoM -6,9%
  PS: 85 | Active 27,8% | MoM -7,6%
• Greenfield
  RE: 13 | Active 65,0% | MoM -23,5%
  PS: 13 | Active 65,0% | MoM -7,1%
• Junior Plus
  RE: 4 | Active 80,0% | MoM 0,0%
  PS: 4 | Active 80,0%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Amlapura: PS 0,0%, Gap 0
• Grapari Gatsu Tengah: PS N/A, Gap 1
• Grapari Jimbaran: PS -42,9%, Gap -3
• Grapari Kuta: PS +200,0%, Gap 2
• Grapari Negara: PS 0,0%, Gap 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Renon: PS 0,0%, Gap 0
• Grapari Singaraja: PS -100,0%, Gap -1
• Grapari Tabanan: PS -66,7%, Gap -2
• Grapari Ubud: PS -100,0%, Gap -3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Barat: RE -85 (-37,8%), PS -101 (-50,8%)
• Bali Timur: RE -35 (-30,2%), PS -18 (-22,5%)
• Bali Tengah: RE -1 (-0,3%), PS -14 (-5,3%)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Tengah: RE 9 (+28,1%), PS -5 (-21,7%)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Tengah: RE -3 (-25,0%), PS -4 (-50,0%)
• Bali Timur: RE 0 (0,0%), PS -2 (-100,0%)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Timur: RE -1 (-100,0%), PS -1 (-100,0%)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Oct 2026 vs MTD-1 01–05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Oct 2026 vs MTD-1 01–05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116,7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97,7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20,3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66,6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Oct 2026 vs MTD-1 01–05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Handoko Priadtmono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HAN9698607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MADE AWANG DARMAWAN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SPDAR84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USAMAH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USA9339079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MADE MAWAYANA SE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SPXYM59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Septian Adiputra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SEP6298129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LUH KARTINI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SPXKAR75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Winna Fitriany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WIN8225886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GEDE WISADA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SPXJRO75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KHUSNUL KHOTIMAH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SPHKN76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WAYAN HENDRA KARJAYA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SPXYH91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MADE MAWAYANA SE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SPXYM59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Handoko Priadtmono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HAN9698607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WAYAN HENDRA KARJAYA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SPXYH91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DEWI SRI WULAN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SPDEW79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LUH KARTINI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SPXKAR75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Bambang Agus Subyantoro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BAM8870058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USAMAH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USA9339079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SHINTIA SRIGANTINY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SPSSG22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MADE AWANG DARMAWAN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SPDAR84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Dody Setyawan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DOD4949153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Oct 2026 vs MTD-1 01–05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Indra syah 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IND7163324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Kadek Linda Ariyani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KAD9367254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IRMA NUR AINI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SPIRN91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Made Sri Pradnya tari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IDA4047575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Kunzita Lazuardi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KUN6555115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HERLINA JULIANTHI EDDY 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SPNRU39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Edy Susilo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EDY7689399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DIANA TRI ANGGRAINI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DIA5635104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Muhammad Khusairi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MUH9585099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A A NGR BISMA ADIK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AAN1814097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HERLINA JULIANTHI EDDY 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SPNRU39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Sumiyati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SUM8202596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Edy Susilo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EDY7689399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WINDA SAPUTRI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SPXXYW93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ROSA NINGRUM FATMALA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SPRNF95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DIANA TRI ANGGRAINI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DIA5635104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Muhammad Khusairi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MUH9585099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A A NGR BISMA ADIK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AAN1814097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Muhammad Fajar Nanda Imani0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MUH5235053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Marselinus Supardi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MAR4586447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