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60.0</c:v>
                </c:pt>
                <c:pt idx="1">
                  <c:v>61.0</c:v>
                </c:pt>
                <c:pt idx="2">
                  <c:v>50.0</c:v>
                </c:pt>
                <c:pt idx="3">
                  <c:v>47.0</c:v>
                </c:pt>
                <c:pt idx="4">
                  <c:v>59.0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15.0</c:v>
                </c:pt>
                <c:pt idx="1">
                  <c:v>18.0</c:v>
                </c:pt>
                <c:pt idx="2">
                  <c:v>15.0</c:v>
                </c:pt>
                <c:pt idx="3">
                  <c:v>14.0</c:v>
                </c:pt>
                <c:pt idx="4">
                  <c:v>15.0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33.0</c:v>
                </c:pt>
                <c:pt idx="1">
                  <c:v>33.0</c:v>
                </c:pt>
                <c:pt idx="2">
                  <c:v>30.0</c:v>
                </c:pt>
                <c:pt idx="3">
                  <c:v>25.0</c:v>
                </c:pt>
                <c:pt idx="4">
                  <c:v>33.0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9.0</c:v>
                </c:pt>
                <c:pt idx="4">
                  <c:v>11.0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54.0</c:v>
                </c:pt>
                <c:pt idx="1">
                  <c:v>53.0</c:v>
                </c:pt>
                <c:pt idx="2">
                  <c:v>57.0</c:v>
                </c:pt>
                <c:pt idx="3">
                  <c:v>43.0</c:v>
                </c:pt>
                <c:pt idx="4">
                  <c:v>43.0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11.0</c:v>
                </c:pt>
                <c:pt idx="1">
                  <c:v>15.0</c:v>
                </c:pt>
                <c:pt idx="2">
                  <c:v>16.0</c:v>
                </c:pt>
                <c:pt idx="3">
                  <c:v>9.0</c:v>
                </c:pt>
                <c:pt idx="4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31.0</c:v>
                </c:pt>
                <c:pt idx="1">
                  <c:v>30.0</c:v>
                </c:pt>
                <c:pt idx="2">
                  <c:v>32.0</c:v>
                </c:pt>
                <c:pt idx="3">
                  <c:v>29.0</c:v>
                </c:pt>
                <c:pt idx="4">
                  <c:v>24.0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5.0</c:v>
                </c:pt>
                <c:pt idx="4">
                  <c:v>12.0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5.105,7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4.471,7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4.142,2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3.675,2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1.116,4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2.505,2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2.048,8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Gianyar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347  (-1,1%)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-7,9%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139   Δ -11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-6,3%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126   Δ -8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84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1.383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1.383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+5,8%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 / 20 (65,0%)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-7,1%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85 / 306 (27,8%)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-7,6% | Turun 65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118 / 347 (34,0%)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-6,3% | Turun 84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6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 / 68 (29,4%)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 / 80 (33,8%)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-22,9%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 / 164 (28,7%)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+11,9%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67 / 185 (36,2%)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+8,1%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 / 74 (24,3%)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-18,2%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 / 82 (29,3%)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-17,2%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177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408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20 (5,0%)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306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65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6 (16,7%)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 / 10 (40,0%)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-55,6%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 / 347 (2,0%)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-53,3% | Turun 84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68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80 (2,5%)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-71,4% | Turun 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9 (11,1%)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164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3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7 (28,6%)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-66,7%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 / 185 (2,7%)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-28,6%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74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82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7.639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3.251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569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128 | MoM -7,9%
PS: 118 | MoM -6,3%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95 | Active 31,0% | MoM -6,9%
  PS: 85 | Active 27,8% | MoM -7,6%
• Greenfield
  RE: 13 | Active 65,0% | MoM -23,5%
  PS: 13 | Active 65,0% | MoM -7,1%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N/A, Gap 1
• Grapari Jimbaran: PS -42,9%, Gap -3
• Grapari Kuta: PS +200,0%, Gap 2
• Grapari Negara: PS 0,0%, Gap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0,0%, Gap 0
• Grapari Singaraja: PS -100,0%, Gap -1
• Grapari Tabanan: PS -66,7%, Gap -2
• Grapari Ubud: PS -100,0%, Gap -3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-85 (-37,8%), PS -101 (-50,8%)
• Bali Timur: RE -35 (-30,2%), PS -18 (-22,5%)
• Bali Tengah: RE -1 (-0,3%), PS -14 (-5,3%)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9 (+28,1%), PS -5 (-21,7%)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Tengah: RE -3 (-25,0%), PS -4 (-50,0%)
• Bali Timur: RE 0 (0,0%), PS -2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-1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66,6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Handoko Priadtmono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HAN9698607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AWANG DARMAWAN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SPDAR84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USAMAH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USA9339079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Septian Adiputra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SEP6298129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KARTINI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SPXKAR75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Winna Fitriany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WIN8225886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SPXJRO75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KHUSNUL KHOTIMAH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SPHKN76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HENDRA KARJAYA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SPXYH91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Handoko Priadtmono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HAN9698607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WAYAN HENDRA KARJAYA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SPXYH91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 SRI WULAN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SPDEW79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KARTINI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SPXKAR75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Bambang Agus Subyantoro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BAM8870058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USAMAH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USA9339079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SHINTIA SRIGANTINY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SPSSG22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AWANG DARMAWAN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SPDAR84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Dody Setyawan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DOD4949153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Linda Ariyani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KAD9367254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Edy Susilo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DIA5635104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Khusairi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MUH9585099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 A NGR BISMA ADIK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AAN1814097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Sumiyati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SUM8202596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Edy Susilo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EDY7689399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DIANA TRI ANGGRAINI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DIA5635104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Khusairi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MUH9585099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 A NGR BISMA ADIK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AAN1814097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Muhammad Fajar Nanda Imani0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MUH5235053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DENPASAR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37.39%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97.58% | Gap -60.19 pp | M-1 42.77%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42.264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13.867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Rp270.743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113.620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45.875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45.23%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Rp275.691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46.509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Rp13.52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Rp294.910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55.03%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-8.17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-5.69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32.38%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-4.66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-2.78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31.07%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-4.34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-5.77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DENPASAR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260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M-1 244 | MoM +6.6%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531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-271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+16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-271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466344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 / 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 / +40.0%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209 / +3.5%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28 / -6.7%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150 / +21.0%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31 / -35.4%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80,711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23,155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28.7%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57,556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46.5%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37.6%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35.6%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30.7%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30.6%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46.8%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895 / 39.9%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875 / 32.3%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767 / 32.3%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922 / 26.8%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821 / 27.3%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1,638 / 63.1%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1,853 / 48.8%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1,865 / 39.0%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1,693 / 36.7%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1,878 / 32.6%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1,896 / 30.0%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510 / 61.2%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558 / 49.6%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614 / 40.7%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528 / 37.1%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598 / 30.6%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608 / 36.8%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32.9%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30.4%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29.4%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28.1%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24.3%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765 / 34.1%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666 / 26.0%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742 / 29.0%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855 / 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27.3%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869 / 20.9%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1,929 / 32.1%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1,632 / 31.9%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1,801 / 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1,942 / 28.9%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1,719 / 27.2%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2,235 / 24.4%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33.8%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664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29.6%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553 / 28.6%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28.6%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23.7%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25.3%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22.8%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23.4%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756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868 / 25.6%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1,014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1,044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1,011 / 19.7%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961 / 21.8%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1,817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1,975 / 24.8%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2,246 / 24.9%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1,895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2,049 / 23.3%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1,871 / 23.5%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561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651 / 26.3%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673 / 25.6%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712 / 25.6%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648 / 25.8%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22.1%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871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1,062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970 / 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794 / 18.3%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822 / 18.0%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1,879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1,842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2,058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1,848 / 24.5%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1,682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1,806 / 23.8%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653 / 27.7%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660 / 24.7%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632 / 26.3%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25.7%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22.4%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