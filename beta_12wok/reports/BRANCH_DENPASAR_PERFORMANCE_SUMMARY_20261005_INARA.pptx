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15.0</c:v>
                </c:pt>
                <c:pt idx="1">
                  <c:v>18.0</c:v>
                </c:pt>
                <c:pt idx="2">
                  <c:v>15.0</c:v>
                </c:pt>
                <c:pt idx="3">
                  <c:v>14.0</c:v>
                </c:pt>
                <c:pt idx="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33.0</c:v>
                </c:pt>
                <c:pt idx="1">
                  <c:v>33.0</c:v>
                </c:pt>
                <c:pt idx="2">
                  <c:v>30.0</c:v>
                </c:pt>
                <c:pt idx="3">
                  <c:v>25.0</c:v>
                </c:pt>
                <c:pt idx="4">
                  <c:v>33.0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9.0</c:v>
                </c:pt>
                <c:pt idx="4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11.0</c:v>
                </c:pt>
                <c:pt idx="1">
                  <c:v>15.0</c:v>
                </c:pt>
                <c:pt idx="2">
                  <c:v>16.0</c:v>
                </c:pt>
                <c:pt idx="3">
                  <c:v>9.0</c:v>
                </c:pt>
                <c:pt idx="4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31.0</c:v>
                </c:pt>
                <c:pt idx="1">
                  <c:v>30.0</c:v>
                </c:pt>
                <c:pt idx="2">
                  <c:v>32.0</c:v>
                </c:pt>
                <c:pt idx="3">
                  <c:v>29.0</c:v>
                </c:pt>
                <c:pt idx="4">
                  <c:v>24.0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5.0</c:v>
                </c:pt>
                <c:pt idx="4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4.471,7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2.505,2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139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126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84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1.383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85 / 306 (27,8%)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-7,6%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118 / 347 (34,0%)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-6,3%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68 (29,4%)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80 (33,8%)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164 (28,7%)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+11,9%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 / 185 (36,2%)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74 (24,3%)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82 (29,3%)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347 (2,0%)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-53,3% | Turun 84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80 (2,5%)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-71,4%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185 (2,7%)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82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7.639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128 | MoM -7,9%
PS: 118 | MoM -6,3%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95 | Active 31,0% | MoM -6,9%
  PS: 85 | Active 27,8% | MoM -7,6%
• Greenfield
  RE: 13 | Active 65,0% | MoM -23,5%
  PS: 13 | Active 65,0% | MoM -7,1%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-42,9%, Gap -3
• Grapari Kuta: PS +200,0%, Gap 2
• Grapari Negara: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-100,0%, Gap -1
• Grapari Tabanan: PS -66,7%, Gap -2
• Grapari Ubud: PS -100,0%,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-85 (-37,8%), PS -101 (-50,8%)
• Bali Timur: RE -35 (-30,2%), PS -18 (-22,5%)
• Bali Tengah: RE -1 (-0,3%), PS -14 (-5,3%)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9 (+28,1%), PS -5 (-21,7%)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-3 (-25,0%), PS -4 (-50,0%)
• Bali Timur: RE 0 (0,0%),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Septian Adiputra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SEP6298129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Winna Fitriany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WIN8225886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HENDRA KARJAYA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SPXYH91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SPDEW79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Agus Subyantoro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BAM8870058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USA9339079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SHINTIA SRIGANTINY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SPSSG22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DOD4949153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KAD9367254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DIA5635104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MUH9585099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