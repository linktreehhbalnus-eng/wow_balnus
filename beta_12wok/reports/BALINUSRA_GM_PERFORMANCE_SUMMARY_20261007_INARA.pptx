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309.0</c:v>
                </c:pt>
                <c:pt idx="1">
                  <c:v>303.0</c:v>
                </c:pt>
                <c:pt idx="2">
                  <c:v>248.0</c:v>
                </c:pt>
                <c:pt idx="3">
                  <c:v>150.0</c:v>
                </c:pt>
                <c:pt idx="4">
                  <c:v>315.0</c:v>
                </c:pt>
                <c:pt idx="5">
                  <c:v>321.0</c:v>
                </c:pt>
                <c:pt idx="6">
                  <c:v>271.0</c:v>
                </c:pt>
                <c:pt idx="7">
                  <c:v>352.0</c:v>
                </c:pt>
                <c:pt idx="8">
                  <c:v>332.0</c:v>
                </c:pt>
                <c:pt idx="9">
                  <c:v>257.0</c:v>
                </c:pt>
                <c:pt idx="10">
                  <c:v>184.0</c:v>
                </c:pt>
                <c:pt idx="11">
                  <c:v>335.0</c:v>
                </c:pt>
                <c:pt idx="12">
                  <c:v>304.0</c:v>
                </c:pt>
                <c:pt idx="13">
                  <c:v>330.0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254.0</c:v>
                </c:pt>
                <c:pt idx="1">
                  <c:v>239.0</c:v>
                </c:pt>
                <c:pt idx="2">
                  <c:v>173.0</c:v>
                </c:pt>
                <c:pt idx="3">
                  <c:v>131.0</c:v>
                </c:pt>
                <c:pt idx="4">
                  <c:v>241.0</c:v>
                </c:pt>
                <c:pt idx="5">
                  <c:v>240.0</c:v>
                </c:pt>
                <c:pt idx="6">
                  <c:v>239.0</c:v>
                </c:pt>
                <c:pt idx="7">
                  <c:v>238.0</c:v>
                </c:pt>
                <c:pt idx="8">
                  <c:v>225.0</c:v>
                </c:pt>
                <c:pt idx="9">
                  <c:v>205.0</c:v>
                </c:pt>
                <c:pt idx="10">
                  <c:v>154.0</c:v>
                </c:pt>
                <c:pt idx="11">
                  <c:v>237.0</c:v>
                </c:pt>
                <c:pt idx="12">
                  <c:v>221.0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-7,5% &amp; PS -8,6% MoM — Achievement Mencapai 17,7% (RE) / 16,4%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7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(+1,3%), Denpasar Terdalam (-15,1%)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(+20,2%), Bali Barat Terdalam (-43,5%)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(+13), Sumbawa Barat Tumbuh Tertinggi (+112,5%)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+49, Bottom 5 -154, dan perubahan PS regional -148.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(+4,3%), TSEL One ≤30 Mbps Turun Terdalam (-20,2%)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-1,8%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YULI INDRAYANI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297,0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412 | MoM -7,8%
PS: 385 | MoM -1,8%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334 | Active 42,4% | MoM -8,5%
  PS: 309 | Active 39,2% | MoM -2,5%
• Greenfield
  RE: 43 | Active 74,1% | MoM -6,5%
  PS: 41 | Active 70,7% | MoM +5,1%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-14,3%, Gap -4
• Flores: PS +6,7%, Gap +2
• Kupang: PS 0,0%, Gap 0
• Mataram: PS -32,4%,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Mataram (Mataram): -76,5%,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
• Lombok: RE -33 (-11,2%), PS -21 (-9,1%)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(-30,8%), PS -4 (-66,7%)
• Lombok: RE +3 (+16,7%), PS -3 (-23,1%)
• Manggarai: RE -2 (-28,6%),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-8 (-100,0%), PS -2 (-40,0%)
• Bali Barat: RE -2 (-100,0%), PS -1 (-100,0%)
• Ende Sikka: RE +1 (+100,0%),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58 (70,7%)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+5,1%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309 / 788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385 / 901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788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901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