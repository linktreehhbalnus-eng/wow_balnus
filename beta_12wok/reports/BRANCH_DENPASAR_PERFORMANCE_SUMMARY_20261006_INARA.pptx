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  <c:pt idx="5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  <c:pt idx="5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  <c:pt idx="5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  <c:pt idx="5">
                  <c:v>32.0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  <c:pt idx="5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4.359,7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129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68 (32,4%)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80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164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185 (37,3%)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74 (25,7%)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82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185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136 | MoM -6,8%
PS: 123 | MoM -4,7%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102 | Active 33,3% | MoM -6,4%
  PS: 89 | Active 29,1% | MoM -6,3%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+50,0%, Gap 1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(-15,4%), PS -4 (-44,4%)
• Bali Timur: RE 1 (+25,0%),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