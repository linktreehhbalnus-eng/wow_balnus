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15.0</c:v>
                </c:pt>
                <c:pt idx="1">
                  <c:v>18.0</c:v>
                </c:pt>
                <c:pt idx="2">
                  <c:v>15.0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33.0</c:v>
                </c:pt>
                <c:pt idx="1">
                  <c:v>33.0</c:v>
                </c:pt>
                <c:pt idx="2">
                  <c:v>30.0</c:v>
                </c:pt>
                <c:pt idx="3">
                  <c:v>25.0</c:v>
                </c:pt>
                <c:pt idx="4">
                  <c:v>33.0</c:v>
                </c:pt>
                <c:pt idx="5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9.0</c:v>
                </c:pt>
                <c:pt idx="4">
                  <c:v>11.0</c:v>
                </c:pt>
                <c:pt idx="5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11.0</c:v>
                </c:pt>
                <c:pt idx="1">
                  <c:v>15.0</c:v>
                </c:pt>
                <c:pt idx="2">
                  <c:v>16.0</c:v>
                </c:pt>
                <c:pt idx="3">
                  <c:v>9.0</c:v>
                </c:pt>
                <c:pt idx="4">
                  <c:v>9.0</c:v>
                </c:pt>
                <c:pt idx="5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31.0</c:v>
                </c:pt>
                <c:pt idx="1">
                  <c:v>30.0</c:v>
                </c:pt>
                <c:pt idx="2">
                  <c:v>32.0</c:v>
                </c:pt>
                <c:pt idx="3">
                  <c:v>29.0</c:v>
                </c:pt>
                <c:pt idx="4">
                  <c:v>24.0</c:v>
                </c:pt>
                <c:pt idx="5">
                  <c:v>32.0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5.0</c:v>
                </c:pt>
                <c:pt idx="4">
                  <c:v>12.0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4.359,7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1.979,8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146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129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1.492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 / 306 (29,1%)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-6,3%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 / 347 (35,4%)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-4,7%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68 (32,4%)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-21,4%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80 (36,2%)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164 (29,3%)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185 (37,3%)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74 (25,7%)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82 (30,5%)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 / 347 (3,2%)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-71,4%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185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82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136 | MoM -6,8%
PS: 123 | MoM -4,7%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102 | Active 33,3% | MoM -6,4%
  PS: 89 | Active 29,1% | MoM -6,3%
• Greenfield
  RE: 14 | Active 70,0% | MoM -17,6%
  PS: 14 | Active 70,0%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-42,9%, Gap -3
• Grapari Kuta: PS +50,0%, Gap 1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-100,0%, Gap -1
• Grapari Tabanan: PS -66,7%, Gap -2
• Grapari Ubud: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-101 (-38,1%), PS -117 (-51,3%)
• Bali Timur: RE -23 (-18,3%), PS -22 (-23,2%)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(-15,4%), PS -4 (-44,4%)
• Bali Timur: RE 1 (+25,0%),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0 (0,0%), PS -1 (-100,0%)
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Septian Adiputra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ARIK IDA MAWARIYAH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SPXYA76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Adiyance Tes Lelo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YOH6387368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