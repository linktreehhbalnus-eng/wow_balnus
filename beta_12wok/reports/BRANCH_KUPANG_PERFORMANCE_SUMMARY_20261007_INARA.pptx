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23.0</c:v>
                </c:pt>
                <c:pt idx="1">
                  <c:v>22.0</c:v>
                </c:pt>
                <c:pt idx="2">
                  <c:v>16.0</c:v>
                </c:pt>
                <c:pt idx="3">
                  <c:v>11.0</c:v>
                </c:pt>
                <c:pt idx="4">
                  <c:v>33.0</c:v>
                </c:pt>
                <c:pt idx="5">
                  <c:v>38.0</c:v>
                </c:pt>
                <c:pt idx="6">
                  <c:v>36.0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4.0</c:v>
                </c:pt>
                <c:pt idx="4">
                  <c:v>14.0</c:v>
                </c:pt>
                <c:pt idx="5">
                  <c:v>19.0</c:v>
                </c:pt>
                <c:pt idx="6">
                  <c:v>19.0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6.0</c:v>
                </c:pt>
                <c:pt idx="1">
                  <c:v>7.0</c:v>
                </c:pt>
                <c:pt idx="2">
                  <c:v>3.0</c:v>
                </c:pt>
                <c:pt idx="3">
                  <c:v>5.0</c:v>
                </c:pt>
                <c:pt idx="4">
                  <c:v>13.0</c:v>
                </c:pt>
                <c:pt idx="5">
                  <c:v>11.0</c:v>
                </c:pt>
                <c:pt idx="6">
                  <c:v>10.0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5.0</c:v>
                </c:pt>
                <c:pt idx="1">
                  <c:v>4.0</c:v>
                </c:pt>
                <c:pt idx="2">
                  <c:v>4.0</c:v>
                </c:pt>
                <c:pt idx="3">
                  <c:v>2.0</c:v>
                </c:pt>
                <c:pt idx="4">
                  <c:v>6.0</c:v>
                </c:pt>
                <c:pt idx="5">
                  <c:v>8.0</c:v>
                </c:pt>
                <c:pt idx="6">
                  <c:v>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19.0</c:v>
                </c:pt>
                <c:pt idx="1">
                  <c:v>16.0</c:v>
                </c:pt>
                <c:pt idx="2">
                  <c:v>16.0</c:v>
                </c:pt>
                <c:pt idx="3">
                  <c:v>14.0</c:v>
                </c:pt>
                <c:pt idx="4">
                  <c:v>22.0</c:v>
                </c:pt>
                <c:pt idx="5">
                  <c:v>26.0</c:v>
                </c:pt>
                <c:pt idx="6">
                  <c:v>25.0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8.0</c:v>
                </c:pt>
                <c:pt idx="1">
                  <c:v>7.0</c:v>
                </c:pt>
                <c:pt idx="2">
                  <c:v>7.0</c:v>
                </c:pt>
                <c:pt idx="3">
                  <c:v>7.0</c:v>
                </c:pt>
                <c:pt idx="4">
                  <c:v>12.0</c:v>
                </c:pt>
                <c:pt idx="5">
                  <c:v>12.0</c:v>
                </c:pt>
                <c:pt idx="6">
                  <c:v>17.0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6.0</c:v>
                </c:pt>
                <c:pt idx="1">
                  <c:v>6.0</c:v>
                </c:pt>
                <c:pt idx="2">
                  <c:v>4.0</c:v>
                </c:pt>
                <c:pt idx="3">
                  <c:v>6.0</c:v>
                </c:pt>
                <c:pt idx="4">
                  <c:v>6.0</c:v>
                </c:pt>
                <c:pt idx="5">
                  <c:v>9.0</c:v>
                </c:pt>
                <c:pt idx="6">
                  <c:v>6.0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5.0</c:v>
                </c:pt>
                <c:pt idx="1">
                  <c:v>3.0</c:v>
                </c:pt>
                <c:pt idx="2">
                  <c:v>6.0</c:v>
                </c:pt>
                <c:pt idx="3">
                  <c:v>1.0</c:v>
                </c:pt>
                <c:pt idx="4">
                  <c:v>4.0</c:v>
                </c:pt>
                <c:pt idx="5">
                  <c:v>5.0</c:v>
                </c:pt>
                <c:pt idx="6">
                  <c:v>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2.002,3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1.707,3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1.624,5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1.412,5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-7,6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 Daya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152 → 156  (+2,6%)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84   Δ -1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-11,2%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80   Δ -9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51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893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9 (44,4%)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63 / 143 (44,1%)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-13,7% | Turun 33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71 / 156 (45,5%)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-12,3% | Turun 39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6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32 / 57 (56,1%)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35 / 64 (54,7%)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-5,4%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 / 56 (39,3%)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 / 60 (43,3%)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-7,1%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30 (30,0%)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32 (31,2%)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-37,5%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158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-51,5%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143 (0,7%)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4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 / 156 (0,6%)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39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57 (1,8%)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64 (1,6%)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32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2.408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83 | MoM -1,2%
PS: 71 | MoM -11,2%
• Junior
  RE: 74 | Active 51,7% | MoM 0,0%
  PS: 63 | Active 44,1% | MoM -12,5%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5 | Active 55,6% | MoM -16,7%
  PS: 4 | Active 44,4% | MoM 0,0%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0,0%, Gap 0
• Grapari Baa Rote: PS -100,0%, Gap -1
• Grapari Kefamenanu: PS -33,3%, Gap -1
• Grapari Kupang: PS -33,3%,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-100,0%, Gap -1
• Grapari Soe: PS +100,0%, Gap 1
• Grapari Waikabubak: PS +200,0%, Gap 2
• Grapari Waingapu: PS +50,0%,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-17 (-26,2%), PS -18 (-34,6%)
• Malaka Timtim Belu: RE -22 (-24,7%), PS -12 (-17,9%)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0 (0,0%), PS -2 (-100,0%)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FELIKS VENTIANUS MARIO JEMA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SPVEN05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JILDER FINA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SPXXJF19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FINDRASARI Y. WILA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HENDRIK YAKOBIS ZACHARYA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SPHYZ89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RAFIKI ABDURAHMAN PUA JENDO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SPRAF16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FELIKS VENTIANUS MARIO JEMA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SPVEN05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SPNLU74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COR5804367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JILDER FINA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SPXXJF19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RAFIKI ABDURAHMAN PUA JENDO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SPRAF16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FIRDA JAITUN SABRI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SPTUN00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ZELA 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ZEL9504682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ANI1534039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MARLIN DA SILVA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SPRLN81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YAKOB MONI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SPNOM19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RANGGA 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SPLAA32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CHR3429486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SPKRL00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ELSON MUHAMMAD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SPXMMD83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ZELA 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ZEL9504682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ANI1534039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NORMA NATALIA AMALO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NOR8152023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MARLIN DA SILVA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SPRLN81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RANGGA 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SPLAA32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CHR3429486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FAUZI ABDULA LATIF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SPLAA46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SEMUEL EDWIN KOBY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SPSEK85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Septania Rice Dapawole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SEP5137402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KUPANG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24.93%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95.83% | Gap -70.90 pp | M-1 28.89%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26.827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7.246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Rp8.61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Rp2.40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31.91%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-67.99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Rp330.594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18.98%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Rp3.86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Rp760.9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-76.13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Rp320.397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9.251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22.86%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Rp2.97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Rp692.7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26.88%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-72.52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Rp327.529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42.53%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-10.60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-1.04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20.49%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-3.67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21.29%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-2.06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19.02%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-3.13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-4.54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KUPANG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19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14 | MoM +35.7%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+5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17 / +70.0%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 / +42.9%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 / +66.7%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