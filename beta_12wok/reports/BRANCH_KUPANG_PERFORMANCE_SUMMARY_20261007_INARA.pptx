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80   Δ -9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893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9 (44,4%)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63 / 143 (44,1%)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-13,7%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71 / 156 (45,5%)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57 (56,1%)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64 (54,7%)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-5,4%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56 (39,3%)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60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30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32 (31,2%)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156 (0,6%)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57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64 (1,6%)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83 | MoM -1,2%
PS: 71 | MoM -11,2%
• Junior
  RE: 74 | Active 51,7% | MoM 0,0%
  PS: 63 | Active 44,1% | MoM -12,5%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5 | Active 55,6% | MoM -16,7%
  PS: 4 | Active 44,4% | MoM 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-100,0%, Gap -1
• Grapari Kefamenanu: PS -33,3%, Gap -1
• Grapari Kupang: PS -33,3%,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-100,0%, Gap -1
• Grapari Soe: PS +100,0%, Gap 1
• Grapari Waikabubak: PS +200,0%, Gap 2
• Grapari Waingapu: PS +50,0%,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-17 (-26,2%), PS -18 (-34,6%)
• Malaka Timtim Belu: RE -22 (-24,7%), PS -12 (-17,9%)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SPRAF16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SPRAF16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FIRDA JAITUN SABRI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ELSON MUHAMMAD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SPXMMD83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5,656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23,225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15.1%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23.6%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13.4%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19.0%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17.4%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