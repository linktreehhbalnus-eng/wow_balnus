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893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57 (56,1%)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56 (39,3%)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-1,2%
PS: 71 | MoM -11,2%
• Junior
  RE: 74 | Active 51,7% | MoM 0,0%
  PS: 63 | Active 44,1% | MoM -12,5%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-16,7%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-100,0%, Gap -1
• Grapari Kefamenanu: PS -33,3%,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(-26,2%), PS -18 (-34,6%)
• Malaka Timtim Belu: RE -22 (-24,7%), PS -12 (-17,9%)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SPXMMD83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