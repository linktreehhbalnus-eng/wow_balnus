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893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57 (56,1%)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64 (54,7%)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56 (39,3%)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83 | MoM -1,2%
PS: 71 | MoM -11,2%
• Junior
  RE: 74 | Active 51,7% | MoM 0,0%
  PS: 63 | Active 44,1% | MoM -12,5%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-16,7%
  PS: 4 | Active 44,4%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-100,0%, Gap -1
• Grapari Kefamenanu: PS -33,3%, Gap -1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+200,0%, Gap 2
• Grapari Waingapu: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(-26,2%), PS -18 (-34,6%)
• Malaka Timtim Belu: RE -22 (-24,7%), PS -12 (-17,9%)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ELSON MUHAMMAD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SPXMMD83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