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  <c:pt idx="7">
                  <c:v>62.0</c:v>
                </c:pt>
                <c:pt idx="8">
                  <c:v>41.0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  <c:pt idx="7">
                  <c:v>18.0</c:v>
                </c:pt>
                <c:pt idx="8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  <c:pt idx="7">
                  <c:v>34.0</c:v>
                </c:pt>
                <c:pt idx="8">
                  <c:v>19.0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  <c:pt idx="7">
                  <c:v>58.0</c:v>
                </c:pt>
                <c:pt idx="8">
                  <c:v>44.0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  <c:pt idx="7">
                  <c:v>15.0</c:v>
                </c:pt>
                <c:pt idx="8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  <c:pt idx="7">
                  <c:v>30.0</c:v>
                </c:pt>
                <c:pt idx="8">
                  <c:v>23.0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4.014,7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3.267,2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2.222,2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168   Δ -18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151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128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2.506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 / 20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-6,2%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111 / 306 (36,3%)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-3,5%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146 / 347 (42,1%)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-3,3% | Turun 98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68 (45,6%)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80 (47,5%)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 / 164 (32,9%)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75 / 185 (40,5%)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 | Turun 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74 (35,1%)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-3,7%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 / 82 (40,2%)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-2,9%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767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306 (2,0%)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 / 347 (6,1%)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-19,2% | Turun 98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68 (2,9%)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80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-44,4%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164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185 (7,0%)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+8,3% | Turun 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74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82 (3,7%)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7.581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150 | MoM -10,7%
PS: 146 | MoM -3,3%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115 | Active 37,6% | MoM -12,2%
  PS: 111 | Active 36,3% | MoM -3,5%
• Greenfield
  RE: 15 | Active 75,0% | MoM -11,8%
  PS: 15 | Active 75,0% | MoM -6,2%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0,0%, Gap 0
• Grapari Kuta: PS 0,0%, Gap 0
• Grapari Negara: PS -66,7%,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-10,0%, Gap -1
• Grapari Singaraja: PS -50,0%, Gap -1
• Grapari Tabanan: PS -75,0%, Gap -3
• Grapari Ubud: PS -50,0%,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-105 (-31,8%), PS -129 (-41,6%)
• Bali Timur: RE -41 (-21,5%), PS -20 (-13,9%)
• Bali Tengah: RE -48 (-8,2%), PS -8 (-1,7%)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0 (0,0%), PS -2 (-20,0%)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 (-33,3%), PS -2 (-66,7%)
• Bali Timur: RE -3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Natasya Cornelia Br Ginting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NAT9873733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KOMANG AGUS ARTANA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SPGTA01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YANTONO ALFRET R MBILIDJAWA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SPXYT03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KARTINI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ARIK IDA MAWARIYAH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SPXYA76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