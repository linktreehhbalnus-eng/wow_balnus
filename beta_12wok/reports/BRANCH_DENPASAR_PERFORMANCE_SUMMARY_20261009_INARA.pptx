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  <c:pt idx="5">
                  <c:v>54.0</c:v>
                </c:pt>
                <c:pt idx="6">
                  <c:v>51.0</c:v>
                </c:pt>
                <c:pt idx="7">
                  <c:v>62.0</c:v>
                </c:pt>
                <c:pt idx="8">
                  <c:v>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15.0</c:v>
                </c:pt>
                <c:pt idx="1">
                  <c:v>17.0</c:v>
                </c:pt>
                <c:pt idx="2">
                  <c:v>13.0</c:v>
                </c:pt>
                <c:pt idx="3">
                  <c:v>14.0</c:v>
                </c:pt>
                <c:pt idx="4">
                  <c:v>16.0</c:v>
                </c:pt>
                <c:pt idx="5">
                  <c:v>16.0</c:v>
                </c:pt>
                <c:pt idx="6">
                  <c:v>13.0</c:v>
                </c:pt>
                <c:pt idx="7">
                  <c:v>18.0</c:v>
                </c:pt>
                <c:pt idx="8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35.0</c:v>
                </c:pt>
                <c:pt idx="1">
                  <c:v>35.0</c:v>
                </c:pt>
                <c:pt idx="2">
                  <c:v>31.0</c:v>
                </c:pt>
                <c:pt idx="3">
                  <c:v>23.0</c:v>
                </c:pt>
                <c:pt idx="4">
                  <c:v>34.0</c:v>
                </c:pt>
                <c:pt idx="5">
                  <c:v>25.0</c:v>
                </c:pt>
                <c:pt idx="6">
                  <c:v>33.0</c:v>
                </c:pt>
                <c:pt idx="7">
                  <c:v>34.0</c:v>
                </c:pt>
                <c:pt idx="8">
                  <c:v>19.0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12.0</c:v>
                </c:pt>
                <c:pt idx="5">
                  <c:v>14.0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  <c:pt idx="5">
                  <c:v>46.0</c:v>
                </c:pt>
                <c:pt idx="6">
                  <c:v>58.0</c:v>
                </c:pt>
                <c:pt idx="7">
                  <c:v>58.0</c:v>
                </c:pt>
                <c:pt idx="8">
                  <c:v>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20.0</c:v>
                </c:pt>
                <c:pt idx="7">
                  <c:v>15.0</c:v>
                </c:pt>
                <c:pt idx="8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32.0</c:v>
                </c:pt>
                <c:pt idx="1">
                  <c:v>30.0</c:v>
                </c:pt>
                <c:pt idx="2">
                  <c:v>36.0</c:v>
                </c:pt>
                <c:pt idx="3">
                  <c:v>28.0</c:v>
                </c:pt>
                <c:pt idx="4">
                  <c:v>24.0</c:v>
                </c:pt>
                <c:pt idx="5">
                  <c:v>32.0</c:v>
                </c:pt>
                <c:pt idx="6">
                  <c:v>30.0</c:v>
                </c:pt>
                <c:pt idx="7">
                  <c:v>30.0</c:v>
                </c:pt>
                <c:pt idx="8">
                  <c:v>23.0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13.0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3.267,2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2.222,2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168   Δ -18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151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128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2.506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 / 20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-6,2%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111 / 306 (36,3%)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-3,5% | Turun 76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146 / 347 (42,1%)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-3,3% | Turun 98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68 (45,6%)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80 (47,5%)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 / 164 (32,9%)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75 / 185 (40,5%)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 | Turun 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74 (35,1%)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82 (40,2%)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767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306 (2,0%)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76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 / 347 (6,1%)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-19,2% | Turun 98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68 (2,9%)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80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-44,4%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164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185 (7,0%)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 | Turun 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74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82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150 | MoM -10,7%
PS: 146 | MoM -3,3%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115 | Active 37,6% | MoM -12,2%
  PS: 111 | Active 36,3% | MoM -3,5%
• Greenfield
  RE: 15 | Active 75,0% | MoM -11,8%
  PS: 15 | Active 75,0% | MoM -6,2%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0,0%, Gap 0
• Grapari Kuta: PS 0,0%, Gap 0
• Grapari Negara: PS -66,7%,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-10,0%, Gap -1
• Grapari Singaraja: PS -50,0%, Gap -1
• Grapari Tabanan: PS -75,0%, Gap -3
• Grapari Ubud: PS -50,0%,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-105 (-31,8%), PS -129 (-41,6%)
• Bali Timur: RE -41 (-21,5%), PS -20 (-13,9%)
• Bali Tengah: RE -48 (-8,2%), PS -8 (-1,7%)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0 (0,0%), PS -2 (-20,0%)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 (-33,3%), PS -2 (-66,7%)
• Bali Timur: RE -3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Natasya Cornelia Br Ginting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NAT9873733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SPHKN76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ERL2791623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KOMANG AGUS ARTANA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SPGTA01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YANTONO ALFRET R MBILIDJAWA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SPXYT03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KARTINI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SPHKN76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SPHHR79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ARIK IDA MAWARIYAH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SPXYA76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Oct 2026 vs MTD-1 01–09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ANA4808282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M-1 244 | MoM +6.6%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-35.4%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23,155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57,556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26.8%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27.3%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30.0%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49.6%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36.8%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34.1%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29.0%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20.9%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24.4%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33.8%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28.6%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24.9%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23.5%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25.8%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18.0%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24.5%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23.8%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27.7%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