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60.0</c:v>
                </c:pt>
                <c:pt idx="1">
                  <c:v>61.0</c:v>
                </c:pt>
                <c:pt idx="2">
                  <c:v>50.0</c:v>
                </c:pt>
                <c:pt idx="3">
                  <c:v>47.0</c:v>
                </c:pt>
                <c:pt idx="4">
                  <c:v>59.0</c:v>
                </c:pt>
                <c:pt idx="5">
                  <c:v>54.0</c:v>
                </c:pt>
                <c:pt idx="6">
                  <c:v>51.0</c:v>
                </c:pt>
                <c:pt idx="7">
                  <c:v>62.0</c:v>
                </c:pt>
                <c:pt idx="8">
                  <c:v>41.0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15.0</c:v>
                </c:pt>
                <c:pt idx="1">
                  <c:v>17.0</c:v>
                </c:pt>
                <c:pt idx="2">
                  <c:v>13.0</c:v>
                </c:pt>
                <c:pt idx="3">
                  <c:v>14.0</c:v>
                </c:pt>
                <c:pt idx="4">
                  <c:v>16.0</c:v>
                </c:pt>
                <c:pt idx="5">
                  <c:v>16.0</c:v>
                </c:pt>
                <c:pt idx="6">
                  <c:v>13.0</c:v>
                </c:pt>
                <c:pt idx="7">
                  <c:v>18.0</c:v>
                </c:pt>
                <c:pt idx="8">
                  <c:v>14.0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35.0</c:v>
                </c:pt>
                <c:pt idx="1">
                  <c:v>35.0</c:v>
                </c:pt>
                <c:pt idx="2">
                  <c:v>31.0</c:v>
                </c:pt>
                <c:pt idx="3">
                  <c:v>23.0</c:v>
                </c:pt>
                <c:pt idx="4">
                  <c:v>34.0</c:v>
                </c:pt>
                <c:pt idx="5">
                  <c:v>25.0</c:v>
                </c:pt>
                <c:pt idx="6">
                  <c:v>33.0</c:v>
                </c:pt>
                <c:pt idx="7">
                  <c:v>34.0</c:v>
                </c:pt>
                <c:pt idx="8">
                  <c:v>19.0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>12.0</c:v>
                </c:pt>
                <c:pt idx="1">
                  <c:v>11.0</c:v>
                </c:pt>
                <c:pt idx="2">
                  <c:v>9.0</c:v>
                </c:pt>
                <c:pt idx="3">
                  <c:v>10.0</c:v>
                </c:pt>
                <c:pt idx="4">
                  <c:v>12.0</c:v>
                </c:pt>
                <c:pt idx="5">
                  <c:v>14.0</c:v>
                </c:pt>
                <c:pt idx="6">
                  <c:v>8.0</c:v>
                </c:pt>
                <c:pt idx="7">
                  <c:v>13.0</c:v>
                </c:pt>
                <c:pt idx="8">
                  <c:v>8.0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Sheet1!$F$2:$F$10</c:f>
              <c:numCache>
                <c:formatCode>General</c:formatCode>
                <c:ptCount val="9"/>
                <c:pt idx="0">
                  <c:v>1.0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54.0</c:v>
                </c:pt>
                <c:pt idx="1">
                  <c:v>53.0</c:v>
                </c:pt>
                <c:pt idx="2">
                  <c:v>57.0</c:v>
                </c:pt>
                <c:pt idx="3">
                  <c:v>43.0</c:v>
                </c:pt>
                <c:pt idx="4">
                  <c:v>43.0</c:v>
                </c:pt>
                <c:pt idx="5">
                  <c:v>46.0</c:v>
                </c:pt>
                <c:pt idx="6">
                  <c:v>58.0</c:v>
                </c:pt>
                <c:pt idx="7">
                  <c:v>58.0</c:v>
                </c:pt>
                <c:pt idx="8">
                  <c:v>44.0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11.0</c:v>
                </c:pt>
                <c:pt idx="1">
                  <c:v>15.0</c:v>
                </c:pt>
                <c:pt idx="2">
                  <c:v>13.0</c:v>
                </c:pt>
                <c:pt idx="3">
                  <c:v>9.0</c:v>
                </c:pt>
                <c:pt idx="4">
                  <c:v>11.0</c:v>
                </c:pt>
                <c:pt idx="5">
                  <c:v>8.0</c:v>
                </c:pt>
                <c:pt idx="6">
                  <c:v>20.0</c:v>
                </c:pt>
                <c:pt idx="7">
                  <c:v>15.0</c:v>
                </c:pt>
                <c:pt idx="8">
                  <c:v>12.0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32.0</c:v>
                </c:pt>
                <c:pt idx="1">
                  <c:v>30.0</c:v>
                </c:pt>
                <c:pt idx="2">
                  <c:v>36.0</c:v>
                </c:pt>
                <c:pt idx="3">
                  <c:v>28.0</c:v>
                </c:pt>
                <c:pt idx="4">
                  <c:v>24.0</c:v>
                </c:pt>
                <c:pt idx="5">
                  <c:v>32.0</c:v>
                </c:pt>
                <c:pt idx="6">
                  <c:v>30.0</c:v>
                </c:pt>
                <c:pt idx="7">
                  <c:v>30.0</c:v>
                </c:pt>
                <c:pt idx="8">
                  <c:v>23.0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>12.0</c:v>
                </c:pt>
                <c:pt idx="1">
                  <c:v>8.0</c:v>
                </c:pt>
                <c:pt idx="2">
                  <c:v>9.0</c:v>
                </c:pt>
                <c:pt idx="3">
                  <c:v>6.0</c:v>
                </c:pt>
                <c:pt idx="4">
                  <c:v>13.0</c:v>
                </c:pt>
                <c:pt idx="5">
                  <c:v>7.0</c:v>
                </c:pt>
                <c:pt idx="6">
                  <c:v>12.0</c:v>
                </c:pt>
                <c:pt idx="7">
                  <c:v>14.0</c:v>
                </c:pt>
                <c:pt idx="8">
                  <c:v>9.0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Sheet1!$F$2:$F$10</c:f>
              <c:numCache>
                <c:formatCode>General</c:formatCode>
                <c:ptCount val="9"/>
                <c:pt idx="0">
                  <c:v>0</c:v>
                </c:pt>
                <c:pt idx="1">
                  <c:v>1.0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5.105,7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4.014,7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4.142,2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3.267,2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-0,6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1.026,4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839,1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2.222,2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1.798,8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Badung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Klungkung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351 → 347  (-1,1%)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-10,7%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168   Δ -18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146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-3,3%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151   Δ -5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128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2.506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2.506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1.541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15 / 20 (75,0%)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-6,2% | Turun 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111 / 306 (36,3%)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-3,5% | Turun 76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146 / 347 (42,1%)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-3,3% | Turun 98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6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 / 68 (45,6%)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38 / 80 (47,5%)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-5,0%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+12,5%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54 / 164 (32,9%)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-5,3% | Turun 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75 / 185 (40,5%)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-2,6% | Turun 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26 / 74 (35,1%)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-3,7%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33 / 82 (40,2%)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-2,9%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+10,6%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345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-22,8%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-23,7%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225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767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173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156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460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122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 / 20 (10,0%)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+100,0% | Turun 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 / 306 (2,0%)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-25,0% | Turun 76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 / 6 (50,0%)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21 / 347 (6,1%)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-19,2% | Turun 98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68 (2,9%)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-60,0%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 / 80 (6,2%)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-44,4%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9 (22,2%)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164 (1,8%)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+200,0% | Turun 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3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7 (85,7%)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185 (7,0%)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+8,3% | Turun 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74 (1,4%)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82 (3,7%)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1.106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7.581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21.191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15.264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47.340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3.274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608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180,8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150 | MoM -10,7%
PS: 146 | MoM -3,3%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115 | Active 37,6% | MoM -12,2%
  PS: 111 | Active 36,3% | MoM -3,5%
• Greenfield
  RE: 15 | Active 75,0% | MoM -11,8%
  PS: 15 | Active 75,0% | MoM -6,2%
• Junior Plus
  RE: 4 | Active 80,0% | MoM 0,0%
  PS: 4 | Active 80,0%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0,0%, Gap 0
• Grapari Gatsu Tengah: PS N/A, Gap 1
• Grapari Jimbaran: PS 0,0%, Gap 0
• Grapari Kuta: PS 0,0%, Gap 0
• Grapari Negara: PS -66,7%, Gap 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-10,0%, Gap -1
• Grapari Singaraja: PS -50,0%, Gap -1
• Grapari Tabanan: PS -75,0%, Gap -3
• Grapari Ubud: PS -50,0%, Gap -2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Barat: RE -105 (-31,8%), PS -129 (-41,6%)
• Bali Timur: RE -41 (-21,5%), PS -20 (-13,9%)
• Bali Tengah: RE -48 (-8,2%), PS -8 (-1,7%)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Timur: RE 0 (0,0%), PS -2 (-20,0%)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-1 (-33,3%), PS -2 (-66,7%)
• Bali Timur: RE -3 (-100,0%), PS -2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203,2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182,0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118,3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Zakaria Rafiif Ahmad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ZAK7021058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Harry Mulia Sobari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HAR9686163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Novi Rohmatul hazijah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NOV2302500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MIRAH PADMINI,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SPXMIR75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DEWI SRI WULAN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SPDEW79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Natasya Cornelia Br Ginting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NAT9873733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MAWAYANA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KHUSNUL KHOTIMAH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SPHKN76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Erlan Bahtiar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ERL2791623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ARD6855279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KOMANG AGUS ARTANA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SPGTA01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Zakaria Rafiif Ahmad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ZAK7021058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YANTONO ALFRET R MBILIDJAWA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SPXYT03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Bangbang Ilyasa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BAN6163630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Harry Mulia Sobari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HAR9686163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LUH KARTINI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SPXKAR75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WISADA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SPXJRO75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KHUSNUL KHOTIMAH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SPHKN76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LUH SURYA PERTIWI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SPHHR79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ARIK IDA MAWARIYAH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SPXYA76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Indra syah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IND7163324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IRMA NUR 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SPIRN91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Made Sri Pradnya 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IDA4047575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Kunzita Lazuardi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KUN6555115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SPNRU39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 A NGR BISMA ADIK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AAN1814097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Fajar Nanda Imani0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MUH5235053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Anansavero asfhi riihan 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ANA4808282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DWI PRADNYAWATI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NIK7858155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Kunzita Lazuardi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KUN6555115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SPNRU39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Sumiyati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SUM8202596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WINDA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SPXXYW93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 NINGRUM FATMALA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SPRNF95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 A NGR BISMA ADIK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AAN1814097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Fajar Nanda Imani0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MUH5235053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DWI PRADNYAWATI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NIK7858155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RIDAYANI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KAD9086567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DENPASAR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37.39%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97.58% | Gap -60.19 pp | M-1 42.77%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42.264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13.867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32.81%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39.30%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33.81%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-63.77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Rp270.743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113.620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45.875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40.38%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Rp31.61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Rp12.65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45.23%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40.01%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-57.57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Rp275.691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46.509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15.671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33.69%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Rp13.52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39.85%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34.19%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-63.39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Rp294.910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55.03%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-8.17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38.11%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-5.69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32.38%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-4.66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33.16%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-2.78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31.07%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-4.34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38.88%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-5.77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DENPASAR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260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M-1 244 | MoM +6.6%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531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-271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+16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71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DENPASAR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-271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-157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6118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931920"/>
          <a:ext cx="1154887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874"/>
                <a:gridCol w="2242499"/>
                <a:gridCol w="2242499"/>
                <a:gridCol w="2242499"/>
                <a:gridCol w="2242499"/>
              </a:tblGrid>
              <a:tr h="466344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TENGAH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42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 / -33.3%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31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 / +40.0%</a:t>
                      </a:r>
                    </a:p>
                  </a:txBody>
                  <a:tcPr/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209 / +3.5%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28 / -6.7%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150 / +21.0%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31 / -35.4%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