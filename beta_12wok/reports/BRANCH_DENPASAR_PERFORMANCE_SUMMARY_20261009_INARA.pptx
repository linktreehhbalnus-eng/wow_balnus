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60.0</c:v>
                </c:pt>
                <c:pt idx="1">
                  <c:v>61.0</c:v>
                </c:pt>
                <c:pt idx="2">
                  <c:v>50.0</c:v>
                </c:pt>
                <c:pt idx="3">
                  <c:v>47.0</c:v>
                </c:pt>
                <c:pt idx="4">
                  <c:v>59.0</c:v>
                </c:pt>
                <c:pt idx="5">
                  <c:v>54.0</c:v>
                </c:pt>
                <c:pt idx="6">
                  <c:v>51.0</c:v>
                </c:pt>
                <c:pt idx="7">
                  <c:v>62.0</c:v>
                </c:pt>
                <c:pt idx="8">
                  <c:v>41.0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15.0</c:v>
                </c:pt>
                <c:pt idx="1">
                  <c:v>17.0</c:v>
                </c:pt>
                <c:pt idx="2">
                  <c:v>13.0</c:v>
                </c:pt>
                <c:pt idx="3">
                  <c:v>14.0</c:v>
                </c:pt>
                <c:pt idx="4">
                  <c:v>16.0</c:v>
                </c:pt>
                <c:pt idx="5">
                  <c:v>16.0</c:v>
                </c:pt>
                <c:pt idx="6">
                  <c:v>13.0</c:v>
                </c:pt>
                <c:pt idx="7">
                  <c:v>18.0</c:v>
                </c:pt>
                <c:pt idx="8">
                  <c:v>14.0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35.0</c:v>
                </c:pt>
                <c:pt idx="1">
                  <c:v>35.0</c:v>
                </c:pt>
                <c:pt idx="2">
                  <c:v>31.0</c:v>
                </c:pt>
                <c:pt idx="3">
                  <c:v>23.0</c:v>
                </c:pt>
                <c:pt idx="4">
                  <c:v>34.0</c:v>
                </c:pt>
                <c:pt idx="5">
                  <c:v>25.0</c:v>
                </c:pt>
                <c:pt idx="6">
                  <c:v>33.0</c:v>
                </c:pt>
                <c:pt idx="7">
                  <c:v>34.0</c:v>
                </c:pt>
                <c:pt idx="8">
                  <c:v>19.0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12.0</c:v>
                </c:pt>
                <c:pt idx="5">
                  <c:v>14.0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Sheet1!$F$2:$F$10</c:f>
              <c:numCache>
                <c:formatCode>General</c:formatCode>
                <c:ptCount val="9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54.0</c:v>
                </c:pt>
                <c:pt idx="1">
                  <c:v>53.0</c:v>
                </c:pt>
                <c:pt idx="2">
                  <c:v>57.0</c:v>
                </c:pt>
                <c:pt idx="3">
                  <c:v>43.0</c:v>
                </c:pt>
                <c:pt idx="4">
                  <c:v>43.0</c:v>
                </c:pt>
                <c:pt idx="5">
                  <c:v>46.0</c:v>
                </c:pt>
                <c:pt idx="6">
                  <c:v>58.0</c:v>
                </c:pt>
                <c:pt idx="7">
                  <c:v>58.0</c:v>
                </c:pt>
                <c:pt idx="8">
                  <c:v>44.0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20.0</c:v>
                </c:pt>
                <c:pt idx="7">
                  <c:v>15.0</c:v>
                </c:pt>
                <c:pt idx="8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32.0</c:v>
                </c:pt>
                <c:pt idx="1">
                  <c:v>30.0</c:v>
                </c:pt>
                <c:pt idx="2">
                  <c:v>36.0</c:v>
                </c:pt>
                <c:pt idx="3">
                  <c:v>28.0</c:v>
                </c:pt>
                <c:pt idx="4">
                  <c:v>24.0</c:v>
                </c:pt>
                <c:pt idx="5">
                  <c:v>32.0</c:v>
                </c:pt>
                <c:pt idx="6">
                  <c:v>30.0</c:v>
                </c:pt>
                <c:pt idx="7">
                  <c:v>30.0</c:v>
                </c:pt>
                <c:pt idx="8">
                  <c:v>23.0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13.0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Sheet1!$F$2:$F$10</c:f>
              <c:numCache>
                <c:formatCode>General</c:formatCode>
                <c:ptCount val="9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4.014,7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3.267,2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2.222,2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1.798,8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347  (-1,1%)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168   Δ -18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151   Δ -5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128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2.506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2.506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 / 20 (75,0%)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-6,2%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111 / 306 (36,3%)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-3,5% | Turun 76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146 / 347 (42,1%)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-3,3% | Turun 98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68 (45,6%)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 / 80 (47,5%)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54 / 164 (32,9%)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75 / 185 (40,5%)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-2,6% | Turun 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 / 74 (35,1%)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-3,7%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33 / 82 (40,2%)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-2,9%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345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767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+100,0%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 / 306 (2,0%)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76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21 / 347 (6,1%)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-19,2% | Turun 98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68 (2,9%)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-60,0%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80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-44,4%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9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164 (1,8%)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185 (7,0%)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+8,3% | Turun 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74 (1,4%)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82 (3,7%)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1.106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7.581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3.274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150 | MoM -10,7%
PS: 146 | MoM -3,3%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115 | Active 37,6% | MoM -12,2%
  PS: 111 | Active 36,3% | MoM -3,5%
• Greenfield
  RE: 15 | Active 75,0% | MoM -11,8%
  PS: 15 | Active 75,0% | MoM -6,2%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N/A, Gap 1
• Grapari Jimbaran: PS 0,0%, Gap 0
• Grapari Kuta: PS 0,0%, Gap 0
• Grapari Negara: PS -66,7%,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-10,0%, Gap -1
• Grapari Singaraja: PS -50,0%, Gap -1
• Grapari Tabanan: PS -75,0%, Gap -3
• Grapari Ubud: PS -50,0%,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-105 (-31,8%), PS -129 (-41,6%)
• Bali Timur: RE -41 (-21,5%), PS -20 (-13,9%)
• Bali Tengah: RE -48 (-8,2%), PS -8 (-1,7%)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0 (0,0%), PS -2 (-20,0%)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-1 (-33,3%), PS -2 (-66,7%)
• Bali Timur: RE -3 (-100,0%),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203,2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Harry Mulia Sobari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NOV2302500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SRI WULAN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SPDEW79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Natasya Cornelia Br Ginting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NAT9873733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KHUSNUL KHOTIMAH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SPHKN76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Erlan Bahtiar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ERL2791623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KOMANG AGUS ARTANA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SPGTA01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YANTONO ALFRET R MBILIDJAWA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SPXYT03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Harry Mulia Sobari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KARTINI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SPXKAR75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KHUSNUL KHOTIMAH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SPHKN76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LUH SURYA PERTIWI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SPHHR79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ARIK IDA MAWARIYAH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SPXYA76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 A NGR BISMA ADIK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Fajar Nanda Imani0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ANA4808282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SUM8202596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 A NGR BISMA ADIK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Fajar Nanda Imani0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37.39%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97.58% | Gap -60.19 pp | M-1 42.77%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Rp270.743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Rp275.691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Rp294.910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-8.17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-5.69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-4.66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-2.78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31.07%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-4.34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-5.77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