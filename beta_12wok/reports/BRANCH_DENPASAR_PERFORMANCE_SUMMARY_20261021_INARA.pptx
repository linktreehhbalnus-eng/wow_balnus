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2.936,5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2.396,0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-41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206   Δ -31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213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5.430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3.051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136 / 337 (40,4%)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 | Turun 104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175 / 378 (46,3%)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69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81 (56,8%)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164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185 (47,0%)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104 (32,7%)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112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 / 337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104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 / 378 (11,4%)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81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185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178 | MoM -18,7%
PS: 175 | MoM -15,0%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140 | Active 41,5% | MoM -22,2%
  PS: 136 | Active 40,4% | MoM -18,6%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-41,2%, Gap -7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-48,1%, Gap -13
• Grapari Singaraja: PS -25,0%, Gap -1
• Grapari Tabanan: PS -80,0%, Gap -4
• Grapari Ubud: PS -18,2%,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-242 (-32,5%), PS -230 (-35,8%)
• Bali Tengah: RE -184 (-14,8%), PS -159 (-15,2%)
• Bali Timur: RE -95 (-23,2%), PS -57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-5 (-4,0%), PS -10 (-10,3%)
• Bali Timur: RE 6 (+16,7%), PS -4 (-13,8%)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-9 (-21,4%), PS -2 (-8,0%)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SPPAW71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Kevin Marzheel Eberhartd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KEV8660786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89.04%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91.27% | MoM -2.23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-8.54 pp | Rp-4.80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88.20%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90.40% | MoM -2.19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Rp50.07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Rp51.18 M | MoM -2.2%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Rp50.07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85.94%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89.82%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Rp28.39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Rp11.99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90.01% / -2.19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85.75% / -5.84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90.96% / -0.48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93.54% / -2.24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81.23% / -2.55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78.52% / -2.32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80.97% / -2.34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85.56% / -3.41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76.22% / -4.92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74.99% / -5.88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75.86% / -4.56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78.89% / -4.72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81.35% / -4.51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79.73% / -5.02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81.87% / -4.05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81.61% / -5.30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83.06% / -4.27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81.31% / -5.14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84.01% / -3.42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82.60% / -5.44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91.66% / 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90.56% / -1.63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-1.30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90.47% / -1.99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M-1 388 | MoM +8.0%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-112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-64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 / +17.5%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 / +9.8%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341 / 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47 / -11.3%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228 / +10.1%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66 / -5.7%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22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50,607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62.7%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30,104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69.2%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74.3%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67.0%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84.7%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67.6%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77.1%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58.8%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55.8%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57.9%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65.8%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54.0%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64.5%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57.0%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49.4%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55.1%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47.1%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47.5%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58.7%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