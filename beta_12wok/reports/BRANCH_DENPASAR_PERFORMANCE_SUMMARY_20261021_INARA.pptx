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2.936,5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2.396,0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-41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206   Δ -31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213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5.430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5.430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3.051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136 / 337 (40,4%)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-18,6% | Turun 104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175 / 378 (46,3%)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 | Turun 128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69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81 (56,8%)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 / 164 (40,2%)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-22,4%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 / 185 (47,0%)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104 (32,7%)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-20,9%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112 (37,5%)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1.553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 / 337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104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 / 378 (11,4%)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-18,9% | Turun 128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-54,5%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81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164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185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178 | MoM -18,7%
PS: 175 | MoM -15,0%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140 | Active 41,5% | MoM -22,2%
  PS: 136 | Active 40,4% | MoM -18,6%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-41,2%, Gap -7
• Grapari Kuta: PS +16,7%,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-48,1%, Gap -13
• Grapari Singaraja: PS -25,0%, Gap -1
• Grapari Tabanan: PS -80,0%, Gap -4
• Grapari Ubud: PS -18,2%,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-242 (-32,5%), PS -230 (-35,8%)
• Bali Tengah: RE -184 (-14,8%), PS -159 (-15,2%)
• Bali Timur: RE -95 (-23,2%), PS -57 (-18,3%)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-5 (-4,0%), PS -10 (-10,3%)
• Bali Timur: RE 6 (+16,7%), PS -4 (-13,8%)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-9 (-21,4%), PS -2 (-8,0%)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Bali Barat: RE 0 (0,0%),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IGU8165510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WIRDANINGSIH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SPPAW71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Kevin Marzheel Eberhartd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KEV8660786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79.16%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80.32% | MoM -1.16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-18.42 pp | Rp-10.36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78.43%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79.42% | MoM -0.99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Rp44.51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Rp45.04 M | MoM -1.2%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78.43%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Rp44.51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Rp-10.36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75.16%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Rp-2.32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Rp25.53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Rp-5.31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77.38%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76.52%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84.06% / -2.37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76.83% / -6.02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85.85% / -1.33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89.42% / +0.49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73.03% / -3.13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68.47% / -2.32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73.70% / -2.82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76.74% / -4.93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68.70% / 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67.59% / -0.64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68.05% / +0.03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72.13% / 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71.41% / +0.70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70.30% / +0.95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71.72% / +0.51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71.72% / +0.97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70.66% / +0.63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68.99% / +0.14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71.96% / +1.23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69.26% / -0.31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81.98% / -1.59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80.00% / -2.08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83.93% / -1.19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79.11% / -2.10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385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M-1 381 | MoM +1.0%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-146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-87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 / +8.8%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 / +2.4%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12 / +71.4%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312 / -3.4%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 / -18.9%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208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61 / -10.3%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21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44,036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54.6%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36,675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68.6%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61.0%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59.7%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58.8%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50.9%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48.0%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49.7%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58.5%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45.8%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44.7%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42.8%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44.2%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44.9%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52.8%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43.7%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43.8%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41.2%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43.1%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38.2%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43.7%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40.2%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48.4%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