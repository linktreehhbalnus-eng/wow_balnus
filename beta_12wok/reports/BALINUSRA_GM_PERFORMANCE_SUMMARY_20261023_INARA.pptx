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231.0</c:v>
                </c:pt>
                <c:pt idx="1">
                  <c:v>159.0</c:v>
                </c:pt>
                <c:pt idx="2">
                  <c:v>287.0</c:v>
                </c:pt>
                <c:pt idx="3">
                  <c:v>276.0</c:v>
                </c:pt>
                <c:pt idx="4">
                  <c:v>273.0</c:v>
                </c:pt>
                <c:pt idx="5">
                  <c:v>281.0</c:v>
                </c:pt>
                <c:pt idx="6">
                  <c:v>283.0</c:v>
                </c:pt>
                <c:pt idx="7">
                  <c:v>216.0</c:v>
                </c:pt>
                <c:pt idx="8">
                  <c:v>206.0</c:v>
                </c:pt>
                <c:pt idx="9">
                  <c:v>321.0</c:v>
                </c:pt>
                <c:pt idx="10">
                  <c:v>341.0</c:v>
                </c:pt>
                <c:pt idx="11">
                  <c:v>273.0</c:v>
                </c:pt>
                <c:pt idx="12">
                  <c:v>298.0</c:v>
                </c:pt>
                <c:pt idx="13">
                  <c:v>244.0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184.0</c:v>
                </c:pt>
                <c:pt idx="1">
                  <c:v>121.0</c:v>
                </c:pt>
                <c:pt idx="2">
                  <c:v>206.0</c:v>
                </c:pt>
                <c:pt idx="3">
                  <c:v>225.0</c:v>
                </c:pt>
                <c:pt idx="4">
                  <c:v>212.0</c:v>
                </c:pt>
                <c:pt idx="5">
                  <c:v>206.0</c:v>
                </c:pt>
                <c:pt idx="6">
                  <c:v>212.0</c:v>
                </c:pt>
                <c:pt idx="7">
                  <c:v>190.0</c:v>
                </c:pt>
                <c:pt idx="8">
                  <c:v>146.0</c:v>
                </c:pt>
                <c:pt idx="9">
                  <c:v>256.0</c:v>
                </c:pt>
                <c:pt idx="10">
                  <c:v>261.0</c:v>
                </c:pt>
                <c:pt idx="11">
                  <c:v>249.0</c:v>
                </c:pt>
                <c:pt idx="12">
                  <c:v>220.0</c:v>
                </c:pt>
                <c:pt idx="13">
                  <c:v>196.0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-11,2% &amp; PS -12,3% MoM — Achievement Mencapai 54,6% (RE) / 52,8%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(-0,9%), Denpasar Terdalam (-21,6%)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(+13,3%), Flores Timur Terdalam (-37,2%)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(+37), Lombok Utara Tumbuh Tertinggi (+25,5%)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+110, Bottom 5 -525, dan perubahan PS regional -685.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(-5,8%), TSEL One &gt;30 Mbps Turun Terdalam (-32,3%)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-9,1%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852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542 / 965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164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852 (10,8%)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141 / 965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7.035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6.249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4.866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560 | MoM -8,8%
PS: 540 | MoM -9,1%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474 | Active 55,6% | MoM -9,5%
  PS: 453 | Active 53,2% | MoM -10,3%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-40,2%, Gap -37
• Flores: PS -1,0%, Gap -1
• Kupang: PS -15,0%, Gap -6
• Mataram: PS -17,1%, Gap -18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Gatsu Tengah (Denpasar): -60,0%, Gap -3
• Grapari Larantuka (Flores): -60,0%, Gap -6
• Grapari Soe (Kupang):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-10 (-41,7%), PS -9 (-64,3%)
• Bali Tengah: RE -8 (-5,8%), PS -8 (-7,8%)
• Sumbawa Timur: RE -8 (-19,5%), PS -8 (-34,8%)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+3 (+21,4%), PS -4 (-40,0%)
• Ende Sikka: RE +1 (+25,0%), PS -3 (-75,0%)
• Bali Tengah: RE -8 (-18,2%), PS -2 (-7,4%)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Manggarai: RE -3 (-75,0%), PS -3 (-100,0%)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90.03%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90.82% | MoM -0.79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-7.18 pp | Rp-7.68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89.35%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89.97% | MoM -0.62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Rp96.34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Rp96.68 M | MoM -0.3%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82.37%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-10.51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86.56%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Rp10.25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Rp-587.0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Rp29.67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Rp-505.8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86.75%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75.86%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Rp-460.5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-8.78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Rp-529.8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Rp-472.8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Rp-337.2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86.66%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85.91%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Rp4.13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Rp-514.1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83.02%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90.03%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-0.79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93.66% / +0.83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94.69%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94.16% / +1.86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90.21%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93.69% / +1.69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86.11% / +1.13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87.65% / +0.65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83.99% / +1.31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81.91% / +3.28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86.92% / -0.22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81.32% / -1.27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83.69% / -0.94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74.86% / -4.15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76.06% / -2.74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84.76% / +0.53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83.62% / -1.19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88.26%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77.65% / -2.23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78.72% / -2.70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82.42% / +0.14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85.33% / -1.23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90.19%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78.79% / -2.79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80.65% / -2.03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82.23% / -1.31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92.50% / 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95.29%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86.82% / -2.38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89.85% / -1.06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M-1 546 | MoM +0.4%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 / 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 / +7.8%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 / +5.9%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445 / -2.8%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361 / -0.6%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 / 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 / -9.1%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65.7%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60,149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73.7%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