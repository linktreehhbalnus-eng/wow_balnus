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10/10</c:v>
                </c:pt>
                <c:pt idx="1">
                  <c:v>11/10</c:v>
                </c:pt>
                <c:pt idx="2">
                  <c:v>12/10</c:v>
                </c:pt>
                <c:pt idx="3">
                  <c:v>13/10</c:v>
                </c:pt>
                <c:pt idx="4">
                  <c:v>14/10</c:v>
                </c:pt>
                <c:pt idx="5">
                  <c:v>15/10</c:v>
                </c:pt>
                <c:pt idx="6">
                  <c:v>16/10</c:v>
                </c:pt>
                <c:pt idx="7">
                  <c:v>17/10</c:v>
                </c:pt>
                <c:pt idx="8">
                  <c:v>18/10</c:v>
                </c:pt>
                <c:pt idx="9">
                  <c:v>19/10</c:v>
                </c:pt>
                <c:pt idx="10">
                  <c:v>20/10</c:v>
                </c:pt>
                <c:pt idx="11">
                  <c:v>21/10</c:v>
                </c:pt>
                <c:pt idx="12">
                  <c:v>22/10</c:v>
                </c:pt>
                <c:pt idx="13">
                  <c:v>23/10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231.0</c:v>
                </c:pt>
                <c:pt idx="1">
                  <c:v>159.0</c:v>
                </c:pt>
                <c:pt idx="2">
                  <c:v>287.0</c:v>
                </c:pt>
                <c:pt idx="3">
                  <c:v>276.0</c:v>
                </c:pt>
                <c:pt idx="4">
                  <c:v>273.0</c:v>
                </c:pt>
                <c:pt idx="5">
                  <c:v>281.0</c:v>
                </c:pt>
                <c:pt idx="6">
                  <c:v>283.0</c:v>
                </c:pt>
                <c:pt idx="7">
                  <c:v>216.0</c:v>
                </c:pt>
                <c:pt idx="8">
                  <c:v>206.0</c:v>
                </c:pt>
                <c:pt idx="9">
                  <c:v>321.0</c:v>
                </c:pt>
                <c:pt idx="10">
                  <c:v>341.0</c:v>
                </c:pt>
                <c:pt idx="11">
                  <c:v>273.0</c:v>
                </c:pt>
                <c:pt idx="12">
                  <c:v>298.0</c:v>
                </c:pt>
                <c:pt idx="13">
                  <c:v>244.0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10/10</c:v>
                </c:pt>
                <c:pt idx="1">
                  <c:v>11/10</c:v>
                </c:pt>
                <c:pt idx="2">
                  <c:v>12/10</c:v>
                </c:pt>
                <c:pt idx="3">
                  <c:v>13/10</c:v>
                </c:pt>
                <c:pt idx="4">
                  <c:v>14/10</c:v>
                </c:pt>
                <c:pt idx="5">
                  <c:v>15/10</c:v>
                </c:pt>
                <c:pt idx="6">
                  <c:v>16/10</c:v>
                </c:pt>
                <c:pt idx="7">
                  <c:v>17/10</c:v>
                </c:pt>
                <c:pt idx="8">
                  <c:v>18/10</c:v>
                </c:pt>
                <c:pt idx="9">
                  <c:v>19/10</c:v>
                </c:pt>
                <c:pt idx="10">
                  <c:v>20/10</c:v>
                </c:pt>
                <c:pt idx="11">
                  <c:v>21/10</c:v>
                </c:pt>
                <c:pt idx="12">
                  <c:v>22/10</c:v>
                </c:pt>
                <c:pt idx="13">
                  <c:v>23/10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184.0</c:v>
                </c:pt>
                <c:pt idx="1">
                  <c:v>121.0</c:v>
                </c:pt>
                <c:pt idx="2">
                  <c:v>206.0</c:v>
                </c:pt>
                <c:pt idx="3">
                  <c:v>225.0</c:v>
                </c:pt>
                <c:pt idx="4">
                  <c:v>212.0</c:v>
                </c:pt>
                <c:pt idx="5">
                  <c:v>206.0</c:v>
                </c:pt>
                <c:pt idx="6">
                  <c:v>212.0</c:v>
                </c:pt>
                <c:pt idx="7">
                  <c:v>190.0</c:v>
                </c:pt>
                <c:pt idx="8">
                  <c:v>146.0</c:v>
                </c:pt>
                <c:pt idx="9">
                  <c:v>256.0</c:v>
                </c:pt>
                <c:pt idx="10">
                  <c:v>261.0</c:v>
                </c:pt>
                <c:pt idx="11">
                  <c:v>249.0</c:v>
                </c:pt>
                <c:pt idx="12">
                  <c:v>220.0</c:v>
                </c:pt>
                <c:pt idx="13">
                  <c:v>196.0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-11,2% &amp; PS -12,3% MoM — Achievement Mencapai 54,6% (RE) / 52,8%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(-0,9%), Denpasar Terdalam (-21,6%)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-0,9%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-21,6%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(+13,3%), Flores Timur Terdalam (-37,2%)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(+37), Lombok Utara Tumbuh Tertinggi (+25,5%)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+110, Bottom 5 -525, dan perubahan PS regional -685.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(-5,8%), TSEL One &gt;30 Mbps Turun Terdalam (-32,3%)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-9,1%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14.649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1.732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5.909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 / 337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178 / 378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137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-19,2%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 / 151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151 (69,5%)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+6,1%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 / 164 (71,3%)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 / 227 (64,3%)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169 / 253 (66,8%)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-8,2%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453 / 852 (53,2%)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-10,8% | Turun 275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542 / 965 (56,2%)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334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2.745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4.263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337 (7,1%)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378 (12,2%)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 | Turun 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137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151 (16,6%)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164 (13,4%)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227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253 (18,6%)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58 (31,0%)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92 / 852 (10,8%)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141 / 965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-9,0% | Turun 334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Nuroktavia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ERNAWATU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Okt 2026 vs MTD-1 01–23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1.700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4.889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Okt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7.035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6.249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5.574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4.889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5.949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4.866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934,7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560 | MoM -8,8%
PS: 540 | MoM -9,1%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474 | Active 55,6% | MoM -9,5%
  PS: 453 | Active 53,2% | MoM -10,3%
• Greenfield
  RE: 52 | Active 89,7% | MoM -5,5%
  PS: 53 | Active 91,4%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-40,2%, Gap -37
• Flores: PS -1,0%, Gap -1
• Kupang: PS -15,0%, Gap -6
• Mataram: PS -17,1%, Gap -18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Baa Rote (Kupang): -66,7%, Gap -2
• Grapari Gatsu Tengah (Denpasar): -60,0%, Gap -3
• Grapari Larantuka (Flores): -60,0%, Gap -6
• Grapari Soe (Kupang):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-245 (-30,7%), PS -259 (-36,7%)
• Bali Tengah: RE -183 (-13,7%), PS -163 (-14,5%)
• Bali Timur: RE -119 (-26,3%), PS -74 (-21,3%)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-10 (-41,7%), PS -9 (-64,3%)
• Bali Tengah: RE -8 (-5,8%), PS -8 (-7,8%)
• Sumbawa Timur: RE -8 (-19,5%), PS -8 (-34,8%)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+3 (+21,4%), PS -4 (-40,0%)
• Ende Sikka: RE +1 (+25,0%), PS -3 (-75,0%)
• Bali Tengah: RE -8 (-18,2%), PS -2 (-7,4%)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Manggarai: RE -3 (-75,0%), PS -3 (-100,0%)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93.15%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93.34% | MoM -0.19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-4.06 pp | Rp-4.35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92.61%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92.59% | MoM +0.01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Rp99.67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Rp99.36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94.57%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Rp53.50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88.62%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87.63%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Rp-825.0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Rp13.91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Rp-886.8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91.75%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Rp23.22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94.14%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Rp10.45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Rp-382.3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Rp-729.1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95.62%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Rp12.93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Rp-264.9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90.00%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Rp-214.2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79.99%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79.70%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Rp1.77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Rp-369.1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91.28%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-4.55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Rp-391.9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86.68%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Rp-318.8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Rp3.66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Rp-241.7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89.90%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89.33%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Rp-176.1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Rp12.84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Rp-547.6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91.51%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91.05%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Rp-283.0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90.92%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Rp-432.2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93.15%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-0.19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95.45% / +0.56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95.76% / -0.54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95.74% / +1.24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94.12% / +1.73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95.52% / +1.32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89.51% / +1.59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90.30% / +1.41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87.52% / +0.43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87.02% / +4.15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90.46% / +0.33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85.58% / -0.31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86.57% / -0.01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81.06% / -3.00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81.87% / -0.74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89.06% / +0.65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88.47% / -0.38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90.87%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84.37% / -1.62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85.34% / -0.83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88.79% / +0.27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90.12% / -0.31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92.58% / -0.13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85.96% / -1.61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86.64% / -0.24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89.61% / -0.15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94.99% / 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96.56% / +0.03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90.88% / -2.01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92.65% / 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93.97% / -0.36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603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M-1 600 | MoM +0.5%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26778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99 / +2.1%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75 / +5.6%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 / +0.0%</a:t>
                      </a:r>
                    </a:p>
                  </a:txBody>
                  <a:tcPr/>
                </a:tc>
              </a:tr>
              <a:tr h="267791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492 / -2.0%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401 / -0.7%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 / -4.0%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65 / -4.4%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115,082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65.7%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60,149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73.7%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67.8%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69.1%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59.5%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55.3%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48.6%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46.3%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