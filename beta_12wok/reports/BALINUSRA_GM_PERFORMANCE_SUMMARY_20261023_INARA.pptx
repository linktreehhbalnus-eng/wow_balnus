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231.0</c:v>
                </c:pt>
                <c:pt idx="1">
                  <c:v>159.0</c:v>
                </c:pt>
                <c:pt idx="2">
                  <c:v>287.0</c:v>
                </c:pt>
                <c:pt idx="3">
                  <c:v>276.0</c:v>
                </c:pt>
                <c:pt idx="4">
                  <c:v>273.0</c:v>
                </c:pt>
                <c:pt idx="5">
                  <c:v>281.0</c:v>
                </c:pt>
                <c:pt idx="6">
                  <c:v>283.0</c:v>
                </c:pt>
                <c:pt idx="7">
                  <c:v>216.0</c:v>
                </c:pt>
                <c:pt idx="8">
                  <c:v>206.0</c:v>
                </c:pt>
                <c:pt idx="9">
                  <c:v>321.0</c:v>
                </c:pt>
                <c:pt idx="10">
                  <c:v>341.0</c:v>
                </c:pt>
                <c:pt idx="11">
                  <c:v>273.0</c:v>
                </c:pt>
                <c:pt idx="12">
                  <c:v>298.0</c:v>
                </c:pt>
                <c:pt idx="13">
                  <c:v>244.0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184.0</c:v>
                </c:pt>
                <c:pt idx="1">
                  <c:v>121.0</c:v>
                </c:pt>
                <c:pt idx="2">
                  <c:v>206.0</c:v>
                </c:pt>
                <c:pt idx="3">
                  <c:v>225.0</c:v>
                </c:pt>
                <c:pt idx="4">
                  <c:v>212.0</c:v>
                </c:pt>
                <c:pt idx="5">
                  <c:v>206.0</c:v>
                </c:pt>
                <c:pt idx="6">
                  <c:v>212.0</c:v>
                </c:pt>
                <c:pt idx="7">
                  <c:v>190.0</c:v>
                </c:pt>
                <c:pt idx="8">
                  <c:v>146.0</c:v>
                </c:pt>
                <c:pt idx="9">
                  <c:v>256.0</c:v>
                </c:pt>
                <c:pt idx="10">
                  <c:v>261.0</c:v>
                </c:pt>
                <c:pt idx="11">
                  <c:v>249.0</c:v>
                </c:pt>
                <c:pt idx="12">
                  <c:v>220.0</c:v>
                </c:pt>
                <c:pt idx="13">
                  <c:v>196.0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-11,2% &amp; PS -12,3% MoM — Achievement Mencapai 54,6% (RE) / 52,8%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(-0,9%), Denpasar Terdalam (-21,6%)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(+13,3%), Flores Timur Terdalam (-37,2%)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(+37), Lombok Utara Tumbuh Tertinggi (+25,5%)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+110, Bottom 5 -525, dan perubahan PS regional -685.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(-5,8%), TSEL One &gt;30 Mbps Turun Terdalam (-32,3%)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-9,1%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852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542 / 965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164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852 (10,8%)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141 / 965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7.035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6.249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4.866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560 | MoM -8,8%
PS: 540 | MoM -9,1%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474 | Active 55,6% | MoM -9,5%
  PS: 453 | Active 53,2% | MoM -10,3%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-40,2%, Gap -37
• Flores: PS -1,0%, Gap -1
• Kupang: PS -15,0%, Gap -6
• Mataram: PS -17,1%, Gap -18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Gatsu Tengah (Denpasar): -60,0%, Gap -3
• Grapari Larantuka (Flores): -60,0%, Gap -6
• Grapari Soe (Kupang):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-10 (-41,7%), PS -9 (-64,3%)
• Bali Tengah: RE -8 (-5,8%), PS -8 (-7,8%)
• Sumbawa Timur: RE -8 (-19,5%), PS -8 (-34,8%)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+3 (+21,4%), PS -4 (-40,0%)
• Ende Sikka: RE +1 (+25,0%), PS -3 (-75,0%)
• Bali Tengah: RE -8 (-18,2%), PS -2 (-7,4%)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Manggarai: RE -3 (-75,0%), PS -3 (-100,0%)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92.44% | MoM -0.35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-5.11 pp | Rp-5.47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91.51%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91.65% | MoM -0.14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Rp98.55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Rp98.40 M | MoM +0.1%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85.90%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-9.67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-6.70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Rp29.97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Rp-875.4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Rp12.86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Rp-335.7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Rp-272.7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78.59%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78.22%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Rp-400.0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Rp-517.4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88.06%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Rp-745.4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Rp-360.2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Rp-578.5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-0.35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94.92% / +0.75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95.34% / -0.52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95.40% / +1.86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92.79% / +1.68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95.16% / +1.67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88.38% / +1.65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89.38% / +1.30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86.35% / +1.07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85.45% / +4.25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89.29% / +0.30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84.09%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85.49% / -0.23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79.19% / -3.04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79.97% / 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87.42% / +0.71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86.74%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90.06%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81.97% / -1.74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82.93% / -1.27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86.34% / +0.13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91.84% / -0.18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83.61% / -1.71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84.36% / 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-0.55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94.17% / -0.36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96.16% / -0.02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89.60% / -2.11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91.30% / 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92.54% / -0.62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575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M-1 579 | MoM -0.7%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 / 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71 / +6.0%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 / +5.6%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469 / -3.7%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382 / 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 / -12.0%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 / -6.0%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65.7%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60,149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73.7%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