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  <c:pt idx="7">
                  <c:v>62.0</c:v>
                </c:pt>
                <c:pt idx="8">
                  <c:v>41.0</c:v>
                </c:pt>
                <c:pt idx="9">
                  <c:v>46.0</c:v>
                </c:pt>
                <c:pt idx="10">
                  <c:v>37.0</c:v>
                </c:pt>
                <c:pt idx="11">
                  <c:v>55.0</c:v>
                </c:pt>
                <c:pt idx="12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  <c:pt idx="7">
                  <c:v>18.0</c:v>
                </c:pt>
                <c:pt idx="8">
                  <c:v>14.0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  <c:pt idx="7">
                  <c:v>34.0</c:v>
                </c:pt>
                <c:pt idx="8">
                  <c:v>19.0</c:v>
                </c:pt>
                <c:pt idx="9">
                  <c:v>25.0</c:v>
                </c:pt>
                <c:pt idx="10">
                  <c:v>20.0</c:v>
                </c:pt>
                <c:pt idx="11">
                  <c:v>31.0</c:v>
                </c:pt>
                <c:pt idx="12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  <c:pt idx="7">
                  <c:v>58.0</c:v>
                </c:pt>
                <c:pt idx="8">
                  <c:v>44.0</c:v>
                </c:pt>
                <c:pt idx="9">
                  <c:v>41.0</c:v>
                </c:pt>
                <c:pt idx="10">
                  <c:v>34.0</c:v>
                </c:pt>
                <c:pt idx="11">
                  <c:v>44.0</c:v>
                </c:pt>
                <c:pt idx="12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  <c:pt idx="7">
                  <c:v>15.0</c:v>
                </c:pt>
                <c:pt idx="8">
                  <c:v>12.0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  <c:pt idx="7">
                  <c:v>30.0</c:v>
                </c:pt>
                <c:pt idx="8">
                  <c:v>23.0</c:v>
                </c:pt>
                <c:pt idx="9">
                  <c:v>15.0</c:v>
                </c:pt>
                <c:pt idx="10">
                  <c:v>20.0</c:v>
                </c:pt>
                <c:pt idx="11">
                  <c:v>26.0</c:v>
                </c:pt>
                <c:pt idx="12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4.0</c:v>
                </c:pt>
                <c:pt idx="11">
                  <c:v>8.0</c:v>
                </c:pt>
                <c:pt idx="12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2.952,2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183   Δ -24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169   Δ 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157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3.392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123 / 306 (40,2%)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159 / 347 (45,8%)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109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68 (48,5%)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80 (51,2%)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 / 164 (36,6%)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 / 185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-9,0% | Turun 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74 (40,5%)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82 (45,1%)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306 (3,9%)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347 (8,9%)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-16,2% | Turun 109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-62,5%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164 (3,0%)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185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74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82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7.074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159 | MoM -13,1%
PS: 159 | MoM -5,9%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124 | Active 40,5% | MoM -15,1%
  PS: 123 | Active 40,2% | MoM -6,8%
• Greenfield
  RE: 15 | Active 75,0% | MoM -11,8%
  PS: 16 | Active 80,0% | MoM -5,9%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+100,0%, Gap 1
• Grapari Jimbaran: PS -18,2%, Gap -2
• Grapari Kuta: PS +25,0%,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-23,1%, Gap -3
• Grapari Singaraja: PS -66,7%, Gap -2
• Grapari Tabanan: PS -80,0%, Gap -4
• Grapari Ubud: PS -57,1%, Gap 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-151 (-32,5%), PS -154 (-37,3%)
• Bali Tengah: RE -75 (-9,4%), PS -75 (-11,0%)
• Bali Timur: RE -52 (-19,8%), PS -24 (-12,2%)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2 (+6,9%), PS -6 (-28,6%)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(-33,3%), PS -3 (-100,0%)
• Bali Barat: RE 0 (0,0%), PS -1 (-100,0%)
• Bali Tengah: RE -1 (-25,0%), PS -1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JONI LASTIAWAN.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SPNJL26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ARDANA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IGE6837145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