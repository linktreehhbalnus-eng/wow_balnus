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  <c:pt idx="1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  <c:pt idx="12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3.656,5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2.984,0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185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159 | MoM -13,1%
PS: 159 | MoM -5,9%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124 | Active 40,5% | MoM -15,1%
  PS: 123 | Active 40,2% | MoM -6,8%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+100,0%, Gap 1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Bali Timur: RE -52 (-19,8%), PS -24 (-12,2%)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2 (+6,9%), PS -6 (-28,6%)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Barat: RE 0 (0,0%), PS -1 (-100,0%)
• Bali Tengah: RE -1 (-25,0%),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ARDANA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IGE6837145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37.39%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42.77% | MoM -5.38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-60.19 pp | Rp-33.85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37.26%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42.57% | MoM -5.31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Rp21.02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Rp23.98 M | MoM -12.3%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C3MR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41.66% / -14.54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-5.13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59.76% / -6.91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32.59% / -5.62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39.54% / -5.22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40.63% / -6.97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28.81% / -5.55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33.81% / -3.46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-7.15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30.96% / -2.97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34.27%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32.33% / -3.27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29.31% / -4.06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32.70% / -4.22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28.96% / 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35.32% / -5.92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41.88% / -5.69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34.82% / -5.83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