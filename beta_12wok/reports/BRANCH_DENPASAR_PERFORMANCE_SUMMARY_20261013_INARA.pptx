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  <c:pt idx="11">
                  <c:v>55.0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  <c:pt idx="11">
                  <c:v>31.0</c:v>
                </c:pt>
                <c:pt idx="12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  <c:pt idx="11">
                  <c:v>44.0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  <c:pt idx="11">
                  <c:v>8.0</c:v>
                </c:pt>
                <c:pt idx="12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3.392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 / 164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 / 185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185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82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159 | MoM -13,1%
PS: 159 | MoM -5,9%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124 | Active 40,5% | MoM -15,1%
  PS: 123 | Active 40,2% | MoM -6,8%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+100,0%, Gap 1
• Grapari Jimbaran: PS -18,2%,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-66,7%, Gap -2
• Grapari Tabanan: PS -80,0%, Gap -4
• Grapari Ubud: PS -57,1%,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Bali Timur: RE -52 (-19,8%), PS -24 (-12,2%)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2 (+6,9%), PS -6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-3 (-100,0%)
• Bali Barat: RE 0 (0,0%), PS -1 (-100,0%)
• Bali Tengah: RE -1 (-25,0%),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ARDANA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IGE6837145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37.39%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42.77% | MoM -5.38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-60.19 pp | Rp-33.85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37.26%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42.57% | MoM -5.31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Rp21.02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Rp23.98 M | MoM -12.3%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55.03% / -8.17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41.66% / -14.54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59.96% / -5.13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59.76% / -6.91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38.11% / -5.69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32.59% / -5.62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39.54% / -5.22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40.63% / -6.97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32.38% / -4.66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28.81% / -5.55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33.81% / -3.46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32.33% / -7.15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33.16% / -2.78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30.96% / -2.97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34.27% / -2.54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32.33% / -3.27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31.07% / -4.34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29.31% / -4.06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32.70% / -4.22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28.96% / 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38.88% / -5.77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35.32% / -5.92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41.88% / -5.69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34.82% / -5.83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