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01 Oct</c:v>
                </c:pt>
                <c:pt idx="1">
                  <c:v>02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48.0</c:v>
                </c:pt>
                <c:pt idx="1">
                  <c:v>54.0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01 Oct</c:v>
                </c:pt>
                <c:pt idx="1">
                  <c:v>02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48.0</c:v>
                </c:pt>
                <c:pt idx="1">
                  <c:v>47.0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3.019,5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2.827,5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2.449,7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2.306,7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63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184   Δ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5.817   Δ -812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16 (37,5%)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 / 213 (26,3%)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72 / 240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240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477 (34,6%)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1.214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510 (92,9%)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1.612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82 | MoM -2,4%
PS: 72 | MoM +14,3%
• Performer
  RE: 1 | Active 100,0% | MoM 0,0%
  PS: 1 | Active 100,0% | MoM 0,0%
• Junior
  RE: 66 | Active 31,0% | MoM +1,5%
  PS: 56 | Active 26,3% | MoM +21,7%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5 | Active 31,2% | MoM -37,5%
  PS: 6 | Active 37,5% | MoM -14,3%
• Junior Plus
  RE: 10 | Active 100,0% | MoM 0,0%
  PS: 9 | Active 90,0%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-50,0%, Gap -3
• Grapari Dompu: PS N/A, Gap 4
• Grapari Lombok Utara: PS 0,0%, Gap 0
• Grapari Maluk: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Mataram: PS -87,5%, Gap -7
• Grapari Sumbawa: PS -66,7%, Gap -2
• Grapari Taliwang: PS N/A,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-14 (-13,0%), PS -11 (-13,8%)
• Sumbawa Barat: RE -9 (-33,3%), PS -4 (-25,0%)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(-37,5%), PS -4 (-66,7%)
• Sumbawa Barat: RE 0 (0,0%), PS -1 (-25,0%)
• Sumbawa Timur: RE -1 (-33,3%), PS -1 (-50,0%)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-1 (-100,0%),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DARUSSALAM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SPLSL72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SPGWW15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SUCI DAFNIATI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SPUIA69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UTA4382510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 DIMIATI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ELI6107223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SPCAB92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HARMANSYAH A MD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SPXHM83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ARMANA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SPUPA18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SPARD16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Komang Iwan Sugiarta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IKO1422466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ARMANA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SPUPA18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Fanny Aulia Andita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FAN4159846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Teddy Soeyitno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TED7472620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DEDY HARTONO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SPYNR75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REGAR FEBRYAN ADHA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SPARG73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RIZUL FAHMI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SPXXFM18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HARMANSYAH A MD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SPXHM83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SPNOT11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PURNAMAWATI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SPDEDEW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SRI YUNIARTI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SRI1682242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HER1161525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Damarbudi prakoso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DAM2334423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HENI RATMAWATI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GALANG RAMADHAN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TAHIR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SPUIH54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Taslim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MUH6685801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AFRILIAN WULANSARI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SPRFA73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Sunarti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SUN4743590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IRUL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IRU7539291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Minhaq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ABD8242555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LUTHFI SURYADI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SPNTB95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BERLIN RIZKAILLAH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BER7356850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IRGI PIRMANSAH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LAL9017900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AHM2513922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44 | MoM +13.6%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 / 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11,424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34,107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34.3%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35.4%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27.9%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24.0%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42.2%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20.7%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33.7%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28.5%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20.7%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1,051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28.6%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23.5%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14.0%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10.3%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22.9%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21.8%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16.9%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15.3%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10.8%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