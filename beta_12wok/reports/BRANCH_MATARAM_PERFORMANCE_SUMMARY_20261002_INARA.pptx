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-812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-2,4%
PS: 72 | MoM +14,3%
• Performer
  RE: 1 | Active 100,0% | MoM 0,0%
  PS: 1 | Active 100,0% | MoM 0,0%
• Junior
  RE: 66 | Active 31,0% | MoM +1,5%
  PS: 56 | Active 26,3% | MoM +21,7%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31,2% | MoM -37,5%
  PS: 6 | Active 37,5% | MoM -14,3%
• Junior Plus
  RE: 10 | Active 100,0% | MoM 0,0%
  PS: 9 | Active 90,0%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-87,5%, Gap -7
• Grapari Sumbawa: PS -66,7%,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-14 (-13,0%), PS -11 (-13,8%)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(-37,5%), PS -4 (-66,7%)
• Sumbawa Barat - Sumbawa Timur: RE -1 (-20,0%), PS -2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Iwan Sugiarta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Taslim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MUH6685801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LUTHFI SURYADI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