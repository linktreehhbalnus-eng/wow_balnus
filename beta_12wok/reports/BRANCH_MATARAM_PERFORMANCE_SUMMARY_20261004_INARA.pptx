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111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-81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926   Δ -926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75 / 210 (35,7%)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 / 237 (40,5%)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+4,3% | Turun 58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237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58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99 | MoM -10,8%
PS: 96 | MoM +4,3%
• Performer
  RE: 1 | Active 100,0% | MoM 0,0%
  PS: 1 | Active 100,0% | MoM 0,0%
• Junior
  RE: 80 | Active 38,1% | MoM -11,1%
  PS: 75 | Active 35,7% | MoM +1,4%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50,0% | MoM -20,0%
  PS: 10 | Active 62,5% | MoM +42,9%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-62,5%, Gap -5
• Grapari Dompu: PS +100,0%, Gap 2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-92,3%, Gap -12
• Grapari Sumbawa: PS -33,3%, Gap -1
• Grapari Taliwang: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-32 (-18,2%), PS -23 (-16,2%)
• Sumbawa Barat: RE -30 (-51,7%), PS -14 (-41,2%)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(-23,1%), PS -7 (-70,0%)
• Sumbawa Barat: RE -1 (-33,3%), PS -2 (-40,0%)
• Sumbawa Timur: RE 3 (+75,0%), PS -2 (-66,7%)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SPDNM72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SPDNM72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APR8993939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APR8993939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SPYNR75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SPYNR75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SPNTB55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AYU1444446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AYU1444446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IDH6810961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IDH6810961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SPNUA43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SPNUA43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