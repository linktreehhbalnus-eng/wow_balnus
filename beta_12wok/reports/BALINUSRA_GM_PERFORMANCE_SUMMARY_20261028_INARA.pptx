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15/10</c:v>
                </c:pt>
                <c:pt idx="1">
                  <c:v>16/10</c:v>
                </c:pt>
                <c:pt idx="2">
                  <c:v>17/10</c:v>
                </c:pt>
                <c:pt idx="3">
                  <c:v>18/10</c:v>
                </c:pt>
                <c:pt idx="4">
                  <c:v>19/10</c:v>
                </c:pt>
                <c:pt idx="5">
                  <c:v>20/10</c:v>
                </c:pt>
                <c:pt idx="6">
                  <c:v>21/10</c:v>
                </c:pt>
                <c:pt idx="7">
                  <c:v>22/10</c:v>
                </c:pt>
                <c:pt idx="8">
                  <c:v>23/10</c:v>
                </c:pt>
                <c:pt idx="9">
                  <c:v>24/10</c:v>
                </c:pt>
                <c:pt idx="10">
                  <c:v>25/10</c:v>
                </c:pt>
                <c:pt idx="11">
                  <c:v>26/10</c:v>
                </c:pt>
                <c:pt idx="12">
                  <c:v>27/10</c:v>
                </c:pt>
                <c:pt idx="13">
                  <c:v>28/10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281.0</c:v>
                </c:pt>
                <c:pt idx="1">
                  <c:v>283.0</c:v>
                </c:pt>
                <c:pt idx="2">
                  <c:v>216.0</c:v>
                </c:pt>
                <c:pt idx="3">
                  <c:v>206.0</c:v>
                </c:pt>
                <c:pt idx="4">
                  <c:v>321.0</c:v>
                </c:pt>
                <c:pt idx="5">
                  <c:v>341.0</c:v>
                </c:pt>
                <c:pt idx="6">
                  <c:v>273.0</c:v>
                </c:pt>
                <c:pt idx="7">
                  <c:v>298.0</c:v>
                </c:pt>
                <c:pt idx="8">
                  <c:v>244.0</c:v>
                </c:pt>
                <c:pt idx="9">
                  <c:v>214.0</c:v>
                </c:pt>
                <c:pt idx="10">
                  <c:v>157.0</c:v>
                </c:pt>
                <c:pt idx="11">
                  <c:v>288.0</c:v>
                </c:pt>
                <c:pt idx="12">
                  <c:v>281.0</c:v>
                </c:pt>
                <c:pt idx="13">
                  <c:v>250.0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15/10</c:v>
                </c:pt>
                <c:pt idx="1">
                  <c:v>16/10</c:v>
                </c:pt>
                <c:pt idx="2">
                  <c:v>17/10</c:v>
                </c:pt>
                <c:pt idx="3">
                  <c:v>18/10</c:v>
                </c:pt>
                <c:pt idx="4">
                  <c:v>19/10</c:v>
                </c:pt>
                <c:pt idx="5">
                  <c:v>20/10</c:v>
                </c:pt>
                <c:pt idx="6">
                  <c:v>21/10</c:v>
                </c:pt>
                <c:pt idx="7">
                  <c:v>22/10</c:v>
                </c:pt>
                <c:pt idx="8">
                  <c:v>23/10</c:v>
                </c:pt>
                <c:pt idx="9">
                  <c:v>24/10</c:v>
                </c:pt>
                <c:pt idx="10">
                  <c:v>25/10</c:v>
                </c:pt>
                <c:pt idx="11">
                  <c:v>26/10</c:v>
                </c:pt>
                <c:pt idx="12">
                  <c:v>27/10</c:v>
                </c:pt>
                <c:pt idx="13">
                  <c:v>28/10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206.0</c:v>
                </c:pt>
                <c:pt idx="1">
                  <c:v>212.0</c:v>
                </c:pt>
                <c:pt idx="2">
                  <c:v>190.0</c:v>
                </c:pt>
                <c:pt idx="3">
                  <c:v>146.0</c:v>
                </c:pt>
                <c:pt idx="4">
                  <c:v>256.0</c:v>
                </c:pt>
                <c:pt idx="5">
                  <c:v>261.0</c:v>
                </c:pt>
                <c:pt idx="6">
                  <c:v>249.0</c:v>
                </c:pt>
                <c:pt idx="7">
                  <c:v>220.0</c:v>
                </c:pt>
                <c:pt idx="8">
                  <c:v>197.0</c:v>
                </c:pt>
                <c:pt idx="9">
                  <c:v>189.0</c:v>
                </c:pt>
                <c:pt idx="10">
                  <c:v>119.0</c:v>
                </c:pt>
                <c:pt idx="11">
                  <c:v>211.0</c:v>
                </c:pt>
                <c:pt idx="12">
                  <c:v>187.0</c:v>
                </c:pt>
                <c:pt idx="13">
                  <c:v>0.0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-10,5% &amp; PS -14,9% MoM — Achievement Mencapai 65,2% (RE) / 60,4%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Menguat, PS Melemah pada 28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01–28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(-6,3%), Denpasar Terdalam (-22,7%)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-7,0%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-22,7%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74,7%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62,3%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(+6,7%), Flores Timur Terdalam (-37,4%)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Sikka Penyumbang PS Absolut Terbesar (+32), Sumba Tengah Tumbuh Tertinggi (+42,9%)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-982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47 kabupaten: Top 5 menyumbang +109, Bottom 5 -563, dan perubahan PS regional -982.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(-7,8%), TSEL One &gt;30 Mbps Turun Terdalam (-37,1%)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-9,9% MoM, DJP Data Transition — SF Register 918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15.979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14.731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25.286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83.626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5.523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1.867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6.592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2.395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2.337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4.655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01–28 Okt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28 (67,9%)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148 / 315 (47,0%)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-18,7% | Turun 110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187 / 364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 | Turun 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15 (93,3%)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+7,7%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 / 134 (48,5%)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-17,7%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 / 150 (52,7%)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-15,1%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12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108 / 148 (73,0%)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+8,0%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121 / 164 (73,8%)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+9,0%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18 (72,2%)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147 / 212 (69,3%)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 | Turun 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170 / 240 (70,8%)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-10,5% | Turun 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 / 73 (75,3%)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+1,9% | Turun 30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468 / 809 (57,8%)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 | Turun 282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560 / 938 (59,7%)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-9,4% | Turun 345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1.931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1.449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3.182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4.888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28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315 (9,2%)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-21,6% | Turun 110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 / 364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15 (73,3%)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134 (12,7%)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 / 150 (18,7%)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-9,7%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12 (8,3%)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 / 148 (20,3%)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+30,4%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164 (20,1%)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18 (27,8%)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212 (19,3%)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+20,6% | Turun 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 / 240 (22,9%)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 / 73 (28,8%)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-8,7% | Turun 30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117 / 809 (14,5%)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+2,6% | Turun 282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19 (73,7%)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-26,3%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170 / 938 (18,1%)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-1,7% | Turun 345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FAISAL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pinky priyantini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JENIATI BETI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desi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NURUL QARIMAH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STEFANI WEA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 dwi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PUTU NGURAH UPHADANA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01–28 Okt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2.341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1.944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6.578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5.596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2.873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2.222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1.869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1.660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01–28 Okt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01–28 Okt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8.310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7.439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6.578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5.596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1,3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6.978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6.218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5.706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4.888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581 | MoM -9,1%
PS: 557 | MoM -9,9%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492 | Active 60,8% | MoM -10,1%
  PS: 468 | Active 57,8% | MoM -11,2%
• Greenfield
  RE: 55 | Active 75,3% | MoM -3,5%
  PS: 55 | Active 75,3% | MoM -1,8%
• Junior Plus
  RE: 17 | Active 89,5% | MoM -5,6%
  PS: 17 | Active 89,5% | MoM -5,6%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-41,6%, Gap -47
• Flores: PS -16,3%, Gap -22
• Kupang: PS -28,6%, Gap -14
• Mataram: PS -21,0%, Gap -25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Malaka (Kupang): -75,0%, Gap -3
• Grapari Amlapura (Denpasar): -66,7%, Gap -2
• Grapari Baa Rote (Kupang): -66,7%, Gap -2
• Grapari Soe (Kupang): -66,7%, Gap -4
• Grapari Gatsu Tengah (Denpasar): -60,0%, Gap -3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-253 (-28,0%), PS -267 (-33,8%)
• Bali Tengah: RE -208 (-13,2%), PS -234 (-17,7%)
• Lombok: RE -124 (-10,2%), PS -110 (-11,5%)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-14 (-28,6%), PS -13 (-44,8%)
• Bali Tengah: RE -13 (-7,4%), PS -12 (-9,5%)
• Sumbawa Barat: RE -14 (-48,3%), PS -10 (-62,5%)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-14 (-25,5%), PS -9 (-24,3%)
• Lombok: RE 0 (0,0%), PS -8 (-57,1%)
• Ende Sikka: RE +3 (+75,0%), PS -2 (-50,0%)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Manggarai: RE -2 (-40,0%), PS -4 (-100,0%)
• Bali Tengah: RE 0 (0,0%), PS -3 (-60,0%)
• Bali Timur: RE -1 (-16,7%), PS -2 (-40,0%)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95.33%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95.43% | MoM -0.10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-1.88 pp | Rp-2.01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94.92%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94.83% | MoM +0.09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Rp102.02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Rp101.58 M | MoM +0.4%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96.18%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95.73%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Rp54.09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Rp-788.4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93.46%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92.73%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Rp9.54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-3.24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Rp-330.6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93.02%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Rp14.36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Rp-433.4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95.60%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95.26%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Rp24.02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Rp-463.6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95.27%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94.75%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Rp10.58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Rp-257.1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Rp30.46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Rp-393.2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96.56%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96.29%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Rp13.05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Rp-138.1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93.89%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92.96%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Rp3.72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Rp-111.2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89.27%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-4.87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88.93%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Rp1.97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Rp-164.2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93.67%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93.03%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Rp8.06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Rp-185.5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90.76%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-4.49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Rp-173.5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95.33%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94.73%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Rp-55.2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93.33%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92.89%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Rp2.77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Rp-74.4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96.02%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95.65%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Rp13.19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Rp-196.5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95.08%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94.95%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Rp-113.1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95.13%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94.73%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Rp6.30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Rp-153.9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95.33%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-0.10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97.99% / -0.36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98.45% / -0.61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97.87% / +1.02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96.15% / -0.54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98.29% / -0.43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93.06% / +0.33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94.29% / +0.48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91.79% / +0.40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90.41% / +1.70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93.19% / -1.15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88.90% / -0.18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88.61% / -0.21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87.19% / -0.89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85.97% / -0.89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92.36% / +0.43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92.11% / 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92.65% / -0.06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90.37% / -0.24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90.00% / -0.06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93.57% / +0.10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93.53% / +0.05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94.32% / -0.08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91.98% / -0.58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90.66% / -0.01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94.56% / +0.56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96.60% / -0.13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97.25% / -0.05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95.17% / -0.50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94.91% / -0.09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96.52% / -0.25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658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M-1 655 | MoM +0.5%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109 / +1.9%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81 / +5.2%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 / -14.3%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 / -8.7%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537 / -1.8%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440 / +0.7%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 / -13.8%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68 / -9.3%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126,125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72.0%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49,106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98.3%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95.7%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86.5%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83.5%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80.7%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80.4%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89.5%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83.8%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82.6%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79.8%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93.8%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86.0%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82.2%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79.9%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79.3%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94.3%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92.1%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90.7%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87.4%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82.7%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79.9%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79.3%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78.0%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73.4%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69.5%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67.6%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80.8%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80.1%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73.9%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69.2%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78.5%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72.2%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69.4%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81.7%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80.5%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77.0%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73.3%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67.2%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61.1%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61.6%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59.8%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60.0%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55.7%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58.9%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71.6%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62.2%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62.2%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52.7%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62.3%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55.4%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54.7%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57.5%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54.4%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53.0%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53.5%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44.1%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62.3%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52.6%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