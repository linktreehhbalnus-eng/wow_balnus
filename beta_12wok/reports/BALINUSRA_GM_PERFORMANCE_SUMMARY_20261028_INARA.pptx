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15/10</c:v>
                </c:pt>
                <c:pt idx="1">
                  <c:v>16/10</c:v>
                </c:pt>
                <c:pt idx="2">
                  <c:v>17/10</c:v>
                </c:pt>
                <c:pt idx="3">
                  <c:v>18/10</c:v>
                </c:pt>
                <c:pt idx="4">
                  <c:v>19/10</c:v>
                </c:pt>
                <c:pt idx="5">
                  <c:v>20/10</c:v>
                </c:pt>
                <c:pt idx="6">
                  <c:v>21/10</c:v>
                </c:pt>
                <c:pt idx="7">
                  <c:v>22/10</c:v>
                </c:pt>
                <c:pt idx="8">
                  <c:v>23/10</c:v>
                </c:pt>
                <c:pt idx="9">
                  <c:v>24/10</c:v>
                </c:pt>
                <c:pt idx="10">
                  <c:v>25/10</c:v>
                </c:pt>
                <c:pt idx="11">
                  <c:v>26/10</c:v>
                </c:pt>
                <c:pt idx="12">
                  <c:v>27/10</c:v>
                </c:pt>
                <c:pt idx="13">
                  <c:v>28/10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281.0</c:v>
                </c:pt>
                <c:pt idx="1">
                  <c:v>283.0</c:v>
                </c:pt>
                <c:pt idx="2">
                  <c:v>216.0</c:v>
                </c:pt>
                <c:pt idx="3">
                  <c:v>206.0</c:v>
                </c:pt>
                <c:pt idx="4">
                  <c:v>321.0</c:v>
                </c:pt>
                <c:pt idx="5">
                  <c:v>341.0</c:v>
                </c:pt>
                <c:pt idx="6">
                  <c:v>273.0</c:v>
                </c:pt>
                <c:pt idx="7">
                  <c:v>298.0</c:v>
                </c:pt>
                <c:pt idx="8">
                  <c:v>244.0</c:v>
                </c:pt>
                <c:pt idx="9">
                  <c:v>214.0</c:v>
                </c:pt>
                <c:pt idx="10">
                  <c:v>157.0</c:v>
                </c:pt>
                <c:pt idx="11">
                  <c:v>288.0</c:v>
                </c:pt>
                <c:pt idx="12">
                  <c:v>281.0</c:v>
                </c:pt>
                <c:pt idx="13">
                  <c:v>250.0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15/10</c:v>
                </c:pt>
                <c:pt idx="1">
                  <c:v>16/10</c:v>
                </c:pt>
                <c:pt idx="2">
                  <c:v>17/10</c:v>
                </c:pt>
                <c:pt idx="3">
                  <c:v>18/10</c:v>
                </c:pt>
                <c:pt idx="4">
                  <c:v>19/10</c:v>
                </c:pt>
                <c:pt idx="5">
                  <c:v>20/10</c:v>
                </c:pt>
                <c:pt idx="6">
                  <c:v>21/10</c:v>
                </c:pt>
                <c:pt idx="7">
                  <c:v>22/10</c:v>
                </c:pt>
                <c:pt idx="8">
                  <c:v>23/10</c:v>
                </c:pt>
                <c:pt idx="9">
                  <c:v>24/10</c:v>
                </c:pt>
                <c:pt idx="10">
                  <c:v>25/10</c:v>
                </c:pt>
                <c:pt idx="11">
                  <c:v>26/10</c:v>
                </c:pt>
                <c:pt idx="12">
                  <c:v>27/10</c:v>
                </c:pt>
                <c:pt idx="13">
                  <c:v>28/10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206.0</c:v>
                </c:pt>
                <c:pt idx="1">
                  <c:v>212.0</c:v>
                </c:pt>
                <c:pt idx="2">
                  <c:v>190.0</c:v>
                </c:pt>
                <c:pt idx="3">
                  <c:v>146.0</c:v>
                </c:pt>
                <c:pt idx="4">
                  <c:v>256.0</c:v>
                </c:pt>
                <c:pt idx="5">
                  <c:v>261.0</c:v>
                </c:pt>
                <c:pt idx="6">
                  <c:v>249.0</c:v>
                </c:pt>
                <c:pt idx="7">
                  <c:v>220.0</c:v>
                </c:pt>
                <c:pt idx="8">
                  <c:v>197.0</c:v>
                </c:pt>
                <c:pt idx="9">
                  <c:v>189.0</c:v>
                </c:pt>
                <c:pt idx="10">
                  <c:v>119.0</c:v>
                </c:pt>
                <c:pt idx="11">
                  <c:v>211.0</c:v>
                </c:pt>
                <c:pt idx="12">
                  <c:v>187.0</c:v>
                </c:pt>
                <c:pt idx="13">
                  <c:v>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-10,5% &amp; PS -14,9% MoM — Achievement Mencapai 65,2% (RE) / 60,4%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Menguat, PS Melemah pada 28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01–28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(-6,3%), Denpasar Terdalam (-22,7%)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-7,0%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-22,7%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74,7%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62,3%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(+6,7%), Flores Timur Terdalam (-37,4%)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Sikka Penyumbang PS Absolut Terbesar (+32), Sumba Tengah Tumbuh Tertinggi (+42,9%)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-982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47 kabupaten: Top 5 menyumbang +109, Bottom 5 -563, dan perubahan PS regional -982.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(-7,8%), TSEL One &gt;30 Mbps Turun Terdalam (-37,1%)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-10,0% MoM, DJP Data Transition — SF Register 946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38.028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25.261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5.509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83.596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5.509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1.842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6.592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2.395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2.328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4.663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01–28 Okt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148 / 337 (43,9%)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-18,7% | Turun 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187 / 378 (49,5%)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 | Turun 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 / 137 (47,4%)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-17,7%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 / 151 (51,7%)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108 / 151 (71,5%)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+8,0%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120 / 164 (73,2%)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+8,1%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149 / 227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172 / 253 (68,0%)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 | Turun 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 / 58 (91,4%)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29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470 / 852 (55,2%)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283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559 / 965 (57,9%)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 | Turun 345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1.931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1.120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1.463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3.196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4.886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337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-21,6% | Turun 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 / 378 (13,8%)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137 (12,4%)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 / 151 (18,5%)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-9,7%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 / 151 (19,9%)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+30,4%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164 (20,1%)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 (31,2%)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227 (18,5%)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+23,5%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 / 253 (22,1%)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+12,0% | Turun 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 / 58 (36,2%)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-8,7% | Turun 29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118 / 852 (13,8%)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+3,5% | Turun 283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19 (73,7%)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-26,3%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170 / 965 (17,6%)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-1,7% | Turun 345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FAISAL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pinky priyantini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JENIATI BETI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desi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NURUL QARIMAH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STEFANI WEA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 dwi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SONYA IMELDA TUTFAUT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01–28 Okt 2026 vs MTD-1 01–28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01–28 Okt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2.341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1.944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6.578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5.596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2.873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1.869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1.660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01–28 Okt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01–28 Okt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8.310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7.439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6.578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5.596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1,3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6.978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6.218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5.706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4.888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580 | MoM -9,4%
PS: 557 | MoM -10,0%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494 | Active 58,0% | MoM -10,0%
  PS: 470 | Active 55,2% | MoM -11,2%
• Greenfield
  RE: 52 | Active 89,7% | MoM -7,1%
  PS: 53 | Active 91,4% | MoM -3,6%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-41,6%, Gap -47
• Flores: PS -16,3%, Gap -22
• Kupang: PS -28,6%, Gap -14
• Mataram: PS -21,0%, Gap -25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Malaka (Kupang): -75,0%, Gap -3
• Grapari Amlapura (Denpasar): -66,7%, Gap -2
• Grapari Baa Rote (Kupang): -66,7%, Gap -2
• Grapari Soe (Kupang): -66,7%, Gap -4
• Grapari Gatsu Tengah (Denpasar): -60,0%, Gap -3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-253 (-28,0%), PS -267 (-33,8%)
• Bali Tengah: RE -208 (-13,2%), PS -234 (-17,7%)
• Lombok: RE -124 (-10,2%), PS -110 (-11,5%)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-14 (-28,6%), PS -13 (-44,8%)
• Bali Tengah: RE -13 (-7,4%), PS -12 (-9,5%)
• Sumbawa Barat: RE -14 (-48,3%), PS -10 (-62,5%)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-14 (-25,5%), PS -9 (-24,3%)
• Lombok: RE 0 (0,0%), PS -8 (-57,1%)
• Ende Sikka: RE +3 (+75,0%), PS -2 (-50,0%)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-2 (-40,0%), PS -4 (-100,0%)
• Bali Tengah: RE 0 (0,0%), PS -3 (-60,0%)
• Bali Timur: RE -1 (-16,7%), PS -2 (-40,0%)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10/26/2026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94.42%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94.72% | MoM -0.30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-2.79 pp | Rp-2.99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93.94%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94.06% | MoM -0.12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Rp101.03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Rp100.82 M | MoM +0.2%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95.72%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95.21%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Rp53.83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Rp-1.04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91.23%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90.35%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Rp9.32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Rp-558.8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Rp14.18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Rp-615.9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93.89%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Rp23.71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Rp-774.6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94.28%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Rp-302.8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Rp30.29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Rp-550.9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96.17%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Rp13.00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Rp-190.5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91.72%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Rp3.68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Rp-153.2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83.85%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83.46%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Rp-283.8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92.79%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92.05%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Rp7.99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Rp-261.4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89.68%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-6.15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Rp-237.5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93.68%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93.00%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Rp3.78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Rp-121.8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91.37%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Rp2.73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Rp-117.0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95.03%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94.53%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Rp13.05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Rp-332.8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93.60%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Rp-183.3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93.55%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93.04%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Rp6.19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Rp-258.5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10/26/2026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94.42%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-0.30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96.37% / -0.76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96.60% / -2.01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96.50% / +0.44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95.30% / 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96.51% / +0.14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91.03% / 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91.57% / -0.59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89.82% / -0.13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88.83% / +2.53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91.87% / -0.92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87.41% / -0.40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87.67% / -0.21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84.48% / -2.42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84.27% / -0.74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90.82% / +0.33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90.58% / -0.46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91.90% / -0.16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87.44% / -1.83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88.09% / -0.68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91.74% / +0.00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92.19% / 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93.63% / -0.14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89.25% / -1.87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89.17% / -0.26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92.69% / +0.10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95.95% / -0.28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96.98% / -0.06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93.20% / -1.47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93.99% / -0.22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95.56% / -0.43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M-1 638 | MoM -2.8%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-57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267788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 / +300.0%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 / +300.0%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105 / -0.9%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77 / +1.3%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 / -14.3%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 / -8.7%</a:t>
                      </a:r>
                    </a:p>
                  </a:txBody>
                  <a:tcPr/>
                </a:tc>
              </a:tr>
              <a:tr h="267791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503 / -5.3%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410 / -3.5%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 / 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66 / -9.6%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28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125,287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71.5%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49,944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97.9%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95.3%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89.4%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86.0%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82.7%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80.2%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89.8%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80.0%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88.7%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81.4%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78.7%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93.2%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85.1%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81.9%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78.8%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93.9%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91.6%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86.5%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82.4%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78.7%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77.6%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72.9%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69.0%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68.2%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77.4%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78.1%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72.2%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68.2%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78.7%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76.4%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74.3%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72.8%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66.6%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60.5%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59.1%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61.4%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60.2%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52.5%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55.3%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59.1%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53.2%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52.6%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53.3%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43.8%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52.4%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