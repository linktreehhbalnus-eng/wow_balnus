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283.0</c:v>
                </c:pt>
                <c:pt idx="1">
                  <c:v>216.0</c:v>
                </c:pt>
                <c:pt idx="2">
                  <c:v>206.0</c:v>
                </c:pt>
                <c:pt idx="3">
                  <c:v>321.0</c:v>
                </c:pt>
                <c:pt idx="4">
                  <c:v>341.0</c:v>
                </c:pt>
                <c:pt idx="5">
                  <c:v>273.0</c:v>
                </c:pt>
                <c:pt idx="6">
                  <c:v>298.0</c:v>
                </c:pt>
                <c:pt idx="7">
                  <c:v>244.0</c:v>
                </c:pt>
                <c:pt idx="8">
                  <c:v>214.0</c:v>
                </c:pt>
                <c:pt idx="9">
                  <c:v>157.0</c:v>
                </c:pt>
                <c:pt idx="10">
                  <c:v>288.0</c:v>
                </c:pt>
                <c:pt idx="11">
                  <c:v>281.0</c:v>
                </c:pt>
                <c:pt idx="12">
                  <c:v>250.0</c:v>
                </c:pt>
                <c:pt idx="13">
                  <c:v>276.0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212.0</c:v>
                </c:pt>
                <c:pt idx="1">
                  <c:v>190.0</c:v>
                </c:pt>
                <c:pt idx="2">
                  <c:v>146.0</c:v>
                </c:pt>
                <c:pt idx="3">
                  <c:v>256.0</c:v>
                </c:pt>
                <c:pt idx="4">
                  <c:v>261.0</c:v>
                </c:pt>
                <c:pt idx="5">
                  <c:v>249.0</c:v>
                </c:pt>
                <c:pt idx="6">
                  <c:v>220.0</c:v>
                </c:pt>
                <c:pt idx="7">
                  <c:v>197.0</c:v>
                </c:pt>
                <c:pt idx="8">
                  <c:v>189.0</c:v>
                </c:pt>
                <c:pt idx="9">
                  <c:v>119.0</c:v>
                </c:pt>
                <c:pt idx="10">
                  <c:v>211.0</c:v>
                </c:pt>
                <c:pt idx="11">
                  <c:v>187.0</c:v>
                </c:pt>
                <c:pt idx="12">
                  <c:v>230.0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-10,6% &amp; PS -11,4% MoM — Achievement Mencapai 67,4% (RE) / 65,2%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Melemah, PS Menguat pada 29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(-3,0%), Denpasar Terdalam (-19,4%)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(+7,2%), Flores Timur Terdalam (-35,2%)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(+35),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42 kabupaten: Top 5 menyumbang +118, Bottom 5 -555, dan perubahan PS regional -774.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(-3,3%),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-9,3%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1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 / 809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567 / 938 (60,4%)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73 (31,5%)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126 / 809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19 (78,9%)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 / 938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Yanuarius Ngampu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HAYAT ANSORI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SYAFII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(20 dari 42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42 kabupaten/kota resmi BALINUSRA—masing-masing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8.626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7.715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587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-8,7%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564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-9,3%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7 SF | Active 100,0%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7 SF | Active 100,0% | MoM PS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498 SF | Active 61,6%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-9,6%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475 SF | Active 58,7%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55 SF | Active 75,3%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55 SF | Active 75,3%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17 SF | Active 89,5%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-5,6%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17 SF | Active 89,5%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Denpasar: PS </a:t>
            </a:r>
            <a:r>
              <a:rPr sz="850" b="1">
                <a:solidFill>
                  <a:srgbClr val="D73527"/>
                </a:solidFill>
                <a:latin typeface="Arial"/>
              </a:rPr>
              <a:t>-39,1%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Flores: PS </a:t>
            </a:r>
            <a:r>
              <a:rPr sz="850" b="1">
                <a:solidFill>
                  <a:srgbClr val="D73527"/>
                </a:solidFill>
                <a:latin typeface="Arial"/>
              </a:rPr>
              <a:t>-12,0%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-17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-23,1%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-204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-48,4%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-22,8%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-9,1%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+3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95.67% | MoM -0.09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-1.63 pp | Rp-1.74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Rp101.84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98.18%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89.43%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92.48%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93.93%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96.79% / 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M-1 684 | MoM -0.4%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113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556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126,687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48,544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