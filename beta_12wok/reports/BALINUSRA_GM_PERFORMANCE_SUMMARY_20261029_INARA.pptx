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16/10</c:v>
                </c:pt>
                <c:pt idx="1">
                  <c:v>17/10</c:v>
                </c:pt>
                <c:pt idx="2">
                  <c:v>18/10</c:v>
                </c:pt>
                <c:pt idx="3">
                  <c:v>19/10</c:v>
                </c:pt>
                <c:pt idx="4">
                  <c:v>20/10</c:v>
                </c:pt>
                <c:pt idx="5">
                  <c:v>21/10</c:v>
                </c:pt>
                <c:pt idx="6">
                  <c:v>22/10</c:v>
                </c:pt>
                <c:pt idx="7">
                  <c:v>23/10</c:v>
                </c:pt>
                <c:pt idx="8">
                  <c:v>24/10</c:v>
                </c:pt>
                <c:pt idx="9">
                  <c:v>25/10</c:v>
                </c:pt>
                <c:pt idx="10">
                  <c:v>26/10</c:v>
                </c:pt>
                <c:pt idx="11">
                  <c:v>27/10</c:v>
                </c:pt>
                <c:pt idx="12">
                  <c:v>28/10</c:v>
                </c:pt>
                <c:pt idx="13">
                  <c:v>29/10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283.0</c:v>
                </c:pt>
                <c:pt idx="1">
                  <c:v>216.0</c:v>
                </c:pt>
                <c:pt idx="2">
                  <c:v>206.0</c:v>
                </c:pt>
                <c:pt idx="3">
                  <c:v>321.0</c:v>
                </c:pt>
                <c:pt idx="4">
                  <c:v>341.0</c:v>
                </c:pt>
                <c:pt idx="5">
                  <c:v>273.0</c:v>
                </c:pt>
                <c:pt idx="6">
                  <c:v>298.0</c:v>
                </c:pt>
                <c:pt idx="7">
                  <c:v>244.0</c:v>
                </c:pt>
                <c:pt idx="8">
                  <c:v>214.0</c:v>
                </c:pt>
                <c:pt idx="9">
                  <c:v>157.0</c:v>
                </c:pt>
                <c:pt idx="10">
                  <c:v>288.0</c:v>
                </c:pt>
                <c:pt idx="11">
                  <c:v>281.0</c:v>
                </c:pt>
                <c:pt idx="12">
                  <c:v>250.0</c:v>
                </c:pt>
                <c:pt idx="13">
                  <c:v>276.0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16/10</c:v>
                </c:pt>
                <c:pt idx="1">
                  <c:v>17/10</c:v>
                </c:pt>
                <c:pt idx="2">
                  <c:v>18/10</c:v>
                </c:pt>
                <c:pt idx="3">
                  <c:v>19/10</c:v>
                </c:pt>
                <c:pt idx="4">
                  <c:v>20/10</c:v>
                </c:pt>
                <c:pt idx="5">
                  <c:v>21/10</c:v>
                </c:pt>
                <c:pt idx="6">
                  <c:v>22/10</c:v>
                </c:pt>
                <c:pt idx="7">
                  <c:v>23/10</c:v>
                </c:pt>
                <c:pt idx="8">
                  <c:v>24/10</c:v>
                </c:pt>
                <c:pt idx="9">
                  <c:v>25/10</c:v>
                </c:pt>
                <c:pt idx="10">
                  <c:v>26/10</c:v>
                </c:pt>
                <c:pt idx="11">
                  <c:v>27/10</c:v>
                </c:pt>
                <c:pt idx="12">
                  <c:v>28/10</c:v>
                </c:pt>
                <c:pt idx="13">
                  <c:v>29/10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212.0</c:v>
                </c:pt>
                <c:pt idx="1">
                  <c:v>190.0</c:v>
                </c:pt>
                <c:pt idx="2">
                  <c:v>146.0</c:v>
                </c:pt>
                <c:pt idx="3">
                  <c:v>256.0</c:v>
                </c:pt>
                <c:pt idx="4">
                  <c:v>261.0</c:v>
                </c:pt>
                <c:pt idx="5">
                  <c:v>249.0</c:v>
                </c:pt>
                <c:pt idx="6">
                  <c:v>220.0</c:v>
                </c:pt>
                <c:pt idx="7">
                  <c:v>197.0</c:v>
                </c:pt>
                <c:pt idx="8">
                  <c:v>189.0</c:v>
                </c:pt>
                <c:pt idx="9">
                  <c:v>119.0</c:v>
                </c:pt>
                <c:pt idx="10">
                  <c:v>211.0</c:v>
                </c:pt>
                <c:pt idx="11">
                  <c:v>187.0</c:v>
                </c:pt>
                <c:pt idx="12">
                  <c:v>230.0</c:v>
                </c:pt>
                <c:pt idx="13">
                  <c:v>214.0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-10,6% &amp; PS -11,4% MoM — Achievement Mencapai 67,4% (RE) / 65,2%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Melemah, PS Menguat pada 29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01–29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(-3,0%), Denpasar Terdalam (-19,4%)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(+7,2%), Flores Timur Terdalam (-35,2%)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(+35), Sumba Tengah Tumbuh Tertinggi (+42,9%)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42 kabupaten: Top 5 menyumbang +118, Bottom 5 -555, dan perubahan PS regional -774.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(-3,3%), TSEL One &gt;30 Mbps Turun Terdalam (-37,1%)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-9,3% MoM, DJP Data Transition — SF Register 918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25.286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83.626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5.523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1.867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1408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246888">
                <a:tc rowSpan="2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7.033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2.517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2.511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4.944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149 / 315 (47,3%)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 | Turun 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188 / 364 (51,6%)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 / 134 (49,3%)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150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 / 148 (74,3%)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164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 / 212 (70,8%)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 / 240 (72,1%)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-9,9%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 / 73 (75,3%)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475 / 809 (58,7%)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567 / 938 (60,4%)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2.076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3.440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28 (17,9%)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-44,4%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315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-27,5% | Turun 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364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-23,2% | Turun 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15 (73,3%)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134 (14,9%)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148 (22,3%)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+26,9%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164 (22,6%)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18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212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 / 240 (24,6%)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73 (31,5%)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 | Turun 32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126 / 809 (15,6%)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19 (78,9%)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 / 938 (19,4%)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Yanuarius Ngampu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HAYAT ANSORI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pinky priyantini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FAISAL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SYAFII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PUTU NGURAH UPHADANA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(20 dari 42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42 kabupaten/kota resmi BALINUSRA—masing-masing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6.814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6.040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2.969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8.626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7.715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6.814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6.040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7.235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6.431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5.907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587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-11,1%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564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-10,9%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Elite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10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-11,4%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10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-14,2%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Performer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7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-30,3%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7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-27,2%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498 SF | Active 61,6%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-8,1%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475 SF | Active 58,7%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-6,7%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55 SF | Active 75,3%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55 SF | Active 75,3%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-8,9%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17 SF | Active 89,5%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-16,1%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17 SF | Active 89,5%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-21,0%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Denpasar: PS </a:t>
            </a:r>
            <a:r>
              <a:rPr sz="850" b="1">
                <a:solidFill>
                  <a:srgbClr val="D73527"/>
                </a:solidFill>
                <a:latin typeface="Arial"/>
              </a:rPr>
              <a:t>-39,1%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-45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Flores: PS </a:t>
            </a:r>
            <a:r>
              <a:rPr sz="850" b="1">
                <a:solidFill>
                  <a:srgbClr val="D73527"/>
                </a:solidFill>
                <a:latin typeface="Arial"/>
              </a:rPr>
              <a:t>-12,0%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-17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Kupang: PS </a:t>
            </a:r>
            <a:r>
              <a:rPr sz="850" b="1">
                <a:solidFill>
                  <a:srgbClr val="D73527"/>
                </a:solidFill>
                <a:latin typeface="Arial"/>
              </a:rPr>
              <a:t>-23,1%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Mataram: PS </a:t>
            </a:r>
            <a:r>
              <a:rPr sz="850" b="1">
                <a:solidFill>
                  <a:srgbClr val="D73527"/>
                </a:solidFill>
                <a:latin typeface="Arial"/>
              </a:rPr>
              <a:t>-16,9%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Baa Rote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Malaka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Gatsu Tengah (Denpasar):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Negara (Denpasar):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Soe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-250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-26,9%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-255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-31,2%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-233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-204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-21,3%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-48,4%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-13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-44,8%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-58,8%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-6,6%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-22,8%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-9,1%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-42,9%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+3 (+150,0%),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0 (0,0%),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-37,5%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95.67% | MoM -0.09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-1.63 pp | Rp-1.74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95.10% | MoM +0.09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Rp102.30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Rp101.84 M | MoM +0.4%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Rp-711.0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Rp-259.5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Rp-373.8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Rp24.08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Rp-402.9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96.47%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Rp-349.6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Rp-92.3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Rp-127.9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Rp-161.3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95.49%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-0.09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98.18% / 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98.53% / -1.16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98.58% / +1.62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98.50% / -0.56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93.37%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94.46% / -0.53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92.25% / +0.30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90.76% / +1.43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93.60% / -1.10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89.43%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88.92% / -0.28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88.43%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86.72% / -0.77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92.72% / +0.52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92.48% / 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92.89%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91.24% / +0.11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90.54% / 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93.79% / +0.03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93.93% / 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94.55% / -0.04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92.93% / -0.20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91.19% / 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94.93% / +0.48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96.79% / 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97.35% / -0.04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95.72% / -0.31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95.20% / 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681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M-1 684 | MoM -0.4%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113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 / +3.8%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 / -4.2%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556 / 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454 / 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 / -13.3%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71 / -9.0%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126,687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48,544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95.9%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87.1%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84.0%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81.3%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81.4%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83.2%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61.4%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53.0%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55.2%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