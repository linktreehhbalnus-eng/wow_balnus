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59.0</c:v>
                </c:pt>
                <c:pt idx="1">
                  <c:v>59.0</c:v>
                </c:pt>
                <c:pt idx="2">
                  <c:v>50.0</c:v>
                </c:pt>
                <c:pt idx="3">
                  <c:v>46.0</c:v>
                </c:pt>
                <c:pt idx="4">
                  <c:v>57.0</c:v>
                </c:pt>
                <c:pt idx="5">
                  <c:v>52.0</c:v>
                </c:pt>
                <c:pt idx="6">
                  <c:v>50.0</c:v>
                </c:pt>
                <c:pt idx="7">
                  <c:v>62.0</c:v>
                </c:pt>
                <c:pt idx="8">
                  <c:v>40.0</c:v>
                </c:pt>
                <c:pt idx="9">
                  <c:v>45.0</c:v>
                </c:pt>
                <c:pt idx="10">
                  <c:v>35.0</c:v>
                </c:pt>
                <c:pt idx="11">
                  <c:v>55.0</c:v>
                </c:pt>
                <c:pt idx="12">
                  <c:v>44.0</c:v>
                </c:pt>
                <c:pt idx="13">
                  <c:v>38.0</c:v>
                </c:pt>
                <c:pt idx="14">
                  <c:v>41.0</c:v>
                </c:pt>
                <c:pt idx="15">
                  <c:v>43.0</c:v>
                </c:pt>
                <c:pt idx="16">
                  <c:v>35.0</c:v>
                </c:pt>
                <c:pt idx="17">
                  <c:v>43.0</c:v>
                </c:pt>
                <c:pt idx="18">
                  <c:v>52.0</c:v>
                </c:pt>
                <c:pt idx="19">
                  <c:v>60.0</c:v>
                </c:pt>
                <c:pt idx="20">
                  <c:v>48.0</c:v>
                </c:pt>
                <c:pt idx="21">
                  <c:v>49.0</c:v>
                </c:pt>
                <c:pt idx="22">
                  <c:v>40.0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15.0</c:v>
                </c:pt>
                <c:pt idx="1">
                  <c:v>16.0</c:v>
                </c:pt>
                <c:pt idx="2">
                  <c:v>13.0</c:v>
                </c:pt>
                <c:pt idx="3">
                  <c:v>14.0</c:v>
                </c:pt>
                <c:pt idx="4">
                  <c:v>15.0</c:v>
                </c:pt>
                <c:pt idx="5">
                  <c:v>15.0</c:v>
                </c:pt>
                <c:pt idx="6">
                  <c:v>13.0</c:v>
                </c:pt>
                <c:pt idx="7">
                  <c:v>18.0</c:v>
                </c:pt>
                <c:pt idx="8">
                  <c:v>13.0</c:v>
                </c:pt>
                <c:pt idx="9">
                  <c:v>17.0</c:v>
                </c:pt>
                <c:pt idx="10">
                  <c:v>10.0</c:v>
                </c:pt>
                <c:pt idx="11">
                  <c:v>11.0</c:v>
                </c:pt>
                <c:pt idx="12">
                  <c:v>13.0</c:v>
                </c:pt>
                <c:pt idx="13">
                  <c:v>11.0</c:v>
                </c:pt>
                <c:pt idx="14">
                  <c:v>12.0</c:v>
                </c:pt>
                <c:pt idx="15">
                  <c:v>10.0</c:v>
                </c:pt>
                <c:pt idx="16">
                  <c:v>11.0</c:v>
                </c:pt>
                <c:pt idx="17">
                  <c:v>14.0</c:v>
                </c:pt>
                <c:pt idx="18">
                  <c:v>19.0</c:v>
                </c:pt>
                <c:pt idx="19">
                  <c:v>22.0</c:v>
                </c:pt>
                <c:pt idx="20">
                  <c:v>15.0</c:v>
                </c:pt>
                <c:pt idx="21">
                  <c:v>16.0</c:v>
                </c:pt>
                <c:pt idx="22">
                  <c:v>11.0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Sheet1!$D$2:$D$24</c:f>
              <c:numCache>
                <c:formatCode>General</c:formatCode>
                <c:ptCount val="23"/>
                <c:pt idx="0">
                  <c:v>34.0</c:v>
                </c:pt>
                <c:pt idx="1">
                  <c:v>34.0</c:v>
                </c:pt>
                <c:pt idx="2">
                  <c:v>31.0</c:v>
                </c:pt>
                <c:pt idx="3">
                  <c:v>22.0</c:v>
                </c:pt>
                <c:pt idx="4">
                  <c:v>33.0</c:v>
                </c:pt>
                <c:pt idx="5">
                  <c:v>25.0</c:v>
                </c:pt>
                <c:pt idx="6">
                  <c:v>32.0</c:v>
                </c:pt>
                <c:pt idx="7">
                  <c:v>34.0</c:v>
                </c:pt>
                <c:pt idx="8">
                  <c:v>19.0</c:v>
                </c:pt>
                <c:pt idx="9">
                  <c:v>24.0</c:v>
                </c:pt>
                <c:pt idx="10">
                  <c:v>18.0</c:v>
                </c:pt>
                <c:pt idx="11">
                  <c:v>31.0</c:v>
                </c:pt>
                <c:pt idx="12">
                  <c:v>22.0</c:v>
                </c:pt>
                <c:pt idx="13">
                  <c:v>17.0</c:v>
                </c:pt>
                <c:pt idx="14">
                  <c:v>23.0</c:v>
                </c:pt>
                <c:pt idx="15">
                  <c:v>23.0</c:v>
                </c:pt>
                <c:pt idx="16">
                  <c:v>16.0</c:v>
                </c:pt>
                <c:pt idx="17">
                  <c:v>20.0</c:v>
                </c:pt>
                <c:pt idx="18">
                  <c:v>24.0</c:v>
                </c:pt>
                <c:pt idx="19">
                  <c:v>27.0</c:v>
                </c:pt>
                <c:pt idx="20">
                  <c:v>23.0</c:v>
                </c:pt>
                <c:pt idx="21">
                  <c:v>25.0</c:v>
                </c:pt>
                <c:pt idx="22">
                  <c:v>23.0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Sheet1!$E$2:$E$24</c:f>
              <c:numCache>
                <c:formatCode>General</c:formatCode>
                <c:ptCount val="23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10.0</c:v>
                </c:pt>
                <c:pt idx="4">
                  <c:v>11.0</c:v>
                </c:pt>
                <c:pt idx="5">
                  <c:v>13.0</c:v>
                </c:pt>
                <c:pt idx="6">
                  <c:v>8.0</c:v>
                </c:pt>
                <c:pt idx="7">
                  <c:v>13.0</c:v>
                </c:pt>
                <c:pt idx="8">
                  <c:v>8.0</c:v>
                </c:pt>
                <c:pt idx="9">
                  <c:v>8.0</c:v>
                </c:pt>
                <c:pt idx="10">
                  <c:v>8.0</c:v>
                </c:pt>
                <c:pt idx="11">
                  <c:v>13.0</c:v>
                </c:pt>
                <c:pt idx="12">
                  <c:v>11.0</c:v>
                </c:pt>
                <c:pt idx="13">
                  <c:v>10.0</c:v>
                </c:pt>
                <c:pt idx="14">
                  <c:v>7.0</c:v>
                </c:pt>
                <c:pt idx="15">
                  <c:v>10.0</c:v>
                </c:pt>
                <c:pt idx="16">
                  <c:v>8.0</c:v>
                </c:pt>
                <c:pt idx="17">
                  <c:v>10.0</c:v>
                </c:pt>
                <c:pt idx="18">
                  <c:v>9.0</c:v>
                </c:pt>
                <c:pt idx="19">
                  <c:v>11.0</c:v>
                </c:pt>
                <c:pt idx="20">
                  <c:v>10.0</c:v>
                </c:pt>
                <c:pt idx="21">
                  <c:v>8.0</c:v>
                </c:pt>
                <c:pt idx="22">
                  <c:v>6.0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Sheet1!$F$2:$F$24</c:f>
              <c:numCache>
                <c:formatCode>General</c:formatCode>
                <c:ptCount val="23"/>
                <c:pt idx="0">
                  <c:v>1.0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53.0</c:v>
                </c:pt>
                <c:pt idx="1">
                  <c:v>53.0</c:v>
                </c:pt>
                <c:pt idx="2">
                  <c:v>57.0</c:v>
                </c:pt>
                <c:pt idx="3">
                  <c:v>41.0</c:v>
                </c:pt>
                <c:pt idx="4">
                  <c:v>42.0</c:v>
                </c:pt>
                <c:pt idx="5">
                  <c:v>45.0</c:v>
                </c:pt>
                <c:pt idx="6">
                  <c:v>57.0</c:v>
                </c:pt>
                <c:pt idx="7">
                  <c:v>56.0</c:v>
                </c:pt>
                <c:pt idx="8">
                  <c:v>43.0</c:v>
                </c:pt>
                <c:pt idx="9">
                  <c:v>41.0</c:v>
                </c:pt>
                <c:pt idx="10">
                  <c:v>32.0</c:v>
                </c:pt>
                <c:pt idx="11">
                  <c:v>42.0</c:v>
                </c:pt>
                <c:pt idx="12">
                  <c:v>43.0</c:v>
                </c:pt>
                <c:pt idx="13">
                  <c:v>34.0</c:v>
                </c:pt>
                <c:pt idx="14">
                  <c:v>31.0</c:v>
                </c:pt>
                <c:pt idx="15">
                  <c:v>40.0</c:v>
                </c:pt>
                <c:pt idx="16">
                  <c:v>43.0</c:v>
                </c:pt>
                <c:pt idx="17">
                  <c:v>35.0</c:v>
                </c:pt>
                <c:pt idx="18">
                  <c:v>50.0</c:v>
                </c:pt>
                <c:pt idx="19">
                  <c:v>44.0</c:v>
                </c:pt>
                <c:pt idx="20">
                  <c:v>46.0</c:v>
                </c:pt>
                <c:pt idx="21">
                  <c:v>40.0</c:v>
                </c:pt>
                <c:pt idx="22">
                  <c:v>36.0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11.0</c:v>
                </c:pt>
                <c:pt idx="1">
                  <c:v>15.0</c:v>
                </c:pt>
                <c:pt idx="2">
                  <c:v>13.0</c:v>
                </c:pt>
                <c:pt idx="3">
                  <c:v>9.0</c:v>
                </c:pt>
                <c:pt idx="4">
                  <c:v>11.0</c:v>
                </c:pt>
                <c:pt idx="5">
                  <c:v>8.0</c:v>
                </c:pt>
                <c:pt idx="6">
                  <c:v>19.0</c:v>
                </c:pt>
                <c:pt idx="7">
                  <c:v>15.0</c:v>
                </c:pt>
                <c:pt idx="8">
                  <c:v>11.0</c:v>
                </c:pt>
                <c:pt idx="9">
                  <c:v>14.0</c:v>
                </c:pt>
                <c:pt idx="10">
                  <c:v>12.0</c:v>
                </c:pt>
                <c:pt idx="11">
                  <c:v>11.0</c:v>
                </c:pt>
                <c:pt idx="12">
                  <c:v>12.0</c:v>
                </c:pt>
                <c:pt idx="13">
                  <c:v>6.0</c:v>
                </c:pt>
                <c:pt idx="14">
                  <c:v>9.0</c:v>
                </c:pt>
                <c:pt idx="15">
                  <c:v>7.0</c:v>
                </c:pt>
                <c:pt idx="16">
                  <c:v>15.0</c:v>
                </c:pt>
                <c:pt idx="17">
                  <c:v>9.0</c:v>
                </c:pt>
                <c:pt idx="18">
                  <c:v>18.0</c:v>
                </c:pt>
                <c:pt idx="19">
                  <c:v>16.0</c:v>
                </c:pt>
                <c:pt idx="20">
                  <c:v>18.0</c:v>
                </c:pt>
                <c:pt idx="21">
                  <c:v>10.0</c:v>
                </c:pt>
                <c:pt idx="22">
                  <c:v>12.0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Sheet1!$D$2:$D$24</c:f>
              <c:numCache>
                <c:formatCode>General</c:formatCode>
                <c:ptCount val="23"/>
                <c:pt idx="0">
                  <c:v>31.0</c:v>
                </c:pt>
                <c:pt idx="1">
                  <c:v>30.0</c:v>
                </c:pt>
                <c:pt idx="2">
                  <c:v>36.0</c:v>
                </c:pt>
                <c:pt idx="3">
                  <c:v>26.0</c:v>
                </c:pt>
                <c:pt idx="4">
                  <c:v>23.0</c:v>
                </c:pt>
                <c:pt idx="5">
                  <c:v>31.0</c:v>
                </c:pt>
                <c:pt idx="6">
                  <c:v>30.0</c:v>
                </c:pt>
                <c:pt idx="7">
                  <c:v>28.0</c:v>
                </c:pt>
                <c:pt idx="8">
                  <c:v>23.0</c:v>
                </c:pt>
                <c:pt idx="9">
                  <c:v>15.0</c:v>
                </c:pt>
                <c:pt idx="10">
                  <c:v>19.0</c:v>
                </c:pt>
                <c:pt idx="11">
                  <c:v>24.0</c:v>
                </c:pt>
                <c:pt idx="12">
                  <c:v>23.0</c:v>
                </c:pt>
                <c:pt idx="13">
                  <c:v>22.0</c:v>
                </c:pt>
                <c:pt idx="14">
                  <c:v>16.0</c:v>
                </c:pt>
                <c:pt idx="15">
                  <c:v>26.0</c:v>
                </c:pt>
                <c:pt idx="16">
                  <c:v>21.0</c:v>
                </c:pt>
                <c:pt idx="17">
                  <c:v>19.0</c:v>
                </c:pt>
                <c:pt idx="18">
                  <c:v>20.0</c:v>
                </c:pt>
                <c:pt idx="19">
                  <c:v>22.0</c:v>
                </c:pt>
                <c:pt idx="20">
                  <c:v>23.0</c:v>
                </c:pt>
                <c:pt idx="21">
                  <c:v>18.0</c:v>
                </c:pt>
                <c:pt idx="22">
                  <c:v>21.0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Sheet1!$E$2:$E$24</c:f>
              <c:numCache>
                <c:formatCode>General</c:formatCode>
                <c:ptCount val="23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6.0</c:v>
                </c:pt>
                <c:pt idx="4">
                  <c:v>12.0</c:v>
                </c:pt>
                <c:pt idx="5">
                  <c:v>7.0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3.0</c:v>
                </c:pt>
                <c:pt idx="11">
                  <c:v>8.0</c:v>
                </c:pt>
                <c:pt idx="12">
                  <c:v>8.0</c:v>
                </c:pt>
                <c:pt idx="13">
                  <c:v>6.0</c:v>
                </c:pt>
                <c:pt idx="14">
                  <c:v>7.0</c:v>
                </c:pt>
                <c:pt idx="15">
                  <c:v>7.0</c:v>
                </c:pt>
                <c:pt idx="16">
                  <c:v>7.0</c:v>
                </c:pt>
                <c:pt idx="17">
                  <c:v>7.0</c:v>
                </c:pt>
                <c:pt idx="18">
                  <c:v>12.0</c:v>
                </c:pt>
                <c:pt idx="19">
                  <c:v>6.0</c:v>
                </c:pt>
                <c:pt idx="20">
                  <c:v>6.0</c:v>
                </c:pt>
                <c:pt idx="21">
                  <c:v>12.0</c:v>
                </c:pt>
                <c:pt idx="22">
                  <c:v>3.0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Sheet1!$F$2:$F$24</c:f>
              <c:numCache>
                <c:formatCode>General</c:formatCode>
                <c:ptCount val="23"/>
                <c:pt idx="0">
                  <c:v>0</c:v>
                </c:pt>
                <c:pt idx="1">
                  <c:v>1.0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2.742,5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4.174,0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46,2%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2.245,0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1.494,3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48,2%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1.198,4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Tabanan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378  (+7,7%)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-18,6%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221   Δ -41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-16,0%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212   Δ -34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216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5.909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5.909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1.679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3.248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139 / 337 (41,2%)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-19,7% | Turun 108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178 / 378 (47,1%)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-16,0% | Turun 132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 / 69 (52,2%)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46 / 81 (56,8%)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-11,5% | Turun 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68 / 164 (41,5%)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-22,7% | Turun 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89 / 185 (48,1%)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-18,3% | Turun 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35 / 104 (33,7%)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-18,6%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43 / 112 (38,4%)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-15,7% | Turun 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744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-31,8%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529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1.680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20 (15,0%)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24 / 337 (7,1%)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108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46 / 378 (12,2%)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-20,7% | Turun 132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69 (8,7%)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 / 81 (13,6%)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-38,9% | Turun 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9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 / 164 (7,3%)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-7,7% | Turun 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 / 185 (14,1%)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-10,3% | Turun 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104 (5,8%)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112 (8,0%)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-18,2% | Turun 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2.581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7.161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21.358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47.396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660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400,6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338,2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180 | MoM -18,6%
PS: 178 | MoM -16,0%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142 | Active 42,1% | MoM -22,0%
  PS: 139 | Active 41,2% | MoM -19,7%
• Greenfield
  RE: 18 | Active 90,0% | MoM -5,3%
  PS: 19 | Active 95,0% | MoM 0,0%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-60,0%, Gap -3
• Grapari Jimbaran: PS -47,6%, Gap -10
• Grapari Kuta: PS +16,7%, Gap 1
• Grapari Negara: PS -50,0%,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-48,5%, Gap -16
• Grapari Singaraja: PS -25,0%, Gap -1
• Grapari Tabanan: PS -50,0%, Gap -3
• Grapari Ubud: PS -25,0%, Gap -3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-245 (-30,7%), PS -259 (-36,7%)
• Bali Tengah: RE -183 (-13,7%), PS -163 (-14,5%)
• Bali Timur: RE -119 (-26,3%), PS -74 (-21,3%)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-8 (-5,8%), PS -8 (-7,8%)
• Bali Timur: RE 5 (+11,4%), PS -3 (-10,0%)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-8 (-18,2%), PS -2 (-7,4%)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-2 (-40,0%), PS -3 (-60,0%)
• Bali Timur: RE -1 (-16,7%), PS -2 (-40,0%)
• Bali Barat: RE 1 (+50,0%), PS -1 (-50,0%)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1.009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489,5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403,6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120,4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287,2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SPEDA24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IGE5979988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nengah semara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INE6371994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EKA PUTU WIGUNA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SPXPW93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Istri Agung Ari Damayanti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ANA8921119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BERTHA GANTI ROULI SILABAN AMKG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SPXBRT80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JONI LASTIAWAN.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SPNJL26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KHUSNUL KHOTIMAH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SPHKN76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SPEDA24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IGE5979988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Istri Agung Ari Damayanti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ANA8921119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BERTHA GANTI ROULI SILABAN AMKG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SPXBRT80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Naufal Mascaty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NAU5578143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PUTU AYU WIRDANINGSIH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SPPAW71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Bangbang Ilyasa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BAN6163630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ERN1828689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Kadek Putra Adhi Prasetya Arintama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IKA8469114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Suriantini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NIK5337350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Madina Vera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NIL7530759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ERN1828689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NGURAH PT WIDIYADANA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SPXWDY77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IBNU MAULANA MAHENDRA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IBN5054765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Adi putra setia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ADI3356661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MADE RIKA ERVANI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NIM2699062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ALYA BAYU KRISNINDIA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ALY8300198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10/24/2026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95.13%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95.10% | MoM +0.03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97.58%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-2.45 pp | Rp-1.38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94.57%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94.36% | MoM +0.20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Rp53.50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Rp53.32 M | MoM +0.3%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Rp56.23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+0.3%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95.13%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94.57%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Rp53.50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-2.45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Rp-1.38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94.14%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93.48%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Rp10.45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-3.44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Rp-382.3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95.27%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94.69%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Rp30.11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-2.31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Rp-729.1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95.62%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95.24%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Rp12.93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-1.96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Rp-264.9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95.76% / -0.54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94.72% / -2.84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95.79% / +0.38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97.30% / -0.35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90.30% / +1.41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90.18% / +2.11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89.18% / +1.08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94.10% / +1.56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86.57% / -0.01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86.33% / -0.34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85.75% / +0.07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89.49% / +0.29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90.87% / -0.14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89.90% / -0.34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90.83% / +0.01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92.03% / -0.37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92.58% / -0.13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91.27% / -0.85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92.70% / +0.31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93.65% / -0.45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96.56% / +0.03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95.87% / -0.04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96.84% / +0.05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96.43% / +0.06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10/23/2026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487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M-1 476 | MoM +2.3%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531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-44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+11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-44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-25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25146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75 / +5.6%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 / -9.1%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47 / -11.3%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18 / +157.1%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401 / -0.7%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59 / -10.6%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265 / +7.7%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77 / -16.3%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23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80,711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55,003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68.2%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25,708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94.9%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90.3%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84.2%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81.3%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78.3%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75.8%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93.1%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895 / 90.3%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875 / 83.5%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767 / 82.0%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922 / 80.6%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821 / 73.7%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1,638 / 95.4%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1,853 / 89.0%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1,865 / 83.2%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1,693 / 79.6%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1,878 / 76.0%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1,896 / 74.4%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510 / 96.7%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558 / 94.4%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614 / 88.3%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528 / 85.8%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598 / 81.8%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608 / 83.1%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75.0%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74.9%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72.9%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70.1%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69.0%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64.3%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765 / 74.6%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666 / 74.9%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742 / 70.2%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855 / 67.0%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69.6%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869 / 61.3%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1,929 / 73.6%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1,632 / 73.3%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1,801 / 72.6%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1,942 / 68.8%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1,719 / 67.0%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2,235 / 62.6%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79.4%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664 / 78.8%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77.3%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553 / 79.2%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75.4%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73.7%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63.0%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63.5%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63.0%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60.9%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58.3%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58.6%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756 / 59.7%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868 / 61.5%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1,014 / 59.9%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1,044 / 58.9%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1,011 / 55.4%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961 / 55.5%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1,817 / 61.9%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1,975 / 61.2%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2,246 / 61.8%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1,895 / 57.8%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2,049 / 56.3%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1,871 / 55.7%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561 / 70.9%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651 / 73.4%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71.7%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673 / 72.8%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712 / 68.0%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648 / 71.9%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61.5%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59.5%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58.6%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56.1%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56.7%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53.5%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871 / 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60.4%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1,062 / 55.0%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970 / 50.8%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794 / 55.4%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822 / 50.6%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1,879 / 59.5%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1,842 / 55.8%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2,058 / 56.8%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1,848 / 54.6%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1,682 / 52.4%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1,806 / 51.3%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653 / 69.1%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660 / 68.3%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69.1%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632 / 68.7%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64.4%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