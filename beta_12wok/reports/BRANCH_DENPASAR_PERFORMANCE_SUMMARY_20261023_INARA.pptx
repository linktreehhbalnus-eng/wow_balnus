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  <c:pt idx="14">
                  <c:v>41.0</c:v>
                </c:pt>
                <c:pt idx="15">
                  <c:v>43.0</c:v>
                </c:pt>
                <c:pt idx="16">
                  <c:v>35.0</c:v>
                </c:pt>
                <c:pt idx="17">
                  <c:v>43.0</c:v>
                </c:pt>
                <c:pt idx="18">
                  <c:v>52.0</c:v>
                </c:pt>
                <c:pt idx="19">
                  <c:v>60.0</c:v>
                </c:pt>
                <c:pt idx="20">
                  <c:v>48.0</c:v>
                </c:pt>
                <c:pt idx="21">
                  <c:v>49.0</c:v>
                </c:pt>
                <c:pt idx="22">
                  <c:v>40.0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  <c:pt idx="14">
                  <c:v>12.0</c:v>
                </c:pt>
                <c:pt idx="15">
                  <c:v>10.0</c:v>
                </c:pt>
                <c:pt idx="16">
                  <c:v>11.0</c:v>
                </c:pt>
                <c:pt idx="17">
                  <c:v>14.0</c:v>
                </c:pt>
                <c:pt idx="18">
                  <c:v>19.0</c:v>
                </c:pt>
                <c:pt idx="19">
                  <c:v>22.0</c:v>
                </c:pt>
                <c:pt idx="20">
                  <c:v>15.0</c:v>
                </c:pt>
                <c:pt idx="21">
                  <c:v>16.0</c:v>
                </c:pt>
                <c:pt idx="22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  <c:pt idx="14">
                  <c:v>23.0</c:v>
                </c:pt>
                <c:pt idx="15">
                  <c:v>23.0</c:v>
                </c:pt>
                <c:pt idx="16">
                  <c:v>16.0</c:v>
                </c:pt>
                <c:pt idx="17">
                  <c:v>20.0</c:v>
                </c:pt>
                <c:pt idx="18">
                  <c:v>24.0</c:v>
                </c:pt>
                <c:pt idx="19">
                  <c:v>27.0</c:v>
                </c:pt>
                <c:pt idx="20">
                  <c:v>23.0</c:v>
                </c:pt>
                <c:pt idx="21">
                  <c:v>25.0</c:v>
                </c:pt>
                <c:pt idx="22">
                  <c:v>23.0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  <c:pt idx="14">
                  <c:v>7.0</c:v>
                </c:pt>
                <c:pt idx="15">
                  <c:v>10.0</c:v>
                </c:pt>
                <c:pt idx="16">
                  <c:v>8.0</c:v>
                </c:pt>
                <c:pt idx="17">
                  <c:v>10.0</c:v>
                </c:pt>
                <c:pt idx="18">
                  <c:v>9.0</c:v>
                </c:pt>
                <c:pt idx="19">
                  <c:v>11.0</c:v>
                </c:pt>
                <c:pt idx="20">
                  <c:v>10.0</c:v>
                </c:pt>
                <c:pt idx="21">
                  <c:v>8.0</c:v>
                </c:pt>
                <c:pt idx="22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  <c:pt idx="14">
                  <c:v>31.0</c:v>
                </c:pt>
                <c:pt idx="15">
                  <c:v>40.0</c:v>
                </c:pt>
                <c:pt idx="16">
                  <c:v>43.0</c:v>
                </c:pt>
                <c:pt idx="17">
                  <c:v>35.0</c:v>
                </c:pt>
                <c:pt idx="18">
                  <c:v>50.0</c:v>
                </c:pt>
                <c:pt idx="19">
                  <c:v>44.0</c:v>
                </c:pt>
                <c:pt idx="20">
                  <c:v>46.0</c:v>
                </c:pt>
                <c:pt idx="21">
                  <c:v>40.0</c:v>
                </c:pt>
                <c:pt idx="22">
                  <c:v>36.0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15.0</c:v>
                </c:pt>
                <c:pt idx="17">
                  <c:v>9.0</c:v>
                </c:pt>
                <c:pt idx="18">
                  <c:v>18.0</c:v>
                </c:pt>
                <c:pt idx="19">
                  <c:v>16.0</c:v>
                </c:pt>
                <c:pt idx="20">
                  <c:v>18.0</c:v>
                </c:pt>
                <c:pt idx="21">
                  <c:v>10.0</c:v>
                </c:pt>
                <c:pt idx="22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Sheet1!$D$2:$D$24</c:f>
              <c:numCache>
                <c:formatCode>General</c:formatCode>
                <c:ptCount val="23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  <c:pt idx="14">
                  <c:v>16.0</c:v>
                </c:pt>
                <c:pt idx="15">
                  <c:v>26.0</c:v>
                </c:pt>
                <c:pt idx="16">
                  <c:v>21.0</c:v>
                </c:pt>
                <c:pt idx="17">
                  <c:v>19.0</c:v>
                </c:pt>
                <c:pt idx="18">
                  <c:v>20.0</c:v>
                </c:pt>
                <c:pt idx="19">
                  <c:v>22.0</c:v>
                </c:pt>
                <c:pt idx="20">
                  <c:v>23.0</c:v>
                </c:pt>
                <c:pt idx="21">
                  <c:v>18.0</c:v>
                </c:pt>
                <c:pt idx="22">
                  <c:v>21.0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Sheet1!$E$2:$E$24</c:f>
              <c:numCache>
                <c:formatCode>General</c:formatCode>
                <c:ptCount val="23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  <c:pt idx="14">
                  <c:v>7.0</c:v>
                </c:pt>
                <c:pt idx="15">
                  <c:v>7.0</c:v>
                </c:pt>
                <c:pt idx="16">
                  <c:v>7.0</c:v>
                </c:pt>
                <c:pt idx="17">
                  <c:v>7.0</c:v>
                </c:pt>
                <c:pt idx="18">
                  <c:v>12.0</c:v>
                </c:pt>
                <c:pt idx="19">
                  <c:v>6.0</c:v>
                </c:pt>
                <c:pt idx="20">
                  <c:v>6.0</c:v>
                </c:pt>
                <c:pt idx="21">
                  <c:v>12.0</c:v>
                </c:pt>
                <c:pt idx="22">
                  <c:v>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Sheet1!$A$2:$A$24</c:f>
              <c:strCache>
                <c:ptCount val="2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</c:strCache>
            </c:strRef>
          </c:cat>
          <c:val>
            <c:numRef>
              <c:f>Sheet1!$F$2:$F$24</c:f>
              <c:numCache>
                <c:formatCode>General</c:formatCode>
                <c:ptCount val="23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2.245,0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1.494,3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1.198,4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378  (+7,7%)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-18,6%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221   Δ -41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212   Δ -34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216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5.909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139 / 337 (41,2%)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-19,7%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178 / 378 (47,1%)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-16,0% | Turun 132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69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 / 81 (56,8%)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 / 164 (41,5%)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-22,7%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 / 185 (48,1%)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 / 104 (33,7%)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-18,6%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 / 112 (38,4%)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1.680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 / 337 (7,1%)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108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46 / 378 (12,2%)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-20,7% | Turun 132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69 (8,7%)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81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164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-7,7%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185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104 (5,8%)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112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7.161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660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180 | MoM -18,6%
PS: 178 | MoM -16,0%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142 | Active 42,1% | MoM -22,0%
  PS: 139 | Active 41,2% | MoM -19,7%
• Greenfield
  RE: 18 | Active 90,0% | MoM -5,3%
  PS: 19 | Active 95,0%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-60,0%, Gap -3
• Grapari Jimbaran: PS -47,6%, Gap -10
• Grapari Kuta: PS +16,7%,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-48,5%, Gap -16
• Grapari Singaraja: PS -25,0%, Gap -1
• Grapari Tabanan: PS -50,0%, Gap -3
• Grapari Ubud: PS -25,0%,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-245 (-30,7%), PS -259 (-36,7%)
• Bali Tengah: RE -183 (-13,7%), PS -163 (-14,5%)
• Bali Timur: RE -119 (-26,3%), PS -74 (-21,3%)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-8 (-5,8%), PS -8 (-7,8%)
• Bali Timur: RE 5 (+11,4%), PS -3 (-10,0%)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-8 (-18,2%), PS -2 (-7,4%)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(-40,0%), PS -3 (-60,0%)
• Bali Timur: RE -1 (-16,7%), PS -2 (-40,0%)
• Bali Barat: RE 1 (+50,0%),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489,5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403,6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287,2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nengah semara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INE6371994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EKA PUTU WIGUNA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SPXPW93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JONI LASTIAWAN.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SPNJL26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EKA PANDI ASTAWAN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IGE5979988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Anak Agung Istri Agung Ari Damayanti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ANA8921119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BERTHA GANTI ROULI SILABAN AMKG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SPXBRT80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Naufal Mascaty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NAU5578143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WIRDANINGSIH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SPPAW71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01–23 Oct 2026 vs MTD-1 01–23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Kadek Putra Adhi Prasetya Arintama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IKA8469114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Suriantini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NIK5337350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Madina Vera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NIL7530759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NGURAH PT WIDIYADANA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SPXWDY77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IBNU MAULANA MAHENDRA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IBN5054765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putra setia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ADI3356661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RIKA ERVANI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NIM2699062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ALYA BAYU KRISNINDIA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ALY8300198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10/23/2026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94.63%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94.66% | MoM -0.04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-2.95 pp | Rp-1.66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94.03%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93.89% | MoM +0.14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Rp53.21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Rp53.08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94.63%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94.03%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Rp53.21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93.53%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Rp10.39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Rp-449.9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94.22%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Rp29.97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Rp-875.4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95.10%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94.67%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Rp12.86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Rp-335.7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95.34% / -0.52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93.84% / -3.18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95.47% / +0.60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97.22% / -0.44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89.38% / +1.30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89.10% / +1.83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88.32% / +0.94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93.18% / +1.77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85.49% / -0.23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85.30% / -0.40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84.63% / -0.22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88.49% / +0.11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90.06% / -0.31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89.13% / -0.32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89.98% / -0.20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91.27% / -0.62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91.84% / 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90.54% / -0.98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92.00% / +0.29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92.81% / -0.45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96.16% / 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95.36% / -0.17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96.50% / +0.01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>
                          <a:latin typeface="Arial"/>
                        </a:defRPr>
                      </a:pPr>
                      <a:r>
                        <a:t>95.99% / 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10/22/2026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464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M-1 458 | MoM +1.3%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-67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-35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514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 / +6.0%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47 / -6.0%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 / +128.6%</a:t>
                      </a:r>
                    </a:p>
                  </a:txBody>
                  <a:tcPr/>
                </a:tc>
              </a:tr>
              <a:tr h="25146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382 / -2.1%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55 / -12.7%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255 / +6.7%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72 / -18.2%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55,003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68.2%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25,708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75.8%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93.1%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83.5%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82.0%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80.6%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73.7%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95.4%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89.0%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74.4%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96.7%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85.8%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83.1%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70.2%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69.6%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61.3%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68.8%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62.6%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75.4%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73.7%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58.9%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55.5%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55.7%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73.4%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68.0%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71.9%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50.8%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50.6%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51.3%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64.4%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