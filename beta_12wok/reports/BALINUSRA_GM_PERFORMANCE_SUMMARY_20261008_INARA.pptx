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25/09</c:v>
                </c:pt>
                <c:pt idx="1">
                  <c:v>26/09</c:v>
                </c:pt>
                <c:pt idx="2">
                  <c:v>27/09</c:v>
                </c:pt>
                <c:pt idx="3">
                  <c:v>28/09</c:v>
                </c:pt>
                <c:pt idx="4">
                  <c:v>29/09</c:v>
                </c:pt>
                <c:pt idx="5">
                  <c:v>30/09</c:v>
                </c:pt>
                <c:pt idx="6">
                  <c:v>01/10</c:v>
                </c:pt>
                <c:pt idx="7">
                  <c:v>02/10</c:v>
                </c:pt>
                <c:pt idx="8">
                  <c:v>03/10</c:v>
                </c:pt>
                <c:pt idx="9">
                  <c:v>04/10</c:v>
                </c:pt>
                <c:pt idx="10">
                  <c:v>05/10</c:v>
                </c:pt>
                <c:pt idx="11">
                  <c:v>06/10</c:v>
                </c:pt>
                <c:pt idx="12">
                  <c:v>07/10</c:v>
                </c:pt>
                <c:pt idx="13">
                  <c:v>08/10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303.0</c:v>
                </c:pt>
                <c:pt idx="1">
                  <c:v>248.0</c:v>
                </c:pt>
                <c:pt idx="2">
                  <c:v>150.0</c:v>
                </c:pt>
                <c:pt idx="3">
                  <c:v>315.0</c:v>
                </c:pt>
                <c:pt idx="4">
                  <c:v>321.0</c:v>
                </c:pt>
                <c:pt idx="5">
                  <c:v>271.0</c:v>
                </c:pt>
                <c:pt idx="6">
                  <c:v>352.0</c:v>
                </c:pt>
                <c:pt idx="7">
                  <c:v>332.0</c:v>
                </c:pt>
                <c:pt idx="8">
                  <c:v>257.0</c:v>
                </c:pt>
                <c:pt idx="9">
                  <c:v>184.0</c:v>
                </c:pt>
                <c:pt idx="10">
                  <c:v>335.0</c:v>
                </c:pt>
                <c:pt idx="11">
                  <c:v>304.0</c:v>
                </c:pt>
                <c:pt idx="12">
                  <c:v>330.0</c:v>
                </c:pt>
                <c:pt idx="13">
                  <c:v>307.0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25/09</c:v>
                </c:pt>
                <c:pt idx="1">
                  <c:v>26/09</c:v>
                </c:pt>
                <c:pt idx="2">
                  <c:v>27/09</c:v>
                </c:pt>
                <c:pt idx="3">
                  <c:v>28/09</c:v>
                </c:pt>
                <c:pt idx="4">
                  <c:v>29/09</c:v>
                </c:pt>
                <c:pt idx="5">
                  <c:v>30/09</c:v>
                </c:pt>
                <c:pt idx="6">
                  <c:v>01/10</c:v>
                </c:pt>
                <c:pt idx="7">
                  <c:v>02/10</c:v>
                </c:pt>
                <c:pt idx="8">
                  <c:v>03/10</c:v>
                </c:pt>
                <c:pt idx="9">
                  <c:v>04/10</c:v>
                </c:pt>
                <c:pt idx="10">
                  <c:v>05/10</c:v>
                </c:pt>
                <c:pt idx="11">
                  <c:v>06/10</c:v>
                </c:pt>
                <c:pt idx="12">
                  <c:v>07/10</c:v>
                </c:pt>
                <c:pt idx="13">
                  <c:v>08/10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173.0</c:v>
                </c:pt>
                <c:pt idx="2">
                  <c:v>131.0</c:v>
                </c:pt>
                <c:pt idx="3">
                  <c:v>241.0</c:v>
                </c:pt>
                <c:pt idx="4">
                  <c:v>240.0</c:v>
                </c:pt>
                <c:pt idx="5">
                  <c:v>239.0</c:v>
                </c:pt>
                <c:pt idx="6">
                  <c:v>238.0</c:v>
                </c:pt>
                <c:pt idx="7">
                  <c:v>225.0</c:v>
                </c:pt>
                <c:pt idx="8">
                  <c:v>205.0</c:v>
                </c:pt>
                <c:pt idx="9">
                  <c:v>154.0</c:v>
                </c:pt>
                <c:pt idx="10">
                  <c:v>237.0</c:v>
                </c:pt>
                <c:pt idx="11">
                  <c:v>221.0</c:v>
                </c:pt>
                <c:pt idx="12">
                  <c:v>283.0</c:v>
                </c:pt>
                <c:pt idx="13">
                  <c:v>240.0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-8,1% &amp; PS -9,7% MoM — Achievement Mencapai 20,3% (RE) / 18,9%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Menguat pada 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(+5,3%), Denpasar Terdalam (-15,0%)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(+19,8%), Bali Barat Terdalam (-40,9%)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(+18), Ngada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+58, Bottom 5 -169, dan perubahan PS regional -193.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(-0,8%),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-3,1%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306 (34,3%)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347 (40,3%)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129 (38,0%)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143 (42,7%)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156 (50,6%)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+44,4%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 / 210 (50,5%)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237 (54,9%)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58 (79,3%)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+15,0% | Turun 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329 / 788 (41,8%)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-6,0% | Turun 190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410 / 901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306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347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143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237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58 (5,2%)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788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190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901 (3,1%)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LUKAS ALFREDO LODANG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AGUS ARTANA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SUPAMRI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 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2.401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401,7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434 | MoM -7,3%
PS: 410 | MoM -3,1%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354 | Active 44,9% | MoM -7,3%
  PS: 329 | Active 41,8% | MoM -5,2%
• Greenfield
  RE: 45 | Active 77,6% | MoM -10,0%
  PS: 46 | Active 79,3% | MoM +15,0%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-12,5%, Gap -4
• Flores: PS -5,3%, Gap -2
• Kupang: PS -12,5%, Gap -2
• Mataram: PS -25,6%, Gap 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Malaka (Kupang): -100,0%, Gap -1
• Grapari Tabanan (Denpasar): -75,0%, Gap -3
• Grapari Mataram (Mataram): -66,7%, Gap -14
• Grapari Bima (Mataram): -53,3%, Gap -8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-98 (-32,1%), PS -117 (-41,9%)
• Lombok: RE -48 (-14,3%), PS -33 (-12,3%)
• Sumba: RE -24 (-30,8%), PS -24 (-38,7%)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+2 (+10,0%), PS -5 (-31,2%)
• Sumbawa Timur: RE -5 (-35,7%), PS -5 (-71,4%)
• Manggarai: RE -4 (-40,0%), PS -4 (-80,0%)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-6 (-75,0%), PS -2 (-40,0%)
• Bali Barat: RE -3 (-75,0%), PS -1 (-100,0%)
• Ende Sikka: RE +2 (+200,0%),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(-66,7%), PS -2 (-66,7%)
• Bali Timur: RE -2 (-100,0%), PS -1 (-100,0%)
• Manggarai: RE -1 (-50,0%),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