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21.0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37.0</c:v>
                </c:pt>
                <c:pt idx="6">
                  <c:v>35.0</c:v>
                </c:pt>
                <c:pt idx="7">
                  <c:v>32.0</c:v>
                </c:pt>
                <c:pt idx="8">
                  <c:v>27.0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30.0</c:v>
                </c:pt>
                <c:pt idx="13">
                  <c:v>31.0</c:v>
                </c:pt>
                <c:pt idx="14">
                  <c:v>33.0</c:v>
                </c:pt>
                <c:pt idx="15">
                  <c:v>30.0</c:v>
                </c:pt>
                <c:pt idx="16">
                  <c:v>26.0</c:v>
                </c:pt>
                <c:pt idx="17">
                  <c:v>11.0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10.0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18.0</c:v>
                </c:pt>
                <c:pt idx="6">
                  <c:v>19.0</c:v>
                </c:pt>
                <c:pt idx="7">
                  <c:v>16.0</c:v>
                </c:pt>
                <c:pt idx="8">
                  <c:v>11.0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  <c:pt idx="13">
                  <c:v>9.0</c:v>
                </c:pt>
                <c:pt idx="14">
                  <c:v>13.0</c:v>
                </c:pt>
                <c:pt idx="15">
                  <c:v>13.0</c:v>
                </c:pt>
                <c:pt idx="16">
                  <c:v>14.0</c:v>
                </c:pt>
                <c:pt idx="17">
                  <c:v>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14.0</c:v>
                </c:pt>
                <c:pt idx="13">
                  <c:v>14.0</c:v>
                </c:pt>
                <c:pt idx="14">
                  <c:v>14.0</c:v>
                </c:pt>
                <c:pt idx="15">
                  <c:v>11.0</c:v>
                </c:pt>
                <c:pt idx="16">
                  <c:v>7.0</c:v>
                </c:pt>
                <c:pt idx="1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6.0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6.0</c:v>
                </c:pt>
                <c:pt idx="13">
                  <c:v>8.0</c:v>
                </c:pt>
                <c:pt idx="14">
                  <c:v>6.0</c:v>
                </c:pt>
                <c:pt idx="15">
                  <c:v>6.0</c:v>
                </c:pt>
                <c:pt idx="16">
                  <c:v>5.0</c:v>
                </c:pt>
                <c:pt idx="17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18.0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25.0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25.0</c:v>
                </c:pt>
                <c:pt idx="12">
                  <c:v>25.0</c:v>
                </c:pt>
                <c:pt idx="13">
                  <c:v>23.0</c:v>
                </c:pt>
                <c:pt idx="14">
                  <c:v>31.0</c:v>
                </c:pt>
                <c:pt idx="15">
                  <c:v>22.0</c:v>
                </c:pt>
                <c:pt idx="16">
                  <c:v>19.0</c:v>
                </c:pt>
                <c:pt idx="17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7.0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11.0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11.0</c:v>
                </c:pt>
                <c:pt idx="12">
                  <c:v>9.0</c:v>
                </c:pt>
                <c:pt idx="13">
                  <c:v>12.0</c:v>
                </c:pt>
                <c:pt idx="14">
                  <c:v>10.0</c:v>
                </c:pt>
                <c:pt idx="15">
                  <c:v>7.0</c:v>
                </c:pt>
                <c:pt idx="16">
                  <c:v>11.0</c:v>
                </c:pt>
                <c:pt idx="17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  <c:pt idx="13">
                  <c:v>5.0</c:v>
                </c:pt>
                <c:pt idx="14">
                  <c:v>13.0</c:v>
                </c:pt>
                <c:pt idx="15">
                  <c:v>11.0</c:v>
                </c:pt>
                <c:pt idx="16">
                  <c:v>2.0</c:v>
                </c:pt>
                <c:pt idx="1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  <c:pt idx="13">
                  <c:v>6.0</c:v>
                </c:pt>
                <c:pt idx="14">
                  <c:v>8.0</c:v>
                </c:pt>
                <c:pt idx="15">
                  <c:v>4.0</c:v>
                </c:pt>
                <c:pt idx="16">
                  <c:v>6.0</c:v>
                </c:pt>
                <c:pt idx="17">
                  <c:v>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164  (+7,9%)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+10,7%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2.080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93 / 151 (61,6%)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105 / 164 (64,0%)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 / 58 (74,1%)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65 (75,4%)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 / 59 (57,6%)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63 (60,3%)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34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151 (4,0%)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164 (4,9%)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54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58 (5,2%)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65 (4,6%)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59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63 (3,2%)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34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36 (8,3%)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2075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459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46557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75818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402336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75818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402336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114 | MoM +10,7%
PS: 105 | MoM +2,9%
• Junior
  RE: 102 | Active 67,5% | MoM +10,9%
  PS: 93 | Active 61,6% | MoM +2,2%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8 | Active 88,9% | MoM +14,3%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0,0%, Gap 0
• Grapari Kefamenanu: PS -100,0%, Gap -1
• Grapari Kupang: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+100,0%, Gap 1
• Grapari Waingapu: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-17 (-11,6%), PS -26 (-19,5%)
• Malaka Timtim Belu: RE -9 (-4,5%), PS -21 (-12,7%)
• Unknown: RE -1 (-100,0%), PS -1 (-100,0%)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0 (0,0%), PS -4 (-80,0%)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0 (0,0%),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Ipradictus Fransis Adipapa Blegur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IPR5851776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ISABELLA THALL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SEB6384011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DELFIANA SILLA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DEL6256816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34.98%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34.84% | MoM +0.14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-60.85 pp | Rp-9.40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33.81%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33.55% | MoM +0.26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Rp5.40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Rp5.40 M | MoM +0.1%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34.98%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Rp-9.40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38.69%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Rp3.33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Rp-4.92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28.45%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27.47%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Rp1.10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-67.38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Rp-2.60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32.72%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32.03%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Rp972.1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Rp-1.88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55.22% / -2.36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61.73% / +5.10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46.78% / -6.74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55.05% / -11.62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37.31% / +0.68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38.58% / -2.10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29.73% / +1.05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46.77% / +4.00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29.55% / +0.43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31.85% / +1.67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25.82% / -0.41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31.82% / -1.02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29.79% / +1.20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33.82% / +2.17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23.70% / +0.21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30.92% / +1.11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27.27% / 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30.33% / +0.47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22.29% / +0.26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26.39% / -0.14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37.87% / -0.03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41.43% / +0.26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31.86% / -1.07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33.37% / 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19 | MoM +5.3%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18 / +20.0%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