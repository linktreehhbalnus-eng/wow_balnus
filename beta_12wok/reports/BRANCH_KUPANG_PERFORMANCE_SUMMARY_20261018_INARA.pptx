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2.089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 / 143 (64,3%)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 | Turun 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104 / 156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57 (75,4%)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64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56 (58,9%)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60 (61,7%)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46557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75818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02336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75818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402336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111 | MoM +6,7%
PS: 104 | MoM +1,0%
• Junior
  RE: 99 | Active 69,2% | MoM +6,5%
  PS: 92 | Active 64,3%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-100,0%, Gap -1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+100,0%, Gap 1
• Grapari Waingapu: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(-11,6%), PS -26 (-19,5%)
• Malaka Timtim Belu: RE -9 (-4,5%), PS -21 (-12,7%)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-4 (-80,0%)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IPR5851776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34.98%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34.84% | MoM +0.14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-60.85 pp | Rp-9.40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33.81%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33.55% | MoM +0.26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Rp5.40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Rp5.40 M | MoM +0.1%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34.98%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38.69%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Rp3.33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Rp-4.92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28.45%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-67.38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Rp972.1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55.22% / -2.36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61.73% / +5.10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46.78% / -6.74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55.05% / -11.62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37.31% / +0.68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38.58% / -2.10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29.73% / +1.05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46.77% / +4.00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29.55% / +0.43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31.85% / +1.67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25.82% / -0.41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31.82% / -1.02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29.79% / +1.20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33.82% / +2.17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23.70%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30.92% / +1.11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27.27% / 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30.33% / +0.47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22.29% / +0.26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26.39% / 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37.87% / -0.03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41.43% / +0.26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31.86% / -1.07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33.37% / 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19 | MoM +5.3%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 / 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