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162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2.448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 / 128 (49,2%)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145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142 | MoM -12,3%
PS: 140 | MoM -5,4%
• Performer
  RE: 1 | Active 100,0% | MoM 0,0%
  PS: 1 | Active 100,0% | MoM 0,0%
• Junior
  RE: 119 | Active 56,7% | MoM -13,1%
  PS: 116 | Active 55,2% | MoM 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-64,0%, Gap -16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-87 (-18,6%), PS -57 (-15,8%)
• Sumbawa Barat: RE -48 (-32,0%), PS -17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(-16,7%), PS -8 (-66,7%)
• Lombok: RE 1 (+3,7%), PS -3 (-15,0%)
• Sumbawa Barat: RE -8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