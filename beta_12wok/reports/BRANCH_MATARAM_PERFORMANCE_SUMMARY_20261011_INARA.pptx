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2.188,5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162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148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144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2.448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116 / 210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-6,5% | Turun 70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140 / 237 (59,1%)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 / 128 (49,2%)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77 / 145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35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38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47 (74,5%)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54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70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-35,7%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128 (2,3%)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145 (4,1%)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54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142 | MoM -12,3%
PS: 140 | MoM -5,4%
• Performer
  RE: 1 | Active 100,0% | MoM 0,0%
  PS: 1 | Active 100,0% | MoM 0,0%
• Junior
  RE: 119 | Active 56,7% | MoM -13,1%
  PS: 116 | Active 55,2% | MoM -6,5%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-55,6%, Gap -10
• Grapari Dompu: PS +60,0%, Gap 3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-64,0%, Gap -16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-87 (-18,6%), PS -57 (-15,8%)
• Sumbawa Barat: RE -48 (-32,0%), PS -17 (-18,3%)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(-16,7%), PS -8 (-66,7%)
• Lombok: RE 1 (+3,7%), PS -3 (-15,0%)
• Sumbawa Barat: RE -8 (-66,7%),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SUJANA MULYANA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SPUMN31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