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  <c:pt idx="7">
                  <c:v>42.0</c:v>
                </c:pt>
                <c:pt idx="8">
                  <c:v>39.0</c:v>
                </c:pt>
                <c:pt idx="9">
                  <c:v>47.0</c:v>
                </c:pt>
                <c:pt idx="10">
                  <c:v>31.0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25.0</c:v>
                </c:pt>
                <c:pt idx="6">
                  <c:v>23.0</c:v>
                </c:pt>
                <c:pt idx="7">
                  <c:v>19.0</c:v>
                </c:pt>
                <c:pt idx="8">
                  <c:v>21.0</c:v>
                </c:pt>
                <c:pt idx="9">
                  <c:v>30.0</c:v>
                </c:pt>
                <c:pt idx="10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  <c:pt idx="7">
                  <c:v>9.0</c:v>
                </c:pt>
                <c:pt idx="8">
                  <c:v>5.0</c:v>
                </c:pt>
                <c:pt idx="9">
                  <c:v>9.0</c:v>
                </c:pt>
                <c:pt idx="10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  <c:pt idx="7">
                  <c:v>14.0</c:v>
                </c:pt>
                <c:pt idx="8">
                  <c:v>13.0</c:v>
                </c:pt>
                <c:pt idx="9">
                  <c:v>8.0</c:v>
                </c:pt>
                <c:pt idx="10">
                  <c:v>9.0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1.0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  <c:pt idx="7">
                  <c:v>41.0</c:v>
                </c:pt>
                <c:pt idx="8">
                  <c:v>35.0</c:v>
                </c:pt>
                <c:pt idx="9">
                  <c:v>34.0</c:v>
                </c:pt>
                <c:pt idx="10">
                  <c:v>19.0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  <c:pt idx="7">
                  <c:v>21.0</c:v>
                </c:pt>
                <c:pt idx="8">
                  <c:v>20.0</c:v>
                </c:pt>
                <c:pt idx="9">
                  <c:v>22.0</c:v>
                </c:pt>
                <c:pt idx="10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  <c:pt idx="7">
                  <c:v>5.0</c:v>
                </c:pt>
                <c:pt idx="8">
                  <c:v>5.0</c:v>
                </c:pt>
                <c:pt idx="9">
                  <c:v>5.0</c:v>
                </c:pt>
                <c:pt idx="10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  <c:pt idx="7">
                  <c:v>15.0</c:v>
                </c:pt>
                <c:pt idx="8">
                  <c:v>10.0</c:v>
                </c:pt>
                <c:pt idx="9">
                  <c:v>7.0</c:v>
                </c:pt>
                <c:pt idx="10">
                  <c:v>4.0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</c:strCache>
            </c: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162   Δ -20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148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144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2.448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2.448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116 / 210 (55,2%)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-6,5%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140 / 237 (59,1%)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11 (72,7%)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63 / 128 (49,2%)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77 / 145 (53,1%)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35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38 (55,3%)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47 (74,5%)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 / 54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210 (1,9%)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70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237 (3,8%)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-35,7% | Turun 82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128 (2,3%)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145 (4,1%)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47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54 (5,6%)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8.997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1.386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142 | MoM -12,3%
PS: 140 | MoM -5,4%
• Performer
  RE: 1 | Active 100,0% | MoM 0,0%
  PS: 1 | Active 100,0% | MoM 0,0%
• Junior
  RE: 119 | Active 56,7% | MoM -13,1%
  PS: 116 | Active 55,2% | MoM -6,5%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-14,3%
  PS: 13 | Active 81,2% | MoM 0,0%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-55,6%, Gap -10
• Grapari Dompu: PS +60,0%, Gap 3
• Grapari Lombok Timur: PS -100,0%, Gap -1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3
• Grapari Mataram: PS -64,0%, Gap -16
• Grapari Sumbawa: PS -66,7%, Gap -4
• Grapari Taliwang: PS +600,0%, Gap 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-87 (-18,6%), PS -57 (-15,8%)
• Sumbawa Barat: RE -48 (-32,0%), PS -17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-3 (-16,7%), PS -8 (-66,7%)
• Lombok: RE 1 (+3,7%), PS -3 (-15,0%)
• Sumbawa Barat: RE -8 (-66,7%),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NUR3882332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 AMIRUDDIN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MUH6424848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GALANG RAMADHAN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Tri widyastuti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TRI8905410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Hendra Tauhid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HEN4884963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AGUS IKHSAN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MAG7168129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YUNIARTI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SPDROOP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01–11 Oct 2026 vs MTD-1 01–11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FAISAL HIDAYAT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FAI3793839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PUPUT APRILISIA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SPTLU36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DODYK SUPRIADI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DOD6231157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ANDRIANI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SPSPFIT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SUJANA MULYANA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SPUMN31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