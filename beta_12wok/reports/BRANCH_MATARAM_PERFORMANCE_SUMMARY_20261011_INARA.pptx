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48.0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17.0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48.0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4.0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2.188,5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1.819,7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237  (-1,2%)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162   Δ -20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148   Δ -8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144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2.448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116 / 210 (55,2%)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-6,5% | Turun 70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140 / 237 (59,1%)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-5,4% | Turun 82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63 / 128 (49,2%)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-8,7%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77 / 145 (53,1%)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-8,3%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35 (51,4%)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38 (55,3%)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-8,7%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 / 47 (74,5%)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54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+2,4%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392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552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210 (1,9%)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-55,6% | Turun 70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237 (3,8%)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-35,7% | Turun 82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128 (2,3%)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145 (4,1%)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47 (2,1%)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54 (5,6%)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8.997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1.386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142 | MoM -12,3%
PS: 140 | MoM -5,4%
• Performer
  RE: 1 | Active 100,0% | MoM 0,0%
  PS: 1 | Active 100,0% | MoM 0,0%
• Junior
  RE: 119 | Active 56,7% | MoM -13,1%
  PS: 116 | Active 55,2% | MoM -6,5%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12 | Active 75,0% | MoM -14,3%
  PS: 13 | Active 81,2% | MoM 0,0%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-55,6%, Gap -10
• Grapari Dompu: PS +60,0%, Gap 3
• Grapari Lombok Timur: PS -100,0%, Gap -1
• Grapari Lombok Utara: PS N/A,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N/A, Gap 3
• Grapari Mataram: PS -64,0%, Gap -16
• Grapari Sumbawa: PS -66,7%, Gap -4
• Grapari Taliwang: PS +600,0%, Gap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-87 (-18,6%), PS -57 (-15,8%)
• Sumbawa Barat: RE -48 (-32,0%), PS -17 (-18,3%)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-3 (-16,7%), PS -8 (-66,7%)
• Lombok: RE 1 (+3,7%), PS -3 (-15,0%)
• Sumbawa Barat: RE -8 (-66,7%), PS -3 (-42,9%)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TRI8905410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HEN4884963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ERN3856335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MUH6424848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RENI HENDRIANI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SPRNN41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GALANG RAMADHAN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AL MARUF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MAL5772768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TRI8905410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ADY SYAHRIAL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SPRAH83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HEN4884963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Mita muliati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MIT4358873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YUNIARTI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SRI1682242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SPDROOP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YUD8751940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ALI9003519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SPTLU36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TAJUDIN NUR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TAJ5596872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ALI9003519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SPTLU36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KETUT PUTRA KARSANA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IKE4509027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DOD6231157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SUJANA MULYANA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SPUMN31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28.12%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97.45% | Gap -69.33 pp | M-1 32.56%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Rp309.289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Rp313.758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Rp298.590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-12.42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-4.96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-3.79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-3.37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-4.86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44 | MoM +13.6%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 / 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34,107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35.4%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27.9%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24.0%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20.7%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28.5%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20.7%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23.5%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15.3%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