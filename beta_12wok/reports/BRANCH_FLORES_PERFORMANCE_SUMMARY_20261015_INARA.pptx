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1.657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 / 129 (45,0%)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-18,3%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71 / 143 (49,7%)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-16,5%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45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21 (47,6%)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23 (47,8%)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63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70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129 (7,0%)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143 (10,5%)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45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50 (18,0%)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70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74 | MoM -15,9%
PS: 71 | MoM -15,5%
• Junior
  RE: 61 | Active 47,3% | MoM -17,6%
  PS: 58 | Active 45,0% | MoM -17,1%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+25,0%, Gap 1
• Grapari Ende: PS +31,2%, Gap 5
• Grapari Kalabahi: PS +25,0%, Gap 3
• Grapari Labuan Bajo: PS -33,3%,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+100,0%, Gap 7
• Grapari Ruteng: PS -28,6%,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-49 (-37,4%), PS -35 (-35,4%)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(-14,3%), PS -5 (-55,6%)
• Flores Timur: RE -4 (-57,1%),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(+50,0%), PS -2 (-100,0%)
• Flores Timur: RE 1 (+100,0%), PS -2 (-100,0%)
• Manggarai: RE -4 (-80,0%),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ANI3431552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26.92%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26.53% | MoM +0.39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-69.78 pp | Rp-7.13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26.07%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25.47% | MoM +0.60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Rp2.75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Rp2.70 M | MoM +2.0%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26.07%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Rp-7.13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Rp569.3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-70.93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60.65% / -1.25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56.36% / -1.69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56.74% / -13.22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67.63% / +6.80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38.14% / +3.68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32.80% / +1.03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39.38% / +4.13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43.32% / +6.39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23.23% / -0.38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21.44% / +0.52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20.16% / -4.97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27.01% / +1.75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23.06% / +1.65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19.43% / +1.47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24.61% / -0.13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25.92% / +2.65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21.75% / +0.83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18.15% / +0.75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22.87% / -1.04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24.50% / +1.90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27.78%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27.75% / +0.10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25.51% / -1.59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29.04% / +0.56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 | MoM -66.7%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