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Sheet1!$F$2:$F$16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Sheet1!$F$2:$F$16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1.657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 / 129 (45,0%)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-18,3%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 / 143 (49,7%)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-16,5%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21 (47,6%)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23 (47,8%)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-12,1%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129 (7,0%)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 / 143 (10,5%)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-6,2%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45 (15,6%)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50 (18,0%)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70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74 | MoM -15,9%
PS: 71 | MoM -15,5%
• Junior
  RE: 61 | Active 47,3% | MoM -17,6%
  PS: 58 | Active 45,0% | MoM -17,1%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+25,0%, Gap 1
• Grapari Ende: PS +31,2%, Gap 5
• Grapari Kalabahi: PS +25,0%, Gap 3
• Grapari Labuan Bajo: PS -33,3%,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-60,0%, Gap -3
• Grapari Maumere: PS +100,0%, Gap 7
• Grapari Ruteng: PS -28,6%,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-49 (-37,4%), PS -35 (-35,4%)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-2 (-14,3%), PS -5 (-55,6%)
• Flores Timur: RE -4 (-57,1%), PS -1 (-33,3%)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(+50,0%), PS -2 (-100,0%)
• Flores Timur: RE 1 (+100,0%),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ANI3431552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24.96%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24.03% | MoM +0.92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-71.74 pp | Rp-7.33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24.23%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23.18% | MoM +1.06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Rp2.55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Rp2.44 M | MoM +4.4%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Rp-7.33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Rp939.9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Rp521.6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-73.09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Rp1.09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+7.7%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58.57% / +0.01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55.12% / +1.61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54.20% / -13.01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64.90% / +6.50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35.97% / +4.31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30.51% / +0.78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37.62% / +5.03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41.00% / +7.84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21.60% / -0.19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20.26% / +0.95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19.17% / -3.96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24.52% / +1.16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21.49% / +2.02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18.00% / +1.86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23.83% / +0.96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23.76% / +2.57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20.05% / +1.25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16.54% / +0.74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20.16% / -1.20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23.19% / +2.95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25.65% / +0.53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25.71% / +0.54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23.03% / -0.86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27.02% / +1.28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