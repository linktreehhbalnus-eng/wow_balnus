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1.336,0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59,8%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   Δ -6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-5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470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 / 129 (28,7%)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-11,9%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 / 143 (34,3%)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45 (24,4%)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50 (32,0%)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21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23 (34,8%)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63 (30,2%)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70 (35,7%)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57 | MoM -9,5%
PS: 49 | MoM -9,3%
• Junior
  RE: 45 | Active 34,9% | MoM -11,8%
  PS: 37 | Active 28,7% | MoM -9,8%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+9,1%
  PS: 12 | Active 92,3%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-100,0%, Gap -1
• Grapari Ende: PS +66,7%, Gap 4
• Grapari Kalabahi: PS 0,0%, Gap 0
• Grapari Labuan Bajo: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-20,0%, Gap -1
• Grapari Ruteng: PS +100,0%,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-7 (-12,7%), PS -8 (-22,9%)
• Ende Sikka: RE 14 (+19,2%), PS -6 (-9,8%)
• Manggarai: RE 1 (+1,4%), PS -4 (-7,4%)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-1 (-20,0%), PS -3 (-75,0%)
• Manggarai: RE -1 (-20,0%),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(N/A), PS -1 (-100,0%)
• Flores Timur: RE 0 (0,0%),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ANM2815952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ANM2815952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SPNTI75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MAGDALENA JULIANITA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SPLIT85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BER6428042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MAR2648963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Valentina isabela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MAR3906643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