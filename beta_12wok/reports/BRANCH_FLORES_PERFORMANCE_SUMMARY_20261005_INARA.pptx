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-24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470   Δ -470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57 | MoM -9,5%
PS: 49 | MoM -9,3%
• Junior
  RE: 45 | Active 34,9% | MoM -11,8%
  PS: 37 | Active 28,7%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+66,7%, Gap 4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 (-12,7%), PS -8 (-22,9%)
• Ende Sikka: RE 14 (+19,2%), PS -6 (-9,8%)
• Manggarai: RE 1 (+1,4%), PS -4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(-20,0%), PS -3 (-75,0%)
• Manggarai: RE -1 (-20,0%),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