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  <c:pt idx="5">
                  <c:v>38.0</c:v>
                </c:pt>
                <c:pt idx="6">
                  <c:v>36.0</c:v>
                </c:pt>
                <c:pt idx="7">
                  <c:v>32.0</c:v>
                </c:pt>
                <c:pt idx="8">
                  <c:v>28.0</c:v>
                </c:pt>
                <c:pt idx="9">
                  <c:v>22.0</c:v>
                </c:pt>
                <c:pt idx="10">
                  <c:v>13.0</c:v>
                </c:pt>
                <c:pt idx="11">
                  <c:v>23.0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4.0</c:v>
                </c:pt>
                <c:pt idx="4">
                  <c:v>14.0</c:v>
                </c:pt>
                <c:pt idx="5">
                  <c:v>19.0</c:v>
                </c:pt>
                <c:pt idx="6">
                  <c:v>19.0</c:v>
                </c:pt>
                <c:pt idx="7">
                  <c:v>16.0</c:v>
                </c:pt>
                <c:pt idx="8">
                  <c:v>12.0</c:v>
                </c:pt>
                <c:pt idx="9">
                  <c:v>11.0</c:v>
                </c:pt>
                <c:pt idx="10">
                  <c:v>5.0</c:v>
                </c:pt>
                <c:pt idx="11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6.0</c:v>
                </c:pt>
                <c:pt idx="1">
                  <c:v>7.0</c:v>
                </c:pt>
                <c:pt idx="2">
                  <c:v>3.0</c:v>
                </c:pt>
                <c:pt idx="3">
                  <c:v>5.0</c:v>
                </c:pt>
                <c:pt idx="4">
                  <c:v>13.0</c:v>
                </c:pt>
                <c:pt idx="5">
                  <c:v>11.0</c:v>
                </c:pt>
                <c:pt idx="6">
                  <c:v>10.0</c:v>
                </c:pt>
                <c:pt idx="7">
                  <c:v>10.0</c:v>
                </c:pt>
                <c:pt idx="8">
                  <c:v>10.0</c:v>
                </c:pt>
                <c:pt idx="9">
                  <c:v>6.0</c:v>
                </c:pt>
                <c:pt idx="10">
                  <c:v>4.0</c:v>
                </c:pt>
                <c:pt idx="11">
                  <c:v>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  <c:pt idx="5">
                  <c:v>8.0</c:v>
                </c:pt>
                <c:pt idx="6">
                  <c:v>7.0</c:v>
                </c:pt>
                <c:pt idx="7">
                  <c:v>6.0</c:v>
                </c:pt>
                <c:pt idx="8">
                  <c:v>6.0</c:v>
                </c:pt>
                <c:pt idx="9">
                  <c:v>5.0</c:v>
                </c:pt>
                <c:pt idx="10">
                  <c:v>4.0</c:v>
                </c:pt>
                <c:pt idx="11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  <c:pt idx="5">
                  <c:v>26.0</c:v>
                </c:pt>
                <c:pt idx="6">
                  <c:v>25.0</c:v>
                </c:pt>
                <c:pt idx="7">
                  <c:v>25.0</c:v>
                </c:pt>
                <c:pt idx="8">
                  <c:v>24.0</c:v>
                </c:pt>
                <c:pt idx="9">
                  <c:v>21.0</c:v>
                </c:pt>
                <c:pt idx="10">
                  <c:v>9.0</c:v>
                </c:pt>
                <c:pt idx="11">
                  <c:v>26.0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8.0</c:v>
                </c:pt>
                <c:pt idx="1">
                  <c:v>7.0</c:v>
                </c:pt>
                <c:pt idx="2">
                  <c:v>7.0</c:v>
                </c:pt>
                <c:pt idx="3">
                  <c:v>7.0</c:v>
                </c:pt>
                <c:pt idx="4">
                  <c:v>12.0</c:v>
                </c:pt>
                <c:pt idx="5">
                  <c:v>12.0</c:v>
                </c:pt>
                <c:pt idx="6">
                  <c:v>17.0</c:v>
                </c:pt>
                <c:pt idx="7">
                  <c:v>13.0</c:v>
                </c:pt>
                <c:pt idx="8">
                  <c:v>11.0</c:v>
                </c:pt>
                <c:pt idx="9">
                  <c:v>9.0</c:v>
                </c:pt>
                <c:pt idx="10">
                  <c:v>6.0</c:v>
                </c:pt>
                <c:pt idx="11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6.0</c:v>
                </c:pt>
                <c:pt idx="1">
                  <c:v>6.0</c:v>
                </c:pt>
                <c:pt idx="2">
                  <c:v>4.0</c:v>
                </c:pt>
                <c:pt idx="3">
                  <c:v>6.0</c:v>
                </c:pt>
                <c:pt idx="4">
                  <c:v>6.0</c:v>
                </c:pt>
                <c:pt idx="5">
                  <c:v>9.0</c:v>
                </c:pt>
                <c:pt idx="6">
                  <c:v>6.0</c:v>
                </c:pt>
                <c:pt idx="7">
                  <c:v>8.0</c:v>
                </c:pt>
                <c:pt idx="8">
                  <c:v>7.0</c:v>
                </c:pt>
                <c:pt idx="9">
                  <c:v>7.0</c:v>
                </c:pt>
                <c:pt idx="10">
                  <c:v>2.0</c:v>
                </c:pt>
                <c:pt idx="11">
                  <c:v>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  <c:pt idx="5">
                  <c:v>5.0</c:v>
                </c:pt>
                <c:pt idx="6">
                  <c:v>2.0</c:v>
                </c:pt>
                <c:pt idx="7">
                  <c:v>4.0</c:v>
                </c:pt>
                <c:pt idx="8">
                  <c:v>6.0</c:v>
                </c:pt>
                <c:pt idx="9">
                  <c:v>5.0</c:v>
                </c:pt>
                <c:pt idx="10">
                  <c:v>1.0</c:v>
                </c:pt>
                <c:pt idx="11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2.002,3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1.271,5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 Daya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152 → 156  (+2,6%)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94   Δ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90   Δ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58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1.403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80 / 143 (55,9%)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-3,6% | Turun 47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91 / 156 (58,3%)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-1,1% | Turun 53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 / 57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-2,6%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 / 64 (68,8%)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+2,3%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 / 56 (51,8%)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 / 60 (55,0%)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+3,1%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 / 30 (43,3%)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 / 32 (43,8%)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-17,6%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274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-46,5%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312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143 (4,2%)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+100,0% | Turun 47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 / 4 (25,0%)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156 (4,5%)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+40,0% | Turun 53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57 (5,3%)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64 (4,7%)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56 (1,8%)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60 (1,7%)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30 (6,7%)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32 (9,4%)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2.408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98 | MoM +4,3%
PS: 91 | MoM +1,1%
• Junior
  RE: 86 | Active 60,1% | MoM +3,6%
  PS: 80 | Active 55,9% | MoM -1,2%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8 | Active 88,9% | MoM +14,3%
  PS: 7 | Active 77,8% | MoM +40,0%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-50,0%, Gap -1
• Grapari Baa Rote: PS -100,0%, Gap -2
• Grapari Kefamenanu: PS -60,0%, Gap -3
• Grapari Kupang: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0,0%, Gap 0
• Grapari Soe: PS 0,0%, Gap 0
• Grapari Waikabubak: PS +300,0%, Gap 3
• Grapari Waingapu: PS -25,0%,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-15 (-14,9%), PS -27 (-29,3%)
• Malaka Timtim Belu: RE -15 (-11,6%), PS -19 (-17,4%)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-2 (-28,6%), PS -1 (-50,0%)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Malaka Timtim Belu: RE -2 (-100,0%), PS -2 (-100,0%)
• Kupang Rote: RE 1 (+50,0%),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SPNLU74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JILDER FINA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SPXXJF19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OKTAVIANUS SERAN LUAN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SPEKA14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SPBAK47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JILDER FINA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SPXXJF19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SPNLU74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DJO4406952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Paula Susanti Mooy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PAU3512746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SPBAK47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YAKOB MONI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SPNOM19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SPSEK85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JAMES RICHARTUS YEFERSON BANU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JAM3016480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NORMA NATALIA AMALO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NOR8152023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FAUZI ABDULA LATIF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SPLAA46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SPSEK85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Septania Rice Dapawole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SEP5137402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Imelda Fridolyn Lende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IME8270714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JAMES RICHARTUS YEFERSON BANU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JAM3016480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KUPANG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24.93%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95.83% | Gap -70.90 pp | M-1 28.89%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26.827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7.246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Rp8.61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Rp330.594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Rp320.397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Rp2.97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Rp327.529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42.53%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-10.60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-1.04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-3.67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21.29%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-2.06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-3.13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-4.54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KUPANG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19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14 | MoM +35.7%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+5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17 / +70.0%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 / +42.9%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 / +66.7%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28,881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5,656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19.6%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23,225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34.7%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21.9%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408 / 53.4%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36.6%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498 / 30.5%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591 / 26.1%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21.7%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643 / 21.3%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308 / 40.6%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303 / 27.1%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373 / 21.7%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480 / 19.0%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522 / 19.9%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479 / 22.3%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227 / 49.8%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205 / 42.0%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42.1%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27.2%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22.7%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21.1%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22.1%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21.3%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19.6%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596 / 23.7%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26.1%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554 / 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597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20.7%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562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16.6%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291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15.1%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24.3%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217 / 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208 / 17.8%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225 / 23.6%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14.4%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14.5%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629 / 16.4%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17.6%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603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703 / 14.4%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621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644 / 13.8%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352 / 14.2%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367 / 15.5%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386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372 / 12.6%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309 / 12.6%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314 / 13.4%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197 / 17.8%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20.7%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17.7%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174 / 19.0%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12.2%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11.9%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12.0%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14.6%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678 / 15.6%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14.4%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698 / 12.8%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649 / 12.6%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10.6%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305 / 11.8%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374 / 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240 / 10.8%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218 / 17.4%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202 / 15.3%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190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173 / 13.3%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181 / 11.1%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