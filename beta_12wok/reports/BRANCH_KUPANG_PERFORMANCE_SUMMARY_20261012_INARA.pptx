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  <c:pt idx="3">
                  <c:v>11.0</c:v>
                </c:pt>
                <c:pt idx="4">
                  <c:v>33.0</c:v>
                </c:pt>
                <c:pt idx="5">
                  <c:v>38.0</c:v>
                </c:pt>
                <c:pt idx="6">
                  <c:v>36.0</c:v>
                </c:pt>
                <c:pt idx="7">
                  <c:v>32.0</c:v>
                </c:pt>
                <c:pt idx="8">
                  <c:v>28.0</c:v>
                </c:pt>
                <c:pt idx="9">
                  <c:v>22.0</c:v>
                </c:pt>
                <c:pt idx="10">
                  <c:v>13.0</c:v>
                </c:pt>
                <c:pt idx="11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4.0</c:v>
                </c:pt>
                <c:pt idx="4">
                  <c:v>14.0</c:v>
                </c:pt>
                <c:pt idx="5">
                  <c:v>19.0</c:v>
                </c:pt>
                <c:pt idx="6">
                  <c:v>19.0</c:v>
                </c:pt>
                <c:pt idx="7">
                  <c:v>16.0</c:v>
                </c:pt>
                <c:pt idx="8">
                  <c:v>12.0</c:v>
                </c:pt>
                <c:pt idx="9">
                  <c:v>11.0</c:v>
                </c:pt>
                <c:pt idx="10">
                  <c:v>5.0</c:v>
                </c:pt>
                <c:pt idx="11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7.0</c:v>
                </c:pt>
                <c:pt idx="2">
                  <c:v>3.0</c:v>
                </c:pt>
                <c:pt idx="3">
                  <c:v>5.0</c:v>
                </c:pt>
                <c:pt idx="4">
                  <c:v>13.0</c:v>
                </c:pt>
                <c:pt idx="5">
                  <c:v>11.0</c:v>
                </c:pt>
                <c:pt idx="6">
                  <c:v>10.0</c:v>
                </c:pt>
                <c:pt idx="7">
                  <c:v>10.0</c:v>
                </c:pt>
                <c:pt idx="8">
                  <c:v>10.0</c:v>
                </c:pt>
                <c:pt idx="9">
                  <c:v>6.0</c:v>
                </c:pt>
                <c:pt idx="10">
                  <c:v>4.0</c:v>
                </c:pt>
                <c:pt idx="11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5.0</c:v>
                </c:pt>
                <c:pt idx="1">
                  <c:v>4.0</c:v>
                </c:pt>
                <c:pt idx="2">
                  <c:v>4.0</c:v>
                </c:pt>
                <c:pt idx="3">
                  <c:v>2.0</c:v>
                </c:pt>
                <c:pt idx="4">
                  <c:v>6.0</c:v>
                </c:pt>
                <c:pt idx="5">
                  <c:v>8.0</c:v>
                </c:pt>
                <c:pt idx="6">
                  <c:v>7.0</c:v>
                </c:pt>
                <c:pt idx="7">
                  <c:v>6.0</c:v>
                </c:pt>
                <c:pt idx="8">
                  <c:v>6.0</c:v>
                </c:pt>
                <c:pt idx="9">
                  <c:v>5.0</c:v>
                </c:pt>
                <c:pt idx="10">
                  <c:v>4.0</c:v>
                </c:pt>
                <c:pt idx="11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  <c:pt idx="3">
                  <c:v>14.0</c:v>
                </c:pt>
                <c:pt idx="4">
                  <c:v>22.0</c:v>
                </c:pt>
                <c:pt idx="5">
                  <c:v>26.0</c:v>
                </c:pt>
                <c:pt idx="6">
                  <c:v>25.0</c:v>
                </c:pt>
                <c:pt idx="7">
                  <c:v>25.0</c:v>
                </c:pt>
                <c:pt idx="8">
                  <c:v>24.0</c:v>
                </c:pt>
                <c:pt idx="9">
                  <c:v>21.0</c:v>
                </c:pt>
                <c:pt idx="10">
                  <c:v>9.0</c:v>
                </c:pt>
                <c:pt idx="11">
                  <c:v>26.0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8.0</c:v>
                </c:pt>
                <c:pt idx="1">
                  <c:v>7.0</c:v>
                </c:pt>
                <c:pt idx="2">
                  <c:v>7.0</c:v>
                </c:pt>
                <c:pt idx="3">
                  <c:v>7.0</c:v>
                </c:pt>
                <c:pt idx="4">
                  <c:v>12.0</c:v>
                </c:pt>
                <c:pt idx="5">
                  <c:v>12.0</c:v>
                </c:pt>
                <c:pt idx="6">
                  <c:v>17.0</c:v>
                </c:pt>
                <c:pt idx="7">
                  <c:v>13.0</c:v>
                </c:pt>
                <c:pt idx="8">
                  <c:v>11.0</c:v>
                </c:pt>
                <c:pt idx="9">
                  <c:v>9.0</c:v>
                </c:pt>
                <c:pt idx="10">
                  <c:v>6.0</c:v>
                </c:pt>
                <c:pt idx="11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6.0</c:v>
                </c:pt>
                <c:pt idx="2">
                  <c:v>4.0</c:v>
                </c:pt>
                <c:pt idx="3">
                  <c:v>6.0</c:v>
                </c:pt>
                <c:pt idx="4">
                  <c:v>6.0</c:v>
                </c:pt>
                <c:pt idx="5">
                  <c:v>9.0</c:v>
                </c:pt>
                <c:pt idx="6">
                  <c:v>6.0</c:v>
                </c:pt>
                <c:pt idx="7">
                  <c:v>8.0</c:v>
                </c:pt>
                <c:pt idx="8">
                  <c:v>7.0</c:v>
                </c:pt>
                <c:pt idx="9">
                  <c:v>7.0</c:v>
                </c:pt>
                <c:pt idx="10">
                  <c:v>2.0</c:v>
                </c:pt>
                <c:pt idx="11">
                  <c:v>5.0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5.0</c:v>
                </c:pt>
                <c:pt idx="1">
                  <c:v>3.0</c:v>
                </c:pt>
                <c:pt idx="2">
                  <c:v>6.0</c:v>
                </c:pt>
                <c:pt idx="3">
                  <c:v>1.0</c:v>
                </c:pt>
                <c:pt idx="4">
                  <c:v>4.0</c:v>
                </c:pt>
                <c:pt idx="5">
                  <c:v>5.0</c:v>
                </c:pt>
                <c:pt idx="6">
                  <c:v>2.0</c:v>
                </c:pt>
                <c:pt idx="7">
                  <c:v>4.0</c:v>
                </c:pt>
                <c:pt idx="8">
                  <c:v>6.0</c:v>
                </c:pt>
                <c:pt idx="9">
                  <c:v>5.0</c:v>
                </c:pt>
                <c:pt idx="10">
                  <c:v>1.0</c:v>
                </c:pt>
                <c:pt idx="11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1.526,3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1.271,5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 Daya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152 → 156  (+2,6%)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94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90   Δ 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58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1.403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80 / 143 (55,9%)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-3,6%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91 / 156 (58,3%)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-1,1%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+66,7%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 / 57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 / 64 (68,8%)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+2,3%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 / 56 (51,8%)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60 (55,0%)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 / 30 (43,3%)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32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-17,6%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47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4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156 (4,5%)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+40,0% | Turun 53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57 (5,3%)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64 (4,7%)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56 (1,8%)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60 (1,7%)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32 (9,4%)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10.003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176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98 | MoM +4,3%
PS: 91 | MoM +1,1%
• Junior
  RE: 86 | Active 60,1% | MoM +3,6%
  PS: 80 | Active 55,9% | MoM -1,2%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+14,3%
  PS: 7 | Active 77,8% | MoM +40,0%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-50,0%, Gap -1
• Grapari Baa Rote: PS -100,0%, Gap -2
• Grapari Kefamenanu: PS -60,0%, Gap -3
• Grapari Kupang: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0,0%, Gap 0
• Grapari Soe: PS 0,0%, Gap 0
• Grapari Waikabubak: PS +300,0%, Gap 3
• Grapari Waingapu: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-15 (-14,9%), PS -27 (-29,3%)
• Malaka Timtim Belu: RE -15 (-11,6%), PS -19 (-17,4%)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-2 (-28,6%),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 (-100,0%), PS -2 (-100,0%)
• Kupang Rote: RE 1 (+50,0%),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615,0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SUSANA ASTUTI PIUNG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SUS1184223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OKTAVIANUS SERAN LUAN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SPEKA14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SPIEE10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JILDER FINA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SPXXJF19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LITA MELIANA HUSEN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SPNLU74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ANJELICHA KAREK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ANJ6480240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DJO4406952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Paula Susanti Mooy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PAU3512746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THOMAS A.BAYU P.KANTHIKA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SPBAK47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YAKOB MONI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SPNOM19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Wilhelmina Lusong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MAR6409329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ABDIL RAHMAN MUSA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SPUHH88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SONYA IMELDA TUTFAUT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SPXLDA74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NORMA NATALIA AMALO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NOR8152023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ALFANDI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SPKRL00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ADRIANI NELSIANA ABUK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SPRNA14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INL7633136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FAUZI ABDULA LATIF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SPLAA46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SEMUEL EDWIN KOBY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SPSEK85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NATALIA EMERALDA DELIMA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NAT6540224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Septania Rice Dapawole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SEP5137402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Imelda Fridolyn Lende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IME8270714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JAMES RICHARTUS YEFERSON BANU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JAM3016480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24.93%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95.83% | Gap -70.90 pp | M-1 28.89%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Rp330.594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Rp320.397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Rp327.529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-10.60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27.61%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-1.04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20.49%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-3.67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-2.06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19.02%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-3.13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27.04%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-4.54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KUPANG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14 | MoM +35.7%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+5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KUPANG ROTE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MALAKA TIMTIM BELU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 / +42.9%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 / +66.7%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