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143 (55,9%)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-3,6%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 / 156 (58,3%)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57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64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98 | MoM +4,3%
PS: 91 | MoM +1,1%
• Junior
  RE: 86 | Active 60,1% | MoM +3,6%
  PS: 80 | Active 55,9%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-2
• Grapari Kefamenanu: PS -60,0%, Gap -3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-15 (-14,9%), PS -27 (-29,3%)
• Malaka Timtim Belu: RE -15 (-11,6%), PS -19 (-17,4%)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(-28,6%),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1 (+50,0%),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