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  <c:pt idx="23">
                  <c:v>45.0</c:v>
                </c:pt>
                <c:pt idx="24">
                  <c:v>31.0</c:v>
                </c:pt>
                <c:pt idx="25">
                  <c:v>51.0</c:v>
                </c:pt>
                <c:pt idx="26">
                  <c:v>51.0</c:v>
                </c:pt>
                <c:pt idx="27">
                  <c:v>43.0</c:v>
                </c:pt>
                <c:pt idx="28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  <c:pt idx="23">
                  <c:v>28.0</c:v>
                </c:pt>
                <c:pt idx="24">
                  <c:v>15.0</c:v>
                </c:pt>
                <c:pt idx="25">
                  <c:v>30.0</c:v>
                </c:pt>
                <c:pt idx="26">
                  <c:v>27.0</c:v>
                </c:pt>
                <c:pt idx="27">
                  <c:v>24.0</c:v>
                </c:pt>
                <c:pt idx="28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  <c:pt idx="23">
                  <c:v>8.0</c:v>
                </c:pt>
                <c:pt idx="24">
                  <c:v>6.0</c:v>
                </c:pt>
                <c:pt idx="25">
                  <c:v>9.0</c:v>
                </c:pt>
                <c:pt idx="26">
                  <c:v>8.0</c:v>
                </c:pt>
                <c:pt idx="27">
                  <c:v>7.0</c:v>
                </c:pt>
                <c:pt idx="28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  <c:pt idx="23">
                  <c:v>9.0</c:v>
                </c:pt>
                <c:pt idx="24">
                  <c:v>10.0</c:v>
                </c:pt>
                <c:pt idx="25">
                  <c:v>12.0</c:v>
                </c:pt>
                <c:pt idx="26">
                  <c:v>16.0</c:v>
                </c:pt>
                <c:pt idx="27">
                  <c:v>12.0</c:v>
                </c:pt>
                <c:pt idx="28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  <c:pt idx="23">
                  <c:v>36.0</c:v>
                </c:pt>
                <c:pt idx="24">
                  <c:v>30.0</c:v>
                </c:pt>
                <c:pt idx="25">
                  <c:v>44.0</c:v>
                </c:pt>
                <c:pt idx="26">
                  <c:v>40.0</c:v>
                </c:pt>
                <c:pt idx="27">
                  <c:v>49.0</c:v>
                </c:pt>
                <c:pt idx="28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  <c:pt idx="23">
                  <c:v>20.0</c:v>
                </c:pt>
                <c:pt idx="24">
                  <c:v>21.0</c:v>
                </c:pt>
                <c:pt idx="25">
                  <c:v>25.0</c:v>
                </c:pt>
                <c:pt idx="26">
                  <c:v>21.0</c:v>
                </c:pt>
                <c:pt idx="27">
                  <c:v>32.0</c:v>
                </c:pt>
                <c:pt idx="28">
                  <c:v>27.0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  <c:pt idx="23">
                  <c:v>5.0</c:v>
                </c:pt>
                <c:pt idx="24">
                  <c:v>1.0</c:v>
                </c:pt>
                <c:pt idx="25">
                  <c:v>11.0</c:v>
                </c:pt>
                <c:pt idx="26">
                  <c:v>7.0</c:v>
                </c:pt>
                <c:pt idx="27">
                  <c:v>4.0</c:v>
                </c:pt>
                <c:pt idx="28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  <c:pt idx="23">
                  <c:v>11.0</c:v>
                </c:pt>
                <c:pt idx="24">
                  <c:v>8.0</c:v>
                </c:pt>
                <c:pt idx="25">
                  <c:v>8.0</c:v>
                </c:pt>
                <c:pt idx="26">
                  <c:v>12.0</c:v>
                </c:pt>
                <c:pt idx="27">
                  <c:v>13.0</c:v>
                </c:pt>
                <c:pt idx="28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240  (0,0%)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195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-16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194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4.944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4.944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18 (72,2%)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150 / 212 (70,8%)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173 / 240 (72,1%)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-9,9%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 / 127 (67,7%)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 / 145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36 (63,9%)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39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49 (83,7%)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56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1.583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18 (33,3%)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 / 212 (20,8%)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59 / 240 (24,6%)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+3,5%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127 (19,7%)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145 (23,4%)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36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39 (25,6%)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49 (22,4%)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56 (26,8%)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1.518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180 | MoM -7,7%
PS: 173 | MoM -8,5%
• Performer
  RE: 1 | Active 100,0% | MoM 0,0%
  PS: 1 | Active 100,0% | MoM 0,0%
• Junior
  RE: 157 | Active 74,1% | MoM -7,1%
  PS: 150 | Active 70,8% | MoM -8,5%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72,2% | MoM -18,8%
  PS: 13 | Active 72,2%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-25,6%, Gap -11
• Grapari Dompu: PS +60,0%, Gap 6
• Grapari Lombok Timur: PS +100,0%, Gap 2
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+100,0%, Gap 2
• Grapari Mataram: PS -27,3%, Gap -12
• Grapari Sumbawa: PS -50,0%, Gap -5
• Grapari Taliwang: PS -33,3%,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-143 (-11,3%), PS -63 (-6,3%)
• Sumbawa Barat: RE -61 (-16,9%), PS -21 (-8,8%)
• Sumbawa Timur: RE -28 (-4,8%), PS -14 (-3,0%)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-15 (-30,0%), PS -15 (-48,4%)
• Sumbawa Barat: RE -13 (-44,8%), PS -10 (-58,8%)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 (-9,1%), PS -6 (-42,9%)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-4 (-66,7%),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Prayadi sanip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PRA1168844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HAMZAN WADI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HAM9341456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Prayadi sanip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PRA1168844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95.60%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95.72% | MoM -0.11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-1.85 pp | Rp-463.6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95.26%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95.19% | MoM +0.07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Rp24.02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Rp23.67 M | MoM +1.5%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95.60%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Rp24.02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Rp-463.6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96.02%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95.65%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Rp13.19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Rp-196.5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Rp-113.1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98.29% / -0.43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99.97% / +0.12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98.29% / +2.33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95.14% / -2.21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93.19% / 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93.79% / -1.24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91.51% / -0.20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92.85% / -2.08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92.36% / +0.43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92.37% / +0.09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92.14% / -0.53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92.47% / +1.49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93.57% / 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94.06% / +0.30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92.23% / -1.12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93.60% / 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94.56% / +0.56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95.39% / +0.96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94.29% / +0.12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93.34% / +0.19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96.52%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96.74% / -0.26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96.07% / -0.26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96.38% / 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98 | MoM -8.2%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68 / -9.3%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 / -3.1%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33,944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74.5%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11,587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93.4%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90.9%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82.7%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93.5%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89.6%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89.7%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87.2%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84.5%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81.8%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73.3%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72.1%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75.6%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74.2%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62.2%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62.3%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56.3%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69.7%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65.6%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65.6%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63.2%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55.3%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67.5%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60.8%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50.8%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63.7%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49.4%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