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209   Δ -38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208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4.994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337 (38,9%)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169 / 378 (44,7%)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69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81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 / 164 (39,6%)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185 (46,5%)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104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112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1.388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337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-37,5%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378 (9,3%)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 | Turun 123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164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185 (9,7%)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-28,0%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171 | MoM -18,2%
PS: 169 | MoM -13,3%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134 | Active 39,8% | MoM -21,2%
  PS: 131 | Active 38,9% | MoM -16,0%
• Greenfield
  RE: 17 | Active 85,0% | MoM -10,5%
  PS: 18 | Active 90,0% | MoM -5,3%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-37,5%, Gap -6
• Grapari Kuta: PS 0,0%, Gap 0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-56,0%, Gap -14
• Grapari Singaraja: PS -25,0%, Gap -1
• Grapari Tabanan: PS -80,0%, Gap -4
• Grapari Ubud: PS -10,0%,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-233 (-34,5%), PS -231 (-39,2%)
• Bali Tengah: RE -170 (-15,1%), PS -166 (-17,3%)
• Bali Timur: RE -89 (-24,1%), PS -41 (-14,7%)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(-10,8%), PS -11 (-12,4%)
• Bali Timur: RE 3 (+8,6%), PS -4 (-14,8%)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Bali Barat: RE -1 (-50,0%),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SPIDG59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67.19% | MoM -1.36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-31.75 pp | Rp-17.85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65.37%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66.74% | MoM -1.37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Rp37.02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Rp37.67 M | MoM -1.7%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Rp37.02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Rp6.90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-29.26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Rp-9.25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62.33%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77.12% / -3.42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67.72% / -6.81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79.64% / -2.74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83.50% / +0.70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62.84% / -4.91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58.02% / -1.66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63.25% / -5.96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67.77% / 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57.32% / 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54.23% / -1.87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57.58% / -0.25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60.39% / -2.79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59.44%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58.00% / +1.73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60.09% / +0.29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59.12%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57.31% / -0.84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55.14% / -1.15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59.12%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55.20% / -1.19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68.26%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64.65% / -1.38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71.22% / -1.36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64.32% / -1.77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354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M-1 381 | MoM -7.1%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55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 / 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 / +71.4%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288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196 / 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 / -20.6%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36,567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44,144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50.4%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48.2%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48.8%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58.4%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43.3%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40.5%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47.3%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36.8%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40.4%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44.7%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45.9%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33.6%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39.5%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36.9%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44.0%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34.4%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30.3%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36.5%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34.8%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39.2%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