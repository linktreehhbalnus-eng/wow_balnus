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3.163,5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209   Δ -38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195   Δ -26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208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4.994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131 / 337 (38,9%)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-16,0%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169 / 378 (44,7%)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 / 69 (49,3%)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81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 / 164 (39,6%)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-17,7%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 / 185 (46,5%)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104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112 (34,8%)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1.388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337 (4,5%)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-37,5%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 / 378 (9,3%)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-27,1% | Turun 123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69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81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164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185 (9,7%)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-28,0% | Turun 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104 (5,8%)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112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171 | MoM -18,2%
PS: 169 | MoM -13,3%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134 | Active 39,8% | MoM -21,2%
  PS: 131 | Active 38,9% | MoM -16,0%
• Greenfield
  RE: 17 | Active 85,0% | MoM -10,5%
  PS: 18 | Active 90,0% | MoM -5,3%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-37,5%, Gap -6
• Grapari Kuta: PS 0,0%, Gap 0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-56,0%, Gap -14
• Grapari Singaraja: PS -25,0%, Gap -1
• Grapari Tabanan: PS -80,0%, Gap -4
• Grapari Ubud: PS -10,0%,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-233 (-34,5%), PS -231 (-39,2%)
• Bali Tengah: RE -170 (-15,1%), PS -166 (-17,3%)
• Bali Timur: RE -89 (-24,1%), PS -41 (-14,7%)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-13 (-10,8%), PS -11 (-12,4%)
• Bali Timur: RE 3 (+8,6%), PS -4 (-14,8%)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(-40,0%), PS -3 (-60,0%)
• Bali Timur: RE -2 (-33,3%), PS -2 (-50,0%)
• Bali Barat: RE -1 (-50,0%),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GED6635775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GED6635775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AYU MADE SUDIASIH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SPIDG59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55.66%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58.32% | MoM -2.66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-41.92 pp | Rp-23.58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55.36%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58.03% | MoM -2.67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Rp31.30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Rp32.70 M | MoM -4.3%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55.36%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Rp31.30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-41.92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Rp-23.58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51.65%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Rp5.74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-45.93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Rp-5.10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58.45%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58.63%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Rp18.48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-39.13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Rp-12.37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52.40%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51.84%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Rp7.08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-45.18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Rp-6.11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70.50% / -3.73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58.73% / -9.36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73.96% / -1.53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77.50% / -1.18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54.84% / -5.17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49.11% / -1.66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55.71% / -6.27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59.45% / -5.57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48.40% / -1.60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44.25% / -3.42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48.99% / -0.77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51.71% / -1.70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49.60% / 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47.50% / -0.42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50.54% / -0.04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49.16% / -0.80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47.48% / -1.47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45.21% / -1.62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49.60% / -0.85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44.72% / -2.86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57.82% / -3.02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53.94% / -3.05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61.08% / -2.79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53.43% / -3.50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354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M-1 381 | MoM -7.1%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55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-44.4%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 / -7.3%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12 / +71.4%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288 / -10.8%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196 / 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 / -20.6%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30,853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38.2%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49,858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42.5%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45.5%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38.8%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39.8%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52.6%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43.2%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41.0%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50.7%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39.6%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36.2%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33.4%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37.2%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39.6%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38.6%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36.4%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33.5%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46.7%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42.6%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42.7%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38.0%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31.5%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30.8%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27.4%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30.9%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30.9%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35.5%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31.7%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29.3%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23.5%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25.6%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30.3%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34.5%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31.6%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