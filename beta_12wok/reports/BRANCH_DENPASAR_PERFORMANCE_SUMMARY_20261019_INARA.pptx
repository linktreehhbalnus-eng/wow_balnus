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3.163,5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209   Δ -38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208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4.994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131 / 337 (38,9%)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-16,0%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169 / 378 (44,7%)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69 (49,3%)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-8,1%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81 (54,3%)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65 / 164 (39,6%)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 / 185 (46,5%)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104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112 (34,8%)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1.388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337 (4,5%)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-37,5% | Turun 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 / 378 (9,3%)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-27,1% | Turun 123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69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164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185 (9,7%)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-28,0% | Turun 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7.087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171 | MoM -18,2%
PS: 169 | MoM -13,3%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134 | Active 39,8% | MoM -21,2%
  PS: 131 | Active 38,9% | MoM -16,0%
• Greenfield
  RE: 17 | Active 85,0% | MoM -10,5%
  PS: 18 | Active 90,0% | MoM -5,3%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-37,5%, Gap -6
• Grapari Kuta: PS 0,0%, Gap 0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-56,0%, Gap -14
• Grapari Singaraja: PS -25,0%, Gap -1
• Grapari Tabanan: PS -80,0%, Gap -4
• Grapari Ubud: PS -10,0%,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-233 (-34,5%), PS -231 (-39,2%)
• Bali Tengah: RE -170 (-15,1%), PS -166 (-17,3%)
• Bali Timur: RE -89 (-24,1%), PS -41 (-14,7%)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-13 (-10,8%), PS -11 (-12,4%)
• Bali Timur: RE 3 (+8,6%), PS -4 (-14,8%)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-2 (-33,3%), PS -2 (-50,0%)
• Bali Barat: RE -1 (-50,0%),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SPARH69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GED6635775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SPIDG59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KAD9086567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52.44%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53.16% | MoM -0.71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-45.14 pp | Rp-25.38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52.22%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52.88% | MoM -0.66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Rp29.49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Rp29.81 M | MoM -1.1%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52.44%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Rp29.49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-45.14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Rp-25.38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48.21%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Rp5.35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-49.37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Rp17.52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-42.15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Rp-13.32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48.94%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48.38%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-48.64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Rp-6.58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67.95% / -3.56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55.29% / -9.23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71.90% / -1.45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74.75% / -0.43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52.00%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46.44% / +0.66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52.96% / +0.04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56.13% / -1.08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44.96% / -0.87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40.61% / -2.33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46.06% / +0.25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46.90% / -2.35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46.30% / +0.75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44.21% / +0.86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47.39% / +0.99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45.39% / 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44.11% / 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41.84% / -0.70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46.34% / +0.20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41.07% / -2.02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54.64% / -0.85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50.44% / -1.51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58.08% / -0.48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50.06% / 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323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M-1 353 | MoM -8.5%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-121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52 / -1.9%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37 / -2.6%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10 / +66.7%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261 / -12.7%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 / -32.1%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180 / 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45 / -26.2%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30,853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49,858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42.5%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45.5%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44.9%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39.8%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52.6%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41.0%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50.7%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39.6%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38.4%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33.4%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37.2%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29.7%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39.6%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33.5%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42.6%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42.7%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38.0%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34.1%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31.5%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30.8%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30.6%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29.8%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27.4%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30.9%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30.9%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37.0%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35.5%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35.5%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31.8%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31.7%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29.3%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23.5%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25.6%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34.9%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30.3%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34.5%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31.6%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