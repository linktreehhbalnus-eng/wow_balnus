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34.0</c:v>
                </c:pt>
                <c:pt idx="1">
                  <c:v>32.0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47 | MoM +17,5%
PS: 35 | MoM 0,0%
• Junior
  RE: 35 | Active 25,7% | MoM +12,9%
  PS: 25 | Active 18,4%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+50,0%
  PS: 10 | Active 76,9% | MoM +11,1%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+100,0%, Gap 2
• Grapari Labuan Bajo: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+33,3%, Gap 1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10 (+32,3%), PS -7 (-25,0%)
• Flores Timur: RE 9 (+64,3%), PS -3 (-17,6%)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(-66,7%), PS -3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