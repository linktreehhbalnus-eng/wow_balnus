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177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3.108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164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185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185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74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82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153 | MoM -13,6%
PS: 156 | MoM -4,9%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118 | Active 38,6% | MoM -15,7%
  PS: 120 | Active 39,2% | MoM -5,5%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-20,0%,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-50,0%, Gap -1
• Grapari Tabanan: PS -75,0%, Gap -3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Bali Timur: RE -59 (-24,8%), PS -22 (-12,6%)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-2 (-7,7%), PS -5 (-29,4%)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