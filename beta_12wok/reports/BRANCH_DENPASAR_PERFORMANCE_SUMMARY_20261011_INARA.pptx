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3.838,7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177   Δ -24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164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145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3.108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120 / 306 (39,2%)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-5,5%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156 / 347 (45,0%)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105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 / 164 (35,4%)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 / 185 (42,7%)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74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82 (43,9%)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306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-30,8%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 / 347 (7,2%)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-21,9% | Turun 105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164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185 (7,6%)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74 (4,1%)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82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153 | MoM -13,6%
PS: 156 | MoM -4,9%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118 | Active 38,6% | MoM -15,7%
  PS: 120 | Active 39,2% | MoM -5,5%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-20,0%,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-50,0%, Gap -1
• Grapari Tabanan: PS -75,0%, Gap -3
• Grapari Ubud: PS -50,0%,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-153 (-36,8%), PS -148 (-40,7%)
• Bali Tengah: RE -76 (-10,8%), PS -72 (-12,1%)
• Bali Timur: RE -59 (-24,8%), PS -22 (-12,6%)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-2 (-7,7%), PS -5 (-29,4%)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(-100,0%), PS -3 (-100,0%)
• Bali Barat: RE 0 (0,0%), PS -1 (-100,0%)
• Bali Tengah: RE 0 (0,0%),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