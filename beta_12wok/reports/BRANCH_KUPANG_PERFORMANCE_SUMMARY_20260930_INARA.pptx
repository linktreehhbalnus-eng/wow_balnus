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  <c:pt idx="27">
                  <c:v>27.0</c:v>
                </c:pt>
                <c:pt idx="28">
                  <c:v>27.0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  <c:pt idx="27">
                  <c:v>26.0</c:v>
                </c:pt>
                <c:pt idx="28">
                  <c:v>18.0</c:v>
                </c:pt>
                <c:pt idx="29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105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3.475   Δ -1.006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103 (26,3%)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129 (77,2%)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117 | MoM +11,4%
PS: 115 | MoM +11,7%
• Junior
  RE: 105 | Active 75,5% | MoM +12,9%
  PS: 103 | Active 74,1% | MoM +13,2%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+33,3%, Gap 1
• Grapari Baa Rote: PS +33,3%, Gap 1
• Grapari Kefamenanu: PS 0,0%, Gap 0
• Grapari Kupang: PS +27,3%,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3
• Grapari Waikabubak: PS +25,0%,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-53 (-11,7%), PS -25 (-6,6%)
• Malaka Timtim Belu: RE 17 (+5,6%), PS -2 (-0,7%)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4 (+14,8%), PS -4 (-22,2%)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-14 (-31,1%), PS -8 (-38,1%)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RIC4036640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YUL7690321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BRA4095635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SPSAU97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ATR4813540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SPDDL18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SPFAS86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SPJAY93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NOV1910520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JOE9408774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MIC2723002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NAD2477965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DEW2513135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