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34.0</c:v>
                </c:pt>
                <c:pt idx="1">
                  <c:v>32.0</c:v>
                </c:pt>
                <c:pt idx="2">
                  <c:v>24.0</c:v>
                </c:pt>
                <c:pt idx="3">
                  <c:v>13.0</c:v>
                </c:pt>
                <c:pt idx="4">
                  <c:v>28.0</c:v>
                </c:pt>
                <c:pt idx="5">
                  <c:v>26.0</c:v>
                </c:pt>
                <c:pt idx="6">
                  <c:v>30.0</c:v>
                </c:pt>
                <c:pt idx="7">
                  <c:v>30.0</c:v>
                </c:pt>
                <c:pt idx="8">
                  <c:v>20.0</c:v>
                </c:pt>
                <c:pt idx="9">
                  <c:v>22.0</c:v>
                </c:pt>
                <c:pt idx="10">
                  <c:v>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12.0</c:v>
                </c:pt>
                <c:pt idx="1">
                  <c:v>13.0</c:v>
                </c:pt>
                <c:pt idx="2">
                  <c:v>8.0</c:v>
                </c:pt>
                <c:pt idx="3">
                  <c:v>8.0</c:v>
                </c:pt>
                <c:pt idx="4">
                  <c:v>9.0</c:v>
                </c:pt>
                <c:pt idx="5">
                  <c:v>10.0</c:v>
                </c:pt>
                <c:pt idx="6">
                  <c:v>14.0</c:v>
                </c:pt>
                <c:pt idx="7">
                  <c:v>13.0</c:v>
                </c:pt>
                <c:pt idx="8">
                  <c:v>9.0</c:v>
                </c:pt>
                <c:pt idx="9">
                  <c:v>9.0</c:v>
                </c:pt>
                <c:pt idx="10">
                  <c:v>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6.0</c:v>
                </c:pt>
                <c:pt idx="1">
                  <c:v>4.0</c:v>
                </c:pt>
                <c:pt idx="2">
                  <c:v>6.0</c:v>
                </c:pt>
                <c:pt idx="3">
                  <c:v>4.0</c:v>
                </c:pt>
                <c:pt idx="4">
                  <c:v>4.0</c:v>
                </c:pt>
                <c:pt idx="5">
                  <c:v>4.0</c:v>
                </c:pt>
                <c:pt idx="6">
                  <c:v>2.0</c:v>
                </c:pt>
                <c:pt idx="7">
                  <c:v>4.0</c:v>
                </c:pt>
                <c:pt idx="8">
                  <c:v>1.0</c:v>
                </c:pt>
                <c:pt idx="9">
                  <c:v>2.0</c:v>
                </c:pt>
                <c:pt idx="10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16.0</c:v>
                </c:pt>
                <c:pt idx="1">
                  <c:v>15.0</c:v>
                </c:pt>
                <c:pt idx="2">
                  <c:v>10.0</c:v>
                </c:pt>
                <c:pt idx="3">
                  <c:v>1.0</c:v>
                </c:pt>
                <c:pt idx="4">
                  <c:v>15.0</c:v>
                </c:pt>
                <c:pt idx="5">
                  <c:v>12.0</c:v>
                </c:pt>
                <c:pt idx="6">
                  <c:v>14.0</c:v>
                </c:pt>
                <c:pt idx="7">
                  <c:v>13.0</c:v>
                </c:pt>
                <c:pt idx="8">
                  <c:v>10.0</c:v>
                </c:pt>
                <c:pt idx="9">
                  <c:v>11.0</c:v>
                </c:pt>
                <c:pt idx="10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Flores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23.0</c:v>
                </c:pt>
                <c:pt idx="1">
                  <c:v>21.0</c:v>
                </c:pt>
                <c:pt idx="2">
                  <c:v>18.0</c:v>
                </c:pt>
                <c:pt idx="3">
                  <c:v>15.0</c:v>
                </c:pt>
                <c:pt idx="4">
                  <c:v>22.0</c:v>
                </c:pt>
                <c:pt idx="5">
                  <c:v>26.0</c:v>
                </c:pt>
                <c:pt idx="6">
                  <c:v>24.0</c:v>
                </c:pt>
                <c:pt idx="7">
                  <c:v>27.0</c:v>
                </c:pt>
                <c:pt idx="8">
                  <c:v>34.0</c:v>
                </c:pt>
                <c:pt idx="9">
                  <c:v>16.0</c:v>
                </c:pt>
                <c:pt idx="10">
                  <c:v>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Ende Sikka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9.0</c:v>
                </c:pt>
                <c:pt idx="1">
                  <c:v>9.0</c:v>
                </c:pt>
                <c:pt idx="2">
                  <c:v>7.0</c:v>
                </c:pt>
                <c:pt idx="3">
                  <c:v>7.0</c:v>
                </c:pt>
                <c:pt idx="4">
                  <c:v>9.0</c:v>
                </c:pt>
                <c:pt idx="5">
                  <c:v>12.0</c:v>
                </c:pt>
                <c:pt idx="6">
                  <c:v>11.0</c:v>
                </c:pt>
                <c:pt idx="7">
                  <c:v>7.0</c:v>
                </c:pt>
                <c:pt idx="8">
                  <c:v>16.0</c:v>
                </c:pt>
                <c:pt idx="9">
                  <c:v>8.0</c:v>
                </c:pt>
                <c:pt idx="10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Flores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5.0</c:v>
                </c:pt>
                <c:pt idx="1">
                  <c:v>3.0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3.0</c:v>
                </c:pt>
                <c:pt idx="6">
                  <c:v>4.0</c:v>
                </c:pt>
                <c:pt idx="7">
                  <c:v>4.0</c:v>
                </c:pt>
                <c:pt idx="8">
                  <c:v>4.0</c:v>
                </c:pt>
                <c:pt idx="9">
                  <c:v>2.0</c:v>
                </c:pt>
                <c:pt idx="10">
                  <c:v>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Manggarai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</c:strCache>
            </c: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9.0</c:v>
                </c:pt>
                <c:pt idx="1">
                  <c:v>9.0</c:v>
                </c:pt>
                <c:pt idx="2">
                  <c:v>8.0</c:v>
                </c:pt>
                <c:pt idx="3">
                  <c:v>5.0</c:v>
                </c:pt>
                <c:pt idx="4">
                  <c:v>9.0</c:v>
                </c:pt>
                <c:pt idx="5">
                  <c:v>11.0</c:v>
                </c:pt>
                <c:pt idx="6">
                  <c:v>9.0</c:v>
                </c:pt>
                <c:pt idx="7">
                  <c:v>16.0</c:v>
                </c:pt>
                <c:pt idx="8">
                  <c:v>14.0</c:v>
                </c:pt>
                <c:pt idx="9">
                  <c:v>6.0</c:v>
                </c:pt>
                <c:pt idx="10">
                  <c:v>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1.602,0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1.087,0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1.299,7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410,1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337,2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150 → 143  (-4,7%)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86   Δ -14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-10,4%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77   Δ -8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46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1.235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56 / 129 (43,4%)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69 / 143 (48,3%)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-11,5%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19 / 45 (42,2%)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-9,5%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24 / 50 (48,0%)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21 (42,9%)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23 (43,5%)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 / 63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-3,4%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35 / 70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+18,9%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229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317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13 (30,8%)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129 (4,7%)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143 (7,0%)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+42,9% | Turun 43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45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50 (12,0%)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21 (9,5%)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23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7 (14,3%)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70 (1,4%)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35,9%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72 | MoM -16,3%
PS: 69 | MoM -10,4%
• Junior
  RE: 59 | Active 45,7% | MoM -18,1%
  PS: 56 | Active 43,4% | MoM -11,1%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13 | Active 100,0% | MoM 0,0%
  PS: 13 | Active 100,0% | MoM 0,0%
• Junior Plus
  RE: 0 | Active 0,0% | MoM -100,0%
  PS: 0 | Active 0,0% | MoM -100,0%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Bajawa: PS +100,0%, Gap 2
• Grapari Ende: PS +20,0%, Gap 3
• Grapari Kalabahi: PS +10,0%, Gap 1
• Grapari Labuan Bajo: PS -37,5%,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Larantuka: PS 0,0%, Gap 0
• Grapari Maumere: PS +66,7%, Gap 4
• Grapari Ruteng: PS -20,0%,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Flores Timur: RE -35 (-34,7%), PS -22 (-29,3%)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-5 (-38,5%), PS -5 (-71,4%)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Ende Sikka: RE 2 (+100,0%), PS -2 (-100,0%)
• Flores Timur: RE 0 (0,0%), PS -2 (-100,0%)
• Manggarai: RE -4 (-80,0%), PS -1 (-100,0%)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Manggarai: RE -1 (-50,0%), PS -2 (-100,0%)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39,9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EMANUEL MARYANUS DE ORNAY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EMA7688343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ROSALINA GETRUDIS MONGGO EDY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SPRGE76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Florida Bhalu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FLO9073003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ROBERTUS BEDA KOTEN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SPBRU61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KLAUDIUS IVANTUS LAJAR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KLA3857151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NOBERTUS BUU BATE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NOB2604035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STEFANI WEA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SPESS73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helmina dianafri jon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HEL4506624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BENYAMIN NDEWI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SPBEN72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THERESIA NETIANA DELOS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Santorio De Jesus Koro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SAN5304530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RATNA PATI 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SPNAT35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SUPAMRI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SPIRU12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JANUARIUS PAULUS KOPONG HADA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JAN6694249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HILDEGARDIS SALLY DOMAKING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SPGSD76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MARIANIS TAPIN WOKAL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MAR1806995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Putu Wira Anggrawan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IPU6453975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TEOFELUS EPIPEO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SPTFL84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01–11 Oct 2026 vs MTD-1 01–11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umar mangu laga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UMA8300566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NATALIS TOLEK KELEN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SPISE19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KOMANG SUKAYANA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SPSTI73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Yohannes moa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YOH4255803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VALENTINUS S LEIN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SPVAL77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FELIX LABA GOLE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SPLBG95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YOHANES LABA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SPLBA98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Balla panja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BAL4069900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YOSAFAT SUDARSO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SPYSS79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FRANSISKUS XAVERIUS LENGU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SPVXK18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WILLYAM RICSKY SAUDALE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WIL7359783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DOMINGGUS RATU LELE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SPOIL46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Elias Vitus Watu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ELI8004604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22.66%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96.70% | Gap -74.04 pp | M-1 26.53%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Rp319.857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Rp300.803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Rp332.479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55.08%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-6.82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33.37%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-1.09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-3.40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-1.70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-2.68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23.07%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-4.79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FLORES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2 | MoM -50.0%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7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6118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931920"/>
          <a:ext cx="1154887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8874"/>
                <a:gridCol w="2242499"/>
                <a:gridCol w="2242499"/>
                <a:gridCol w="2242499"/>
                <a:gridCol w="2242499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ENDE SIKKA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FLORES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MANGGARAI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+0.0%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