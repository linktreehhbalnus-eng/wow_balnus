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1.235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50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-16,3%
PS: 69 | MoM -10,4%
• Junior
  RE: 59 | Active 45,7% | MoM -18,1%
  PS: 56 | Active 43,4% | MoM -11,1%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2
• Grapari Ende: PS +20,0%, Gap 3
• Grapari Kalabahi: PS +10,0%,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(-34,7%), PS -22 (-29,3%)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(-38,5%),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0 (0,0%),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