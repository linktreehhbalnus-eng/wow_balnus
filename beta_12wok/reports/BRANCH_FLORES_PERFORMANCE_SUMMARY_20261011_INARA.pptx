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86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1.235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 / 129 (43,4%)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 / 63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70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143 (7,0%)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45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50 (12,0%)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72 | MoM -16,3%
PS: 69 | MoM -10,4%
• Junior
  RE: 59 | Active 45,7% | MoM -18,1%
  PS: 56 | Active 43,4% | MoM -11,1%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2
• Grapari Ende: PS +20,0%, Gap 3
• Grapari Kalabahi: PS +10,0%, Gap 1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+66,7%, Gap 4
• Grapari Ruteng: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-35 (-34,7%), PS -22 (-29,3%)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-5 (-38,5%),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0 (0,0%),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