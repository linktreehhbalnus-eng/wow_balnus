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165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152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2.725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128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 / 145 (56,6%)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145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54 (7,4%)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148 | MoM -10,3%
PS: 145 | MoM -4,6%
• Performer
  RE: 1 | Active 100,0% | MoM 0,0%
  PS: 1 | Active 100,0% | MoM 0,0%
• Junior
  RE: 125 | Active 59,5% | MoM -10,7%
  PS: 121 | Active 57,6% | MoM 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-9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-56,0%, Gap -14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-101 (-19,6%), PS -59 (-15,1%)
• Sumbawa Barat: RE -48 (-30,2%), PS -13 (-13,1%)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(-15,0%), PS -7 (-58,3%)
• Lombok: RE 6 (+22,2%), PS -3 (-14,3%)
• Sumbawa Barat: RE -9 (-69,2%),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(-33,3%),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