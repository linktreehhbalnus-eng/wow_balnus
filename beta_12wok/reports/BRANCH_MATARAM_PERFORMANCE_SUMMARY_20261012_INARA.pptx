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155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2.725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121 / 210 (57,6%)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-5,5%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145 / 237 (61,2%)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-4,6%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 / 128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 / 145 (56,6%)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35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38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47 (74,5%)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54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210 (2,9%)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237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-36,8%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128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145 (4,8%)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38 (2,6%)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47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54 (7,4%)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148 | MoM -10,3%
PS: 145 | MoM -4,6%
• Performer
  RE: 1 | Active 100,0% | MoM 0,0%
  PS: 1 | Active 100,0% | MoM 0,0%
• Junior
  RE: 125 | Active 59,5% | MoM -10,7%
  PS: 121 | Active 57,6% | MoM -5,5%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-14,3%
  PS: 13 | Active 81,2%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-50,0%, Gap -9
• Grapari Dompu: PS +60,0%, Gap 3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-56,0%, Gap -14
• Grapari Sumbawa: PS -66,7%, Gap -4
• Grapari Taliwang: PS +600,0%,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-101 (-19,6%), PS -59 (-15,1%)
• Sumbawa Barat: RE -48 (-30,2%), PS -13 (-13,1%)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(-15,0%), PS -7 (-58,3%)
• Lombok: RE 6 (+22,2%), PS -3 (-14,3%)
• Sumbawa Barat: RE -9 (-69,2%),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(-33,3%), PS -1 (-16,7%)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(-50,0%),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SPARNOP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SPDROOP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SPTLU36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SPTLU36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SUJANA MULYANA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SPUMN31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