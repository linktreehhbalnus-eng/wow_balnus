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2.102,5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1.765,7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165   Δ -17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152   Δ -7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155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2.725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121 / 210 (57,6%)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-5,5% | Turun 69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145 / 237 (61,2%)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-4,6% | Turun 81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68 / 128 (53,1%)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82 / 145 (56,6%)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-5,7%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35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38 (55,3%)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47 (74,5%)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54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600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210 (2,9%)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69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 / 237 (5,1%)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-36,8% | Turun 81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128 (3,1%)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-55,6%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145 (4,8%)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38 (2,6%)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47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54 (7,4%)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8.997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148 | MoM -10,3%
PS: 145 | MoM -4,6%
• Performer
  RE: 1 | Active 100,0% | MoM 0,0%
  PS: 1 | Active 100,0% | MoM 0,0%
• Junior
  RE: 125 | Active 59,5% | MoM -10,7%
  PS: 121 | Active 57,6% | MoM -5,5%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-14,3%
  PS: 13 | Active 81,2% | MoM 0,0%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-50,0%, Gap -9
• Grapari Dompu: PS +60,0%, Gap 3
• Grapari Lombok Timur: PS -100,0%, Gap -1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-56,0%, Gap -14
• Grapari Sumbawa: PS -66,7%, Gap -4
• Grapari Taliwang: PS +600,0%, Gap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-101 (-19,6%), PS -59 (-15,1%)
• Sumbawa Barat: RE -48 (-30,2%), PS -13 (-13,1%)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(-15,0%), PS -7 (-58,3%)
• Lombok: RE 6 (+22,2%), PS -3 (-14,3%)
• Sumbawa Barat: RE -9 (-69,2%), PS -3 (-42,9%)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(-33,3%), PS -1 (-16,7%)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(-50,0%),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WAN ARNOP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SPARNOP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ADY SYAHRIAL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YUNIARTI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SPDROOP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SPTLU36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HIDAYATULLAH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SPTLU36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SUJANA MULYANA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SPUMN31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44 | MoM +13.6%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 / +3.0%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11,424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34,107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44.5%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41.3%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34.3%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35.4%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27.9%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30.1%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24.0%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42.2%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20.7%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33.0%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28.5%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22.5%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20.7%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25.2%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1,051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23.5%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14.0%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12.9%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10.3%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26.9%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22.9%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16.9%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17.2%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15.3%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10.3%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10.8%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