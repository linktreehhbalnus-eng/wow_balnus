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1.564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85 / 143 (59,4%)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96 / 156 (61,5%)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57 (73,7%)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64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56 (51,8%)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60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30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32 (46,9%)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156 (5,1%)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57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64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56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60 (3,3%)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104 | MoM +8,3%
PS: 96 | MoM +3,2%
• Junior
  RE: 92 | Active 64,3% | MoM +8,2%
  PS: 85 | Active 59,4% | MoM +2,4%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7 | Active 77,8% | MoM +16,7%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-50,0%, Gap -1
• Grapari Kefamenanu: PS -40,0%, Gap -2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-50,0%, Gap -1
• Grapari Soe: PS 0,0%, Gap 0
• Grapari Waikabubak: PS +400,0%, Gap 4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-10 (-8,9%), PS -20 (-19,8%)
• Malaka Timtim Belu: RE -3 (-2,0%), PS -14 (-11,4%)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 (-12,5%), PS -3 (-75,0%)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SPRAF16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Imelda Fridolyn Lende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IME8270714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26.50% | MoM +0.71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-68.62 pp | Rp-10.59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328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26.24%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25.56% | MoM +0.68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5472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Rp4.20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Rp4.10 M | MoM +2.4%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616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54480"/>
          <a:ext cx="1154886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27.21%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26.24%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-68.62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Rp-10.59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30.34%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29.25%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Rp2.61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-65.49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Rp-5.64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21.64%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20.85%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Rp836.1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-74.19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25.40%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24.79%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Rp754.8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-70.43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023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315968"/>
          <a:ext cx="1154886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80851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45.28% / -4.32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48.97% / -0.38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38.75% / -7.41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47.58% / -8.41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29.65% / +3.00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30.87% / +0.53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22.40% / +3.80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38.68% / +4.84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22.31% / +0.56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23.90% / +0.53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19.64% / +1.28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24.13% / -0.95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22.90% / +1.47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26.22% / +2.29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17.94% / +1.11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23.69% / +0.56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20.75% / +0.35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23.08% / +0.49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16.18% / +0.12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21.30% / +0.67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29.63% / +0.67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32.72% / +0.84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24.48% / -0.09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25.59% / +0.92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15 | MoM +26.7%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