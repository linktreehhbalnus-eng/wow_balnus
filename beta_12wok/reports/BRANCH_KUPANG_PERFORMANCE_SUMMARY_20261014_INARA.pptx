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96   Δ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1.564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85 / 143 (59,4%)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 / 156 (61,5%)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+1,1%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57 (73,7%)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64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56 (51,8%)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30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32 (46,9%)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156 (5,1%)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60 (3,3%)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104 | MoM +8,3%
PS: 96 | MoM +3,2%
• Junior
  RE: 92 | Active 64,3% | MoM +8,2%
  PS: 85 | Active 59,4% | MoM +2,4%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7 | Active 77,8% | MoM +16,7%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-50,0%, Gap -1
• Grapari Kefamenanu: PS -40,0%, Gap -2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-50,0%, Gap -1
• Grapari Soe: PS 0,0%, Gap 0
• Grapari Waikabubak: PS +400,0%, Gap 4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-10 (-8,9%), PS -20 (-19,8%)
• Malaka Timtim Belu: RE -3 (-2,0%), PS -14 (-11,4%)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 (-12,5%), PS -3 (-75,0%)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SPRAF16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24.93%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28.89% | MoM -3.96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-70.90 pp | Rp-10.95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24.15%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27.77% | MoM -3.62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Rp3.85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Rp4.47 M | MoM -14.0%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Rp-10.95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Rp-2.15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42.53% / -10.60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45.97% / -5.78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35.50% / -13.59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45.98% / -17.21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27.61% / -1.04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28.91% / -2.73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20.79% / -0.53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35.76% / -0.28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20.49% / -3.67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22.10% / -3.39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17.69% / -3.34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22.49% / -5.14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21.29% / -2.06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24.72% / -1.14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16.23% / -2.57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22.00% / -2.98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19.02% / -3.13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21.25% / -3.04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14.73% / -3.13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19.42% / -3.02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27.04% / -4.54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29.88% / -4.80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22.30% / -4.63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23.39% / -3.67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