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32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104 | MoM +8,3%
PS: 96 | MoM +3,2%
• Junior
  RE: 92 | Active 64,3% | MoM +8,2%
  PS: 85 | Active 59,4%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+16,7%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+400,0%, Gap 4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-10 (-8,9%), PS -20 (-19,8%)
• Malaka Timtim Belu: RE -3 (-2,0%), PS -14 (-11,4%)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(-12,5%), PS -3 (-75,0%)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26.50% | MoM +0.71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-68.62 pp | Rp-10.59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26.24%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25.56% | MoM +0.68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Rp4.20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Rp4.10 M | MoM +2.4%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48.97% / -0.38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38.75% / -7.41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47.58% / -8.41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30.87%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22.40% / +3.80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38.68% / +4.84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23.90%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19.64%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24.13%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26.22% / +2.29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23.69%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23.08% / +0.49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16.18%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21.30%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32.72% / +0.84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24.48% / -0.09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25.59%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15 | MoM +26.7%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