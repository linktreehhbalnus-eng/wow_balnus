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21.0</c:v>
                </c:pt>
                <c:pt idx="1">
                  <c:v>22.0</c:v>
                </c:pt>
                <c:pt idx="2">
                  <c:v>16.0</c:v>
                </c:pt>
                <c:pt idx="3">
                  <c:v>11.0</c:v>
                </c:pt>
                <c:pt idx="4">
                  <c:v>33.0</c:v>
                </c:pt>
                <c:pt idx="5">
                  <c:v>37.0</c:v>
                </c:pt>
                <c:pt idx="6">
                  <c:v>35.0</c:v>
                </c:pt>
                <c:pt idx="7">
                  <c:v>32.0</c:v>
                </c:pt>
                <c:pt idx="8">
                  <c:v>27.0</c:v>
                </c:pt>
                <c:pt idx="9">
                  <c:v>22.0</c:v>
                </c:pt>
                <c:pt idx="10">
                  <c:v>13.0</c:v>
                </c:pt>
                <c:pt idx="11">
                  <c:v>23.0</c:v>
                </c:pt>
                <c:pt idx="12">
                  <c:v>30.0</c:v>
                </c:pt>
                <c:pt idx="13">
                  <c:v>31.0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10.0</c:v>
                </c:pt>
                <c:pt idx="1">
                  <c:v>11.0</c:v>
                </c:pt>
                <c:pt idx="2">
                  <c:v>9.0</c:v>
                </c:pt>
                <c:pt idx="3">
                  <c:v>4.0</c:v>
                </c:pt>
                <c:pt idx="4">
                  <c:v>14.0</c:v>
                </c:pt>
                <c:pt idx="5">
                  <c:v>18.0</c:v>
                </c:pt>
                <c:pt idx="6">
                  <c:v>19.0</c:v>
                </c:pt>
                <c:pt idx="7">
                  <c:v>16.0</c:v>
                </c:pt>
                <c:pt idx="8">
                  <c:v>11.0</c:v>
                </c:pt>
                <c:pt idx="9">
                  <c:v>11.0</c:v>
                </c:pt>
                <c:pt idx="10">
                  <c:v>5.0</c:v>
                </c:pt>
                <c:pt idx="11">
                  <c:v>12.0</c:v>
                </c:pt>
                <c:pt idx="12">
                  <c:v>10.0</c:v>
                </c:pt>
                <c:pt idx="13">
                  <c:v>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Sheet1!$D$2:$D$15</c:f>
              <c:numCache>
                <c:formatCode>General</c:formatCode>
                <c:ptCount val="14"/>
                <c:pt idx="0">
                  <c:v>6.0</c:v>
                </c:pt>
                <c:pt idx="1">
                  <c:v>7.0</c:v>
                </c:pt>
                <c:pt idx="2">
                  <c:v>3.0</c:v>
                </c:pt>
                <c:pt idx="3">
                  <c:v>5.0</c:v>
                </c:pt>
                <c:pt idx="4">
                  <c:v>13.0</c:v>
                </c:pt>
                <c:pt idx="5">
                  <c:v>11.0</c:v>
                </c:pt>
                <c:pt idx="6">
                  <c:v>10.0</c:v>
                </c:pt>
                <c:pt idx="7">
                  <c:v>10.0</c:v>
                </c:pt>
                <c:pt idx="8">
                  <c:v>10.0</c:v>
                </c:pt>
                <c:pt idx="9">
                  <c:v>6.0</c:v>
                </c:pt>
                <c:pt idx="10">
                  <c:v>4.0</c:v>
                </c:pt>
                <c:pt idx="11">
                  <c:v>5.0</c:v>
                </c:pt>
                <c:pt idx="12">
                  <c:v>14.0</c:v>
                </c:pt>
                <c:pt idx="13">
                  <c:v>14.0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Sheet1!$E$2:$E$15</c:f>
              <c:numCache>
                <c:formatCode>General</c:formatCode>
                <c:ptCount val="14"/>
                <c:pt idx="0">
                  <c:v>5.0</c:v>
                </c:pt>
                <c:pt idx="1">
                  <c:v>4.0</c:v>
                </c:pt>
                <c:pt idx="2">
                  <c:v>4.0</c:v>
                </c:pt>
                <c:pt idx="3">
                  <c:v>2.0</c:v>
                </c:pt>
                <c:pt idx="4">
                  <c:v>6.0</c:v>
                </c:pt>
                <c:pt idx="5">
                  <c:v>8.0</c:v>
                </c:pt>
                <c:pt idx="6">
                  <c:v>6.0</c:v>
                </c:pt>
                <c:pt idx="7">
                  <c:v>6.0</c:v>
                </c:pt>
                <c:pt idx="8">
                  <c:v>6.0</c:v>
                </c:pt>
                <c:pt idx="9">
                  <c:v>5.0</c:v>
                </c:pt>
                <c:pt idx="10">
                  <c:v>4.0</c:v>
                </c:pt>
                <c:pt idx="11">
                  <c:v>6.0</c:v>
                </c:pt>
                <c:pt idx="12">
                  <c:v>6.0</c:v>
                </c:pt>
                <c:pt idx="13">
                  <c:v>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18.0</c:v>
                </c:pt>
                <c:pt idx="1">
                  <c:v>16.0</c:v>
                </c:pt>
                <c:pt idx="2">
                  <c:v>16.0</c:v>
                </c:pt>
                <c:pt idx="3">
                  <c:v>14.0</c:v>
                </c:pt>
                <c:pt idx="4">
                  <c:v>22.0</c:v>
                </c:pt>
                <c:pt idx="5">
                  <c:v>25.0</c:v>
                </c:pt>
                <c:pt idx="6">
                  <c:v>25.0</c:v>
                </c:pt>
                <c:pt idx="7">
                  <c:v>25.0</c:v>
                </c:pt>
                <c:pt idx="8">
                  <c:v>24.0</c:v>
                </c:pt>
                <c:pt idx="9">
                  <c:v>21.0</c:v>
                </c:pt>
                <c:pt idx="10">
                  <c:v>9.0</c:v>
                </c:pt>
                <c:pt idx="11">
                  <c:v>25.0</c:v>
                </c:pt>
                <c:pt idx="12">
                  <c:v>25.0</c:v>
                </c:pt>
                <c:pt idx="13">
                  <c:v>23.0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7.0</c:v>
                </c:pt>
                <c:pt idx="1">
                  <c:v>7.0</c:v>
                </c:pt>
                <c:pt idx="2">
                  <c:v>7.0</c:v>
                </c:pt>
                <c:pt idx="3">
                  <c:v>7.0</c:v>
                </c:pt>
                <c:pt idx="4">
                  <c:v>12.0</c:v>
                </c:pt>
                <c:pt idx="5">
                  <c:v>11.0</c:v>
                </c:pt>
                <c:pt idx="6">
                  <c:v>17.0</c:v>
                </c:pt>
                <c:pt idx="7">
                  <c:v>13.0</c:v>
                </c:pt>
                <c:pt idx="8">
                  <c:v>11.0</c:v>
                </c:pt>
                <c:pt idx="9">
                  <c:v>9.0</c:v>
                </c:pt>
                <c:pt idx="10">
                  <c:v>6.0</c:v>
                </c:pt>
                <c:pt idx="11">
                  <c:v>11.0</c:v>
                </c:pt>
                <c:pt idx="12">
                  <c:v>9.0</c:v>
                </c:pt>
                <c:pt idx="13">
                  <c:v>12.0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Sheet1!$D$2:$D$15</c:f>
              <c:numCache>
                <c:formatCode>General</c:formatCode>
                <c:ptCount val="14"/>
                <c:pt idx="0">
                  <c:v>6.0</c:v>
                </c:pt>
                <c:pt idx="1">
                  <c:v>6.0</c:v>
                </c:pt>
                <c:pt idx="2">
                  <c:v>4.0</c:v>
                </c:pt>
                <c:pt idx="3">
                  <c:v>6.0</c:v>
                </c:pt>
                <c:pt idx="4">
                  <c:v>6.0</c:v>
                </c:pt>
                <c:pt idx="5">
                  <c:v>9.0</c:v>
                </c:pt>
                <c:pt idx="6">
                  <c:v>6.0</c:v>
                </c:pt>
                <c:pt idx="7">
                  <c:v>8.0</c:v>
                </c:pt>
                <c:pt idx="8">
                  <c:v>7.0</c:v>
                </c:pt>
                <c:pt idx="9">
                  <c:v>7.0</c:v>
                </c:pt>
                <c:pt idx="10">
                  <c:v>2.0</c:v>
                </c:pt>
                <c:pt idx="11">
                  <c:v>5.0</c:v>
                </c:pt>
                <c:pt idx="12">
                  <c:v>11.0</c:v>
                </c:pt>
                <c:pt idx="13">
                  <c:v>5.0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Sheet1!$E$2:$E$15</c:f>
              <c:numCache>
                <c:formatCode>General</c:formatCode>
                <c:ptCount val="14"/>
                <c:pt idx="0">
                  <c:v>5.0</c:v>
                </c:pt>
                <c:pt idx="1">
                  <c:v>3.0</c:v>
                </c:pt>
                <c:pt idx="2">
                  <c:v>6.0</c:v>
                </c:pt>
                <c:pt idx="3">
                  <c:v>1.0</c:v>
                </c:pt>
                <c:pt idx="4">
                  <c:v>4.0</c:v>
                </c:pt>
                <c:pt idx="5">
                  <c:v>5.0</c:v>
                </c:pt>
                <c:pt idx="6">
                  <c:v>2.0</c:v>
                </c:pt>
                <c:pt idx="7">
                  <c:v>4.0</c:v>
                </c:pt>
                <c:pt idx="8">
                  <c:v>6.0</c:v>
                </c:pt>
                <c:pt idx="9">
                  <c:v>5.0</c:v>
                </c:pt>
                <c:pt idx="10">
                  <c:v>1.0</c:v>
                </c:pt>
                <c:pt idx="11">
                  <c:v>9.0</c:v>
                </c:pt>
                <c:pt idx="12">
                  <c:v>5.0</c:v>
                </c:pt>
                <c:pt idx="13">
                  <c:v>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1.511,8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37,0%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1.227,8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34,1%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808,8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-6,4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38,3%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36,8%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40,9%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180,4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 Daya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152 → 156  (+2,6%)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96   Δ 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+3,2%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93   Δ 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59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1.564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1.564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9 (77,8%)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+16,7%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85 / 143 (59,4%)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96 / 156 (61,5%)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+1,1% | Turun 52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 / 57 (73,7%)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48 / 64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+6,7%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 / 56 (51,8%)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-3,3%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 / 60 (55,0%)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 / 30 (46,7%)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-6,7%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 / 32 (46,9%)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-11,8%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323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-31,9%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370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143 (4,2%)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+50,0% | Turun 48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 / 156 (5,1%)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+33,3% | Turun 52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57 (5,3%)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64 (4,7%)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56 (1,8%)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60 (3,3%)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30 (6,7%)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32 (9,4%)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2.229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22,3%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186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+69,9%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104 | MoM +8,3%
PS: 96 | MoM +3,2%
• Junior
  RE: 92 | Active 64,3% | MoM +8,2%
  PS: 85 | Active 59,4% | MoM +2,4%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8 | Active 88,9% | MoM +14,3%
  PS: 7 | Active 77,8% | MoM +16,7%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-50,0%, Gap -1
• Grapari Baa Rote: PS -50,0%, Gap -1
• Grapari Kefamenanu: PS -40,0%, Gap -2
• Grapari Kupang: PS 0,0%, Gap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-50,0%, Gap -1
• Grapari Soe: PS 0,0%, Gap 0
• Grapari Waikabubak: PS +400,0%, Gap 4
• Grapari Waingapu: PS -25,0%,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-10 (-8,9%), PS -20 (-19,8%)
• Malaka Timtim Belu: RE -3 (-2,0%), PS -14 (-11,4%)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-1 (-12,5%), PS -3 (-75,0%)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Malaka Timtim Belu: RE -2 (-100,0%), PS -2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SPNLU74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THOMAS A.BAYU P.KANTHIKA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SPBAK47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RAFIKI ABDURAHMAN PUA JENDO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SPRAF16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JILDER FINA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SPXXJF19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OKTAVIANUS SERAN LUAN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SPEKA14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DJORGHY RIZALDHY GA LONI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DJO4406952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DEL6256816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SPSEK85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ABDIL RAHMAN MUSA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SPUHH88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SPXLDA74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Veronika Birina Dos Santos soares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VER2090285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DEL6256816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SPSEK85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Septania Rice Dapawole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SEP5137402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Imelda Fridolyn Lende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IME8270714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JAMES RICHARTUS YEFERSON BANU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JAM3016480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2026-10-14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27.21%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26.50% | MoM +0.71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95.83%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-68.62 pp | Rp-10.59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26.24%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25.56% | MoM +0.68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Rp4.20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Rp4.10 M | MoM +2.4%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Rp15.44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-0.3%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27.21%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+0.71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26.24%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+0.68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Rp4.20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-68.62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Rp-10.59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30.34%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+0.90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29.25%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+0.88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Rp2.61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-65.49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Rp-5.64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21.64%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20.85%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+0.54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Rp836.1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-74.19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Rp-2.87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25.40%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+0.82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24.79%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Rp754.8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+4.1%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-70.43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Rp-2.09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45.28% / -4.32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48.97% / -0.38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38.75% / -7.41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47.58% / -8.41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29.65% / +3.00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30.87% / +0.53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22.40% / +3.80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38.68% / +4.84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22.31% / +0.56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23.90% / +0.53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19.64% / +1.28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24.13% / -0.95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22.90% / +1.47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26.22% / +2.29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17.94% / +1.11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23.69% / +0.56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20.75% / +0.35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23.08% / +0.49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16.18% / +0.12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21.30% / +0.67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29.63% / +0.67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32.72% / +0.84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24.48% / -0.09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25.59% / +0.92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2026-10-14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19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15 | MoM +26.7%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-20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+4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17 / +54.5%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 / +25.0%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 / +66.7%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15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28,881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5,656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19.6%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23,225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943 / 48.4%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951 / 34.7%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1,104 / 30.0%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1,284 / 23.6%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1,369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1,342 / 21.9%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408 / 53.4%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443 / 36.6%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498 / 30.5%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591 / 26.1%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636 / 21.7%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643 / 21.3%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308 / 40.6%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303 / 27.1%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373 / 21.7%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480 / 19.0%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522 / 19.9%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479 / 22.3%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227 / 49.8%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205 / 42.0%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233 / 42.1%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213 / 27.2%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211 / 24.2%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220 / 22.7%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1,509 / 21.1%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1,276 / 22.1%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1,088 / 21.3%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1,063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1,247 / 19.6%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700 / 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596 / 23.7%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575 / 26.1%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554 / 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597 / 23.6%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672 / 20.7%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562 / 18.0%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463 / 16.6%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463 / 18.4%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18.7%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291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350 / 15.1%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247 / 24.3%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217 / 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208 / 17.8%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170 / 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225 / 23.6%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15.6%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1,273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1,295 / 14.4%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1,163 / 15.4%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1,132 / 14.5%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629 / 16.4%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709 / 17.6%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603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703 / 14.4%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621 / 16.3%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644 / 13.8%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352 / 14.2%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367 / 15.5%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386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372 / 12.6%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309 / 12.6%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314 / 13.4%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221 / 15.4%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197 / 17.8%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213 / 20.7%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220 / 17.7%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233 / 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174 / 19.0%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1,262 / 13.4%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1,180 / 13.9%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1,207 / 15.2%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12.2%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1,227 / 11.9%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1,070 / 12.0%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685 / 14.6%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678 / 15.6%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700 / 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682 / 14.4%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698 / 12.8%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649 / 12.6%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359 / 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10.6%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305 / 11.8%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374 / 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240 / 10.8%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218 / 17.4%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191 / 13.1%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202 / 15.3%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190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173 / 13.3%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181 / 11.1%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