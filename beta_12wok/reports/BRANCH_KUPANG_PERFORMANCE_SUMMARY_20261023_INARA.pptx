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21.0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37.0</c:v>
                </c:pt>
                <c:pt idx="6">
                  <c:v>35.0</c:v>
                </c:pt>
                <c:pt idx="7">
                  <c:v>32.0</c:v>
                </c:pt>
                <c:pt idx="8">
                  <c:v>27.0</c:v>
                </c:pt>
                <c:pt idx="9">
                  <c:v>22.0</c:v>
                </c:pt>
                <c:pt idx="10">
                  <c:v>13.0</c:v>
                </c:pt>
                <c:pt idx="11">
                  <c:v>23.0</c:v>
                </c:pt>
                <c:pt idx="12">
                  <c:v>30.0</c:v>
                </c:pt>
                <c:pt idx="13">
                  <c:v>31.0</c:v>
                </c:pt>
                <c:pt idx="14">
                  <c:v>33.0</c:v>
                </c:pt>
                <c:pt idx="15">
                  <c:v>30.0</c:v>
                </c:pt>
                <c:pt idx="16">
                  <c:v>26.0</c:v>
                </c:pt>
                <c:pt idx="17">
                  <c:v>11.0</c:v>
                </c:pt>
                <c:pt idx="18">
                  <c:v>39.0</c:v>
                </c:pt>
                <c:pt idx="19">
                  <c:v>34.0</c:v>
                </c:pt>
                <c:pt idx="20">
                  <c:v>29.0</c:v>
                </c:pt>
                <c:pt idx="21">
                  <c:v>35.0</c:v>
                </c:pt>
                <c:pt idx="22">
                  <c:v>26.0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10.0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18.0</c:v>
                </c:pt>
                <c:pt idx="6">
                  <c:v>19.0</c:v>
                </c:pt>
                <c:pt idx="7">
                  <c:v>16.0</c:v>
                </c:pt>
                <c:pt idx="8">
                  <c:v>11.0</c:v>
                </c:pt>
                <c:pt idx="9">
                  <c:v>11.0</c:v>
                </c:pt>
                <c:pt idx="10">
                  <c:v>5.0</c:v>
                </c:pt>
                <c:pt idx="11">
                  <c:v>12.0</c:v>
                </c:pt>
                <c:pt idx="12">
                  <c:v>10.0</c:v>
                </c:pt>
                <c:pt idx="13">
                  <c:v>9.0</c:v>
                </c:pt>
                <c:pt idx="14">
                  <c:v>13.0</c:v>
                </c:pt>
                <c:pt idx="15">
                  <c:v>13.0</c:v>
                </c:pt>
                <c:pt idx="16">
                  <c:v>14.0</c:v>
                </c:pt>
                <c:pt idx="17">
                  <c:v>4.0</c:v>
                </c:pt>
                <c:pt idx="18">
                  <c:v>20.0</c:v>
                </c:pt>
                <c:pt idx="19">
                  <c:v>11.0</c:v>
                </c:pt>
                <c:pt idx="20">
                  <c:v>17.0</c:v>
                </c:pt>
                <c:pt idx="21">
                  <c:v>16.0</c:v>
                </c:pt>
                <c:pt idx="22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Sheet1!$D$2:$D$24</c:f>
              <c:numCache>
                <c:formatCode>General</c:formatCode>
                <c:ptCount val="23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  <c:pt idx="7">
                  <c:v>10.0</c:v>
                </c:pt>
                <c:pt idx="8">
                  <c:v>10.0</c:v>
                </c:pt>
                <c:pt idx="9">
                  <c:v>6.0</c:v>
                </c:pt>
                <c:pt idx="10">
                  <c:v>4.0</c:v>
                </c:pt>
                <c:pt idx="11">
                  <c:v>5.0</c:v>
                </c:pt>
                <c:pt idx="12">
                  <c:v>14.0</c:v>
                </c:pt>
                <c:pt idx="13">
                  <c:v>14.0</c:v>
                </c:pt>
                <c:pt idx="14">
                  <c:v>14.0</c:v>
                </c:pt>
                <c:pt idx="15">
                  <c:v>11.0</c:v>
                </c:pt>
                <c:pt idx="16">
                  <c:v>7.0</c:v>
                </c:pt>
                <c:pt idx="17">
                  <c:v>4.0</c:v>
                </c:pt>
                <c:pt idx="18">
                  <c:v>13.0</c:v>
                </c:pt>
                <c:pt idx="19">
                  <c:v>13.0</c:v>
                </c:pt>
                <c:pt idx="20">
                  <c:v>10.0</c:v>
                </c:pt>
                <c:pt idx="21">
                  <c:v>13.0</c:v>
                </c:pt>
                <c:pt idx="22">
                  <c:v>15.0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Sheet1!$E$2:$E$24</c:f>
              <c:numCache>
                <c:formatCode>General</c:formatCode>
                <c:ptCount val="23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6.0</c:v>
                </c:pt>
                <c:pt idx="7">
                  <c:v>6.0</c:v>
                </c:pt>
                <c:pt idx="8">
                  <c:v>6.0</c:v>
                </c:pt>
                <c:pt idx="9">
                  <c:v>5.0</c:v>
                </c:pt>
                <c:pt idx="10">
                  <c:v>4.0</c:v>
                </c:pt>
                <c:pt idx="11">
                  <c:v>6.0</c:v>
                </c:pt>
                <c:pt idx="12">
                  <c:v>6.0</c:v>
                </c:pt>
                <c:pt idx="13">
                  <c:v>8.0</c:v>
                </c:pt>
                <c:pt idx="14">
                  <c:v>6.0</c:v>
                </c:pt>
                <c:pt idx="15">
                  <c:v>6.0</c:v>
                </c:pt>
                <c:pt idx="16">
                  <c:v>5.0</c:v>
                </c:pt>
                <c:pt idx="17">
                  <c:v>3.0</c:v>
                </c:pt>
                <c:pt idx="18">
                  <c:v>6.0</c:v>
                </c:pt>
                <c:pt idx="19">
                  <c:v>10.0</c:v>
                </c:pt>
                <c:pt idx="20">
                  <c:v>2.0</c:v>
                </c:pt>
                <c:pt idx="21">
                  <c:v>6.0</c:v>
                </c:pt>
                <c:pt idx="22">
                  <c:v>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18.0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25.0</c:v>
                </c:pt>
                <c:pt idx="6">
                  <c:v>25.0</c:v>
                </c:pt>
                <c:pt idx="7">
                  <c:v>25.0</c:v>
                </c:pt>
                <c:pt idx="8">
                  <c:v>24.0</c:v>
                </c:pt>
                <c:pt idx="9">
                  <c:v>21.0</c:v>
                </c:pt>
                <c:pt idx="10">
                  <c:v>9.0</c:v>
                </c:pt>
                <c:pt idx="11">
                  <c:v>25.0</c:v>
                </c:pt>
                <c:pt idx="12">
                  <c:v>25.0</c:v>
                </c:pt>
                <c:pt idx="13">
                  <c:v>23.0</c:v>
                </c:pt>
                <c:pt idx="14">
                  <c:v>31.0</c:v>
                </c:pt>
                <c:pt idx="15">
                  <c:v>22.0</c:v>
                </c:pt>
                <c:pt idx="16">
                  <c:v>19.0</c:v>
                </c:pt>
                <c:pt idx="17">
                  <c:v>13.0</c:v>
                </c:pt>
                <c:pt idx="18">
                  <c:v>29.0</c:v>
                </c:pt>
                <c:pt idx="19">
                  <c:v>34.0</c:v>
                </c:pt>
                <c:pt idx="20">
                  <c:v>28.0</c:v>
                </c:pt>
                <c:pt idx="21">
                  <c:v>25.0</c:v>
                </c:pt>
                <c:pt idx="22">
                  <c:v>29.0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7.0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11.0</c:v>
                </c:pt>
                <c:pt idx="6">
                  <c:v>17.0</c:v>
                </c:pt>
                <c:pt idx="7">
                  <c:v>13.0</c:v>
                </c:pt>
                <c:pt idx="8">
                  <c:v>11.0</c:v>
                </c:pt>
                <c:pt idx="9">
                  <c:v>9.0</c:v>
                </c:pt>
                <c:pt idx="10">
                  <c:v>6.0</c:v>
                </c:pt>
                <c:pt idx="11">
                  <c:v>11.0</c:v>
                </c:pt>
                <c:pt idx="12">
                  <c:v>9.0</c:v>
                </c:pt>
                <c:pt idx="13">
                  <c:v>12.0</c:v>
                </c:pt>
                <c:pt idx="14">
                  <c:v>10.0</c:v>
                </c:pt>
                <c:pt idx="15">
                  <c:v>7.0</c:v>
                </c:pt>
                <c:pt idx="16">
                  <c:v>11.0</c:v>
                </c:pt>
                <c:pt idx="17">
                  <c:v>6.0</c:v>
                </c:pt>
                <c:pt idx="18">
                  <c:v>15.0</c:v>
                </c:pt>
                <c:pt idx="19">
                  <c:v>12.0</c:v>
                </c:pt>
                <c:pt idx="20">
                  <c:v>17.0</c:v>
                </c:pt>
                <c:pt idx="21">
                  <c:v>10.0</c:v>
                </c:pt>
                <c:pt idx="22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Sheet1!$D$2:$D$24</c:f>
              <c:numCache>
                <c:formatCode>General</c:formatCode>
                <c:ptCount val="23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  <c:pt idx="7">
                  <c:v>8.0</c:v>
                </c:pt>
                <c:pt idx="8">
                  <c:v>7.0</c:v>
                </c:pt>
                <c:pt idx="9">
                  <c:v>7.0</c:v>
                </c:pt>
                <c:pt idx="10">
                  <c:v>2.0</c:v>
                </c:pt>
                <c:pt idx="11">
                  <c:v>5.0</c:v>
                </c:pt>
                <c:pt idx="12">
                  <c:v>11.0</c:v>
                </c:pt>
                <c:pt idx="13">
                  <c:v>5.0</c:v>
                </c:pt>
                <c:pt idx="14">
                  <c:v>13.0</c:v>
                </c:pt>
                <c:pt idx="15">
                  <c:v>11.0</c:v>
                </c:pt>
                <c:pt idx="16">
                  <c:v>2.0</c:v>
                </c:pt>
                <c:pt idx="17">
                  <c:v>4.0</c:v>
                </c:pt>
                <c:pt idx="18">
                  <c:v>9.0</c:v>
                </c:pt>
                <c:pt idx="19">
                  <c:v>13.0</c:v>
                </c:pt>
                <c:pt idx="20">
                  <c:v>7.0</c:v>
                </c:pt>
                <c:pt idx="21">
                  <c:v>11.0</c:v>
                </c:pt>
                <c:pt idx="22">
                  <c:v>13.0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Sheet1!$E$2:$E$24</c:f>
              <c:numCache>
                <c:formatCode>General</c:formatCode>
                <c:ptCount val="23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  <c:pt idx="8">
                  <c:v>6.0</c:v>
                </c:pt>
                <c:pt idx="9">
                  <c:v>5.0</c:v>
                </c:pt>
                <c:pt idx="10">
                  <c:v>1.0</c:v>
                </c:pt>
                <c:pt idx="11">
                  <c:v>9.0</c:v>
                </c:pt>
                <c:pt idx="12">
                  <c:v>5.0</c:v>
                </c:pt>
                <c:pt idx="13">
                  <c:v>6.0</c:v>
                </c:pt>
                <c:pt idx="14">
                  <c:v>8.0</c:v>
                </c:pt>
                <c:pt idx="15">
                  <c:v>4.0</c:v>
                </c:pt>
                <c:pt idx="16">
                  <c:v>6.0</c:v>
                </c:pt>
                <c:pt idx="17">
                  <c:v>3.0</c:v>
                </c:pt>
                <c:pt idx="18">
                  <c:v>5.0</c:v>
                </c:pt>
                <c:pt idx="19">
                  <c:v>9.0</c:v>
                </c:pt>
                <c:pt idx="20">
                  <c:v>4.0</c:v>
                </c:pt>
                <c:pt idx="21">
                  <c:v>4.0</c:v>
                </c:pt>
                <c:pt idx="22">
                  <c:v>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65,4%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66,8%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164  (+7,9%)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+14,7%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109   Δ 16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108   Δ 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69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2.204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+14,3%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105 / 151 (69,5%)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+6,1% | Turun 46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117 / 164 (71,3%)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+6,4% | Turun 52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 / 58 (81,0%)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+2,2%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 / 65 (81,5%)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+3,9%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 / 59 (69,5%)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+10,8%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45 / 63 (71,4%)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+9,8%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34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+6,2%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36 (52,8%)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+5,6%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578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655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9 (11,1%)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151 (12,6%)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22 / 164 (13,4%)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-4,3% | Turun 52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6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58 (15,5%)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+28,6%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65 (15,4%)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59 (8,5%)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63 (9,5%)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34 (14,7%)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36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2.274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22,6%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441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125 | MoM +14,7%
PS: 117 | MoM +8,3%
• Junior
  RE: 113 | Active 74,8% | MoM +15,3%
  PS: 105 | Active 69,5% | MoM +8,2%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8 | Active 88,9% | MoM +14,3%
  PS: 8 | Active 88,9% | MoM +14,3%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-33,3%, Gap -1
• Grapari Baa Rote: PS -66,7%, Gap -2
• Grapari Kefamenanu: PS 0,0%, Gap 0
• Grapari Kupang: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-75,0%, Gap -3
• Grapari Soe: PS -60,0%, Gap -3
• Grapari Waikabubak: PS +133,3%, Gap 4
• Grapari Waingapu: PS -20,0%,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-27 (-13,7%), PS -32 (-18,9%)
• Malaka Timtim Belu: RE 18 (+7,0%), PS -5 (-2,3%)
• Unknown: RE -1 (-100,0%), PS -1 (-100,0%)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0 (0,0%), PS -4 (-66,7%)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Rote: RE -1 (-25,0%), PS -2 (-66,7%)
• Malaka Timtim Belu: RE -2 (-100,0%),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176,4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Herti valentia pade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HER1812009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JOE4357109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SPBAK47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JOE4357109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EMRIS FERDINAND KALE DJOH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EMR3927543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ALDIAN YULEX LAYBOIS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SPYSI61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Veronika Birina Dos Santos soares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VER2090285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10/22/2026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85.32%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86.58% | MoM -1.25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95.83%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-10.51 pp | Rp-1.62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84.15%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85.34% | MoM -1.19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Rp13.17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Rp13.41 M | MoM -1.7%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Rp15.44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85.32%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84.15%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-1.19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Rp13.17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-10.51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Rp-1.62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87.05%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-1.01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85.87%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-0.94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Rp7.49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-8.78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Rp-755.2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82.12%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-1.44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80.85%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-1.32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Rp3.17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-13.71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Rp-529.8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84.48%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-1.69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83.65%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-1.69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Rp2.51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-11.35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Rp-337.2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90.21% / +0.77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91.70% / +0.76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88.28% / +2.13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90.15% / -1.32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81.91% / +3.28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83.08% / +2.14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77.70% / +4.85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86.13% / +1.55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76.06% / -2.74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78.32% / -1.21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74.11% / -3.26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74.28% / -5.73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78.72% / -2.70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80.42% / -1.63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76.06% / -3.13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79.38% / -4.44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80.65% / -2.03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81.62% / -2.64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78.45% / -2.26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81.36% / +0.22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88.61% / -1.00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89.88% / -0.77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86.80% / -1.10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86.65% / -1.60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10/21/2026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25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30 | MoM -16.7%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-5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-14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22 / -8.3%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14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 / 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23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28,881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17,308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59.9%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11,573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90.5%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86.2%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76.9%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72.6%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70.6%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69.1%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408 / 91.7%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87.6%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498 / 77.5%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591 / 75.8%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72.2%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643 / 66.6%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308 / 89.3%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303 / 80.9%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373 / 73.5%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480 / 68.3%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522 / 68.0%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479 / 72.4%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227 / 89.9%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205 / 91.2%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81.1%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73.2%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72.5%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69.1%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68.3%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67.9%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60.5%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69.0%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596 / 67.1%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68.5%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554 / 62.3%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597 / 62.6%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58.0%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562 / 65.1%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67.6%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66.3%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62.4%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291 / 62.5%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60.3%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70.5%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217 / 73.3%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208 / 69.7%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68.8%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 / 66.9%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225 / 68.0%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58.3%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57.3%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56.2%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49.7%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48.3%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51.9%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629 / 55.8%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53.9%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603 / 53.4%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703 / 46.5%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621 / 45.4%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644 / 46.1%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352 / 59.7%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367 / 58.0%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386 / 57.2%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372 / 52.1%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309 / 53.1%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314 / 55.7%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63.4%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197 / 68.5%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62.0%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55.9%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49.8%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174 / 66.1%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46.5%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47.9%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42.5%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42.1%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39.2%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46.3%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678 / 45.1%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48.6%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44.1%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698 / 41.4%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649 / 40.7%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49.0%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50.8%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305 / 44.3%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374 / 35.3%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41.3%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240 / 34.6%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218 / 54.1%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44.5%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202 / 51.0%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190 / 51.0%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173 / 46.8%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181 / 39.8%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