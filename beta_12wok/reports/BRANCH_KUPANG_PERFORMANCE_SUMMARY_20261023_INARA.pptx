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  <c:pt idx="18">
                  <c:v>39.0</c:v>
                </c:pt>
                <c:pt idx="19">
                  <c:v>34.0</c:v>
                </c:pt>
                <c:pt idx="20">
                  <c:v>29.0</c:v>
                </c:pt>
                <c:pt idx="21">
                  <c:v>35.0</c:v>
                </c:pt>
                <c:pt idx="22">
                  <c:v>26.0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  <c:pt idx="18">
                  <c:v>20.0</c:v>
                </c:pt>
                <c:pt idx="19">
                  <c:v>11.0</c:v>
                </c:pt>
                <c:pt idx="20">
                  <c:v>17.0</c:v>
                </c:pt>
                <c:pt idx="21">
                  <c:v>16.0</c:v>
                </c:pt>
                <c:pt idx="22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  <c:pt idx="18">
                  <c:v>13.0</c:v>
                </c:pt>
                <c:pt idx="19">
                  <c:v>13.0</c:v>
                </c:pt>
                <c:pt idx="20">
                  <c:v>10.0</c:v>
                </c:pt>
                <c:pt idx="21">
                  <c:v>13.0</c:v>
                </c:pt>
                <c:pt idx="22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  <c:pt idx="18">
                  <c:v>6.0</c:v>
                </c:pt>
                <c:pt idx="19">
                  <c:v>10.0</c:v>
                </c:pt>
                <c:pt idx="20">
                  <c:v>2.0</c:v>
                </c:pt>
                <c:pt idx="21">
                  <c:v>6.0</c:v>
                </c:pt>
                <c:pt idx="22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  <c:pt idx="18">
                  <c:v>29.0</c:v>
                </c:pt>
                <c:pt idx="19">
                  <c:v>34.0</c:v>
                </c:pt>
                <c:pt idx="20">
                  <c:v>28.0</c:v>
                </c:pt>
                <c:pt idx="21">
                  <c:v>25.0</c:v>
                </c:pt>
                <c:pt idx="22">
                  <c:v>29.0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  <c:pt idx="18">
                  <c:v>15.0</c:v>
                </c:pt>
                <c:pt idx="19">
                  <c:v>12.0</c:v>
                </c:pt>
                <c:pt idx="20">
                  <c:v>17.0</c:v>
                </c:pt>
                <c:pt idx="21">
                  <c:v>10.0</c:v>
                </c:pt>
                <c:pt idx="22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  <c:pt idx="18">
                  <c:v>9.0</c:v>
                </c:pt>
                <c:pt idx="19">
                  <c:v>13.0</c:v>
                </c:pt>
                <c:pt idx="20">
                  <c:v>7.0</c:v>
                </c:pt>
                <c:pt idx="21">
                  <c:v>11.0</c:v>
                </c:pt>
                <c:pt idx="22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  <c:pt idx="18">
                  <c:v>5.0</c:v>
                </c:pt>
                <c:pt idx="19">
                  <c:v>9.0</c:v>
                </c:pt>
                <c:pt idx="20">
                  <c:v>4.0</c:v>
                </c:pt>
                <c:pt idx="21">
                  <c:v>4.0</c:v>
                </c:pt>
                <c:pt idx="22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+14,7%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109   Δ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+8,3%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108   Δ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69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2.204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105 / 151 (69,5%)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+6,1%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117 / 164 (71,3%)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+6,4%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 / 58 (81,0%)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65 (81,5%)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+3,9%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59 (69,5%)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+10,8%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63 (71,4%)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+9,8%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36 (52,8%)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655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151 (12,6%)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 / 164 (13,4%)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-4,3% | Turun 52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58 (15,5%)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65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59 (8,5%)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63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34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36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2.274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125 | MoM +14,7%
PS: 117 | MoM +8,3%
• Junior
  RE: 113 | Active 74,8% | MoM +15,3%
  PS: 105 | Active 69,5% | MoM +8,2%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-33,3%, Gap -1
• Grapari Baa Rote: PS -66,7%, Gap -2
• Grapari Kefamenanu: PS 0,0%, Gap 0
• Grapari Kupang: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-75,0%, Gap -3
• Grapari Soe: PS -60,0%, Gap -3
• Grapari Waikabubak: PS +133,3%, Gap 4
• Grapari Waingapu: PS -20,0%,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-27 (-13,7%), PS -32 (-18,9%)
• Malaka Timtim Belu: RE 18 (+7,0%), PS -5 (-2,3%)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0 (0,0%), PS -4 (-66,7%)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-1 (-25,0%), PS -2 (-66,7%)
• Malaka Timtim Belu: RE -2 (-100,0%),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176,4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Herti valentia pade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HER1812009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EMRIS FERDINAND KALE DJOH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EMR3927543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SPYSI61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10/24/2026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90.09%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90.02% | MoM +0.06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-5.74 pp | Rp-886.8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89.25%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88.98% | MoM +0.26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Rp13.91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Rp13.94 M | MoM -0.2%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90.09%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89.25%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Rp13.91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Rp-886.8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91.28%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90.41%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Rp7.85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-4.55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Rp-391.9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87.58%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86.68%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Rp3.38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-8.25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Rp-318.8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89.90%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89.33%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Rp2.67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-5.93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Rp-176.1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94.12% / +1.73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94.19% / +0.40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93.92% / +4.49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94.25% / +0.11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87.02% / +4.15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87.66% / +1.95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83.89% / +6.73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90.67% / +3.21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81.87% / -0.74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83.96% / +1.54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80.12% / -1.71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80.17% / -4.90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85.34% / -0.83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86.34% / -0.18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82.98% / -0.88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87.26% / -2.20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86.64% / -0.24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87.51% / +0.09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84.61% / -1.21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87.37% / +0.42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92.65% / +0.07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93.41% / +0.24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91.45% / +0.06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91.59% / -0.43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31 | MoM -12.9%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 / -4.0%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 / 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 / 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17,308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59.9%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11,573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69.1%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91.7%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87.6%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66.6%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89.3%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73.5%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72.4%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89.9%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91.2%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81.1%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69.1%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67.9%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67.1%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58.0%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65.1%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66.3%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60.3%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70.5%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69.7%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66.9%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68.0%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49.7%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48.3%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53.9%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46.1%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57.2%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53.1%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55.7%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63.4%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68.5%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62.0%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55.9%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66.1%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47.9%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39.2%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46.3%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45.1%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48.6%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44.1%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41.4%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40.7%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44.3%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35.3%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41.3%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34.6%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54.1%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44.5%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51.0%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46.8%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39.8%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