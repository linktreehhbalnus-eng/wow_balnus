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23.0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38.0</c:v>
                </c:pt>
                <c:pt idx="6">
                  <c:v>36.0</c:v>
                </c:pt>
                <c:pt idx="7">
                  <c:v>32.0</c:v>
                </c:pt>
                <c:pt idx="8">
                  <c:v>28.0</c:v>
                </c:pt>
                <c:pt idx="9">
                  <c:v>22.0</c:v>
                </c:pt>
                <c:pt idx="10">
                  <c:v>13.0</c:v>
                </c:pt>
                <c:pt idx="11">
                  <c:v>23.0</c:v>
                </c:pt>
                <c:pt idx="12">
                  <c:v>33.0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19.0</c:v>
                </c:pt>
                <c:pt idx="6">
                  <c:v>19.0</c:v>
                </c:pt>
                <c:pt idx="7">
                  <c:v>16.0</c:v>
                </c:pt>
                <c:pt idx="8">
                  <c:v>12.0</c:v>
                </c:pt>
                <c:pt idx="9">
                  <c:v>11.0</c:v>
                </c:pt>
                <c:pt idx="10">
                  <c:v>5.0</c:v>
                </c:pt>
                <c:pt idx="11">
                  <c:v>12.0</c:v>
                </c:pt>
                <c:pt idx="12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  <c:pt idx="10">
                  <c:v>4.0</c:v>
                </c:pt>
                <c:pt idx="11">
                  <c:v>5.0</c:v>
                </c:pt>
                <c:pt idx="12">
                  <c:v>16.0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7.0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  <c:pt idx="11">
                  <c:v>6.0</c:v>
                </c:pt>
                <c:pt idx="12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19.0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26.0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  <c:pt idx="11">
                  <c:v>26.0</c:v>
                </c:pt>
                <c:pt idx="12">
                  <c:v>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8.0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12.0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  <c:pt idx="10">
                  <c:v>6.0</c:v>
                </c:pt>
                <c:pt idx="11">
                  <c:v>12.0</c:v>
                </c:pt>
                <c:pt idx="12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  <c:pt idx="10">
                  <c:v>2.0</c:v>
                </c:pt>
                <c:pt idx="11">
                  <c:v>5.0</c:v>
                </c:pt>
                <c:pt idx="12">
                  <c:v>11.0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</c:strCache>
            </c: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  <c:pt idx="11">
                  <c:v>9.0</c:v>
                </c:pt>
                <c:pt idx="12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156  (+2,6%)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95   Δ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92   Δ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58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1.403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82 / 143 (57,3%)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-3,5% | Turun 48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93 / 156 (59,6%)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-1,1%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 / 57 (70,2%)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 / 64 (71,9%)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+4,5%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 / 56 (51,8%)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-3,3%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60 (55,0%)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30 (43,3%)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32 (43,8%)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-17,6%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349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143 (4,2%)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+50,0% | Turun 48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4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156 (4,5%)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+16,7%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57 (5,3%)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64 (4,7%)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56 (1,8%)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60 (1,7%)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30 (6,7%)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32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2.229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186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102 | MoM +7,4%
PS: 93 | MoM +1,1%
• Junior
  RE: 90 | Active 62,9% | MoM +7,1%
  PS: 82 | Active 57,3% | MoM -1,2%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+14,3%
  PS: 7 | Active 77,8% | MoM +40,0%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-50,0%, Gap -1
• Grapari Baa Rote: PS -50,0%, Gap -1
• Grapari Kefamenanu: PS -40,0%, Gap -2
• Grapari Kupang: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0,0%, Gap 0
• Grapari Soe: PS 0,0%, Gap 0
• Grapari Waikabubak: PS +300,0%, Gap 3
• Grapari Waingapu: PS -25,0%,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-7 (-6,8%), PS -20 (-21,5%)
• Malaka Timtim Belu: RE 4 (+3,0%), PS -7 (-6,2%)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-1 (-14,3%), PS -1 (-50,0%)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Malaka Timtim Belu: RE -2 (-100,0%),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SPNLU74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SPEKA14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SPBAK47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WIHELMINA DAFROSA BATA BESU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SPLRA54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SPEKA14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SPNLU74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Oct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YAKOB MONI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SPNOM19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FAUZI ABDULA LATIF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SPLAA46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Imelda Fridolyn Lende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IME8270714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JAMES RICHARTUS YEFERSON BANU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JAM3016480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24.93%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28.89% | MoM -3.96 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15184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95.83%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-70.90 pp | Rp-10.95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0328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24.15%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27.77% | MoM -3.62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5472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Rp3.85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Rp4.47 M | MoM -14.0%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0616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Rp15.44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-0.3%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554480"/>
          <a:ext cx="1154886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4805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24.93%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-3.96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24.15%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-3.62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-14.0%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-70.90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Rp-10.95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-3.65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-13.5%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Rp-5.85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-3.93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-3.48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-16.7%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Rp-2.94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-3.57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-3.64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-12.6%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Rp-2.15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40233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C3MR by LOS — Branch &amp; WOK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4315968"/>
          <a:ext cx="11548868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80851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42.53% / -10.60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45.97% / -5.78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35.50% / -13.59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45.98% / -17.21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27.61% / -1.04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28.91% / -2.73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20.79% / -0.53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35.76% / -0.28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20.49% / -3.67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22.10% / -3.39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17.69% / -3.34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22.49% / -5.14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21.29% / -2.06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24.72% / -1.14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16.23% / -2.57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22.00% / -2.98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19.02% / -3.13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21.25% / -3.04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14.73% / -3.13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19.42% / -3.02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4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27.04% / -4.54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29.88% / -4.80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22.30% / -4.63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23.39% / -3.67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