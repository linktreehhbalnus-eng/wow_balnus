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  <c:pt idx="7">
                  <c:v>32.0</c:v>
                </c:pt>
                <c:pt idx="8">
                  <c:v>28.0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  <c:pt idx="7">
                  <c:v>16.0</c:v>
                </c:pt>
                <c:pt idx="8">
                  <c:v>12.0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26.0</c:v>
                </c:pt>
                <c:pt idx="12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12.0</c:v>
                </c:pt>
                <c:pt idx="12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95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1.403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82 / 143 (57,3%)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-3,5%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93 / 156 (59,6%)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-1,1%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57 (70,2%)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64 (71,9%)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56 (51,8%)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60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30 (43,3%)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32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156 (4,5%)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57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64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56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60 (1,7%)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30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32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102 | MoM +7,4%
PS: 93 | MoM +1,1%
• Junior
  RE: 90 | Active 62,9% | MoM +7,1%
  PS: 82 | Active 57,3% | MoM -1,2%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7 | Active 77,8% | MoM +40,0%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-50,0%, Gap -1
• Grapari Kefamenanu: PS -40,0%, Gap -2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0,0%, Gap 0
• Grapari Soe: PS 0,0%, Gap 0
• Grapari Waikabubak: PS +300,0%, Gap 3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-7 (-6,8%), PS -20 (-21,5%)
• Malaka Timtim Belu: RE 4 (+3,0%), PS -7 (-6,2%)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 (-14,3%),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SPLRA54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Imelda Fridolyn Lende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IME8270714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