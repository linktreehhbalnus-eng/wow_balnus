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  <c:pt idx="12">
                  <c:v>33.0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  <c:pt idx="12">
                  <c:v>10.0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  <c:pt idx="12">
                  <c:v>16.0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  <c:pt idx="12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  <c:pt idx="12">
                  <c:v>11.0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</c:strCache>
            </c:strRef>
          </c:cat>
          <c:val>
            <c:numRef>
              <c:f>Sheet1!$E$2:$E$14</c:f>
              <c:numCache>
                <c:formatCode>General</c:formatCode>
                <c:ptCount val="13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  <c:pt idx="1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1.227,8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95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40 / 57 (70,2%)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 / 64 (71,9%)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102 | MoM +7,4%
PS: 93 | MoM +1,1%
• Junior
  RE: 90 | Active 62,9% | MoM +7,1%
  PS: 82 | Active 57,3%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-50,0%, Gap -1
• Grapari Kefamenanu: PS -40,0%, Gap -2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-7 (-6,8%), PS -20 (-21,5%)
• Malaka Timtim Belu: RE 4 (+3,0%), PS -7 (-6,2%)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 (-14,3%),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WIHELMINA DAFROSA BATA BESU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SPLRA54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Oct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ARIS AGUSTA MANSULA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24.93%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28.89% | MoM -3.96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95.83%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-70.90 pp | Rp-10.95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24.15%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27.77% | MoM -3.62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Rp3.85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Rp4.47 M | MoM -14.0%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Rp15.44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554480"/>
          <a:ext cx="1154886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4805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4023360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4315968"/>
          <a:ext cx="11548868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80851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45.97% / -5.78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35.50% / -13.59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45.98% / -17.21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28.91% / -2.73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20.79% / -0.53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35.76% / 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22.10% / -3.39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17.69% / -3.34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22.49% / -5.14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24.72% / -1.14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16.23% / -2.57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22.00% / -2.98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1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21.25% / -3.04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14.73% / -3.13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19.42% / -3.02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80854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29.88% / -4.80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22.30% / -4.63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23.39%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KUPANG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28,881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19.6%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23,225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408 / 53.4%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36.6%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498 /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591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636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643 / 21.3%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308 / 40.6%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303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373 / 21.7%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480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479 / 22.3%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227 / 49.8%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205 / 42.0%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22.7%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596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575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554 / 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597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672 / 20.7%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562 / 18.0%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463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291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350 / 15.1%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24.3%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217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208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225 / 23.6%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629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603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703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621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644 / 13.8%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352 / 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367 / 15.5%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372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309 / 12.6%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314 / 13.4%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197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213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220 / 17.7%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233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174 / 19.0%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685 / 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678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700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682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698 / 12.8%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649 / 12.6%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9,003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311 / 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305 / 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374 / 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356 / 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240 / 10.8%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218 / 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202 / 15.3%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190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173 / 13.3%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181 / 11.1%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