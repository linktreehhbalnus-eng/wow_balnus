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26.0</c:v>
                </c:pt>
                <c:pt idx="12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12.0</c:v>
                </c:pt>
                <c:pt idx="12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95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1.403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82 / 143 (57,3%)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-3,5%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93 / 156 (59,6%)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57 (70,2%)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64 (71,9%)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56 (51,8%)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30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32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60 (1,7%)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102 | MoM +7,4%
PS: 93 | MoM +1,1%
• Junior
  RE: 90 | Active 62,9% | MoM +7,1%
  PS: 82 | Active 57,3% | MoM -1,2%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7 | Active 77,8% | MoM +40,0%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-50,0%, Gap -1
• Grapari Kefamenanu: PS -40,0%, Gap -2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-7 (-6,8%), PS -20 (-21,5%)
• Malaka Timtim Belu: RE 4 (+3,0%), PS -7 (-6,2%)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 (-14,3%),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SPLRA54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24.93%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28.89% | MoM -3.96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-70.90 pp | Rp-10.95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24.15%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27.77% | MoM -3.62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Rp3.85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Rp4.47 M | MoM -14.0%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Rp-10.95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Rp-2.15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42.53% / -10.60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45.97% / -5.78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35.50% / -13.59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45.98% / -17.21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27.61% / -1.04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28.91% / -2.73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20.79% / -0.53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35.76% / -0.28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20.49% / -3.67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22.10% / -3.39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17.69% / -3.34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22.49% / -5.14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21.29% / -2.06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24.72% / -1.14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16.23% / -2.57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22.00% / -2.98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19.02% / -3.13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21.25% / -3.04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14.73% / -3.13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19.42% / -3.02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27.04% / -4.54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29.88% / -4.80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22.30% / -4.63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23.39% / -3.67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