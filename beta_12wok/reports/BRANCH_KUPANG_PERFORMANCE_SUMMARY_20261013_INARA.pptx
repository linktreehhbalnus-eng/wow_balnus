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12.0</c:v>
                </c:pt>
                <c:pt idx="1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95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1.403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57 (70,2%)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64 (71,9%)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102 | MoM +7,4%
PS: 93 | MoM +1,1%
• Junior
  RE: 90 | Active 62,9% | MoM +7,1%
  PS: 82 | Active 57,3% | MoM 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-40,0%, Gap -2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-7 (-6,8%), PS -20 (-21,5%)
• Malaka Timtim Belu: RE 4 (+3,0%), PS -7 (-6,2%)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(-14,3%),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