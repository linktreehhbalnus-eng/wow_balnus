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Hulu Sungai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177   Δ -17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167   Δ -7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180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3.475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136 / 210 (64,8%)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-4,2% | Turun 78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160 / 237 (67,5%)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-4,2% | Turun 95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77 / 128 (60,2%)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-7,2%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91 / 145 (62,8%)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35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 / 38 (60,5%)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 / 47 (83,0%)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+2,6%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54 (85,2%)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 / 210 (6,7%)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78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24 / 237 (10,1%)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95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128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-38,5%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145 (9,0%)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-35,0% | Turun 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35 (2,9%)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38 (7,9%)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47 (10,6%)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54 (14,8%)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160 | MoM -9,6%
PS: 160 | MoM -4,2%
• Performer
  RE: 1 | Active 100,0% | MoM 0,0%
  PS: 1 | Active 100,0% | MoM 0,0%
• Junior
  RE: 137 | Active 65,2% | MoM -9,3%
  PS: 136 | Active 64,8% | MoM -4,2%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75,0% | MoM -20,0%
  PS: 13 | Active 81,2% | MoM -7,1%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-40,0%, Gap -10
• Grapari Dompu: PS +83,3%, Gap 5
• Grapari Lombok Timur: PS -100,0%, Gap -1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+200,0%, Gap 2
• Grapari Mataram: PS -46,7%, Gap -14
• Grapari Sumbawa: PS -75,0%, Gap -6
• Grapari Taliwang: PS +700,0%, Gap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-117 (-16,5%), PS -97 (-17,4%)
• Sumbawa Barat: RE -42 (-21,0%), PS -10 (-7,9%)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Barat: RE -11 (-61,1%), PS -6 (-60,0%)
• Sumbawa Timur: RE -9 (-27,3%), PS -5 (-33,3%)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-2 (-66,7%),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lukmanul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LUK8416877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ISM5793541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lukmanul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LUK8416877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SPANTI5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HIDAYATULLAH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SPISWAT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ARY APRILYANSYAH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ARY9911997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Mardiastuti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RAT8710290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yedik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LAL6636669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32.63%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32.56% | MoM +0.07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-64.82 pp | Rp-16.29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31.66%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31.75% | MoM -0.09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Rp8.20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Rp8.05 M | MoM +1.8%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32.63%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31.66%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Rp8.20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-64.82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Rp-16.29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39.69%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39.06%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Rp5.45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-57.76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Rp-7.93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29.53%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Rp1.41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-67.92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Rp-3.24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19.20%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Rp1.34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-77.25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Rp-5.12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48.56% / -7.80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49.28% / -6.82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52.29% / -2.03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45.38% / -13.00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37.65% / -0.95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41.29% / -5.69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33.25% / +3.19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31.82% / +2.62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32.05% / +0.13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39.00% / -1.26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28.49% / +1.60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22.53% / +0.37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30.44% / +1.21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39.32% / +2.12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27.00% / +0.05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19.72% / +1.24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26.59% / 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34.21% / -0.45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25.13% / +0.44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14.80% / 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33.79% / +0.11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40.64% / +0.31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30.57% / +0.11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20.24% / -0.18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50 | MoM +8.0%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-38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-4.5%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+2.7%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