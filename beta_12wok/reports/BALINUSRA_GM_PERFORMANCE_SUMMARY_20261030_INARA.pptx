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17/10</c:v>
                </c:pt>
                <c:pt idx="1">
                  <c:v>18/10</c:v>
                </c:pt>
                <c:pt idx="2">
                  <c:v>19/10</c:v>
                </c:pt>
                <c:pt idx="3">
                  <c:v>20/10</c:v>
                </c:pt>
                <c:pt idx="4">
                  <c:v>21/10</c:v>
                </c:pt>
                <c:pt idx="5">
                  <c:v>22/10</c:v>
                </c:pt>
                <c:pt idx="6">
                  <c:v>23/10</c:v>
                </c:pt>
                <c:pt idx="7">
                  <c:v>24/10</c:v>
                </c:pt>
                <c:pt idx="8">
                  <c:v>25/10</c:v>
                </c:pt>
                <c:pt idx="9">
                  <c:v>26/10</c:v>
                </c:pt>
                <c:pt idx="10">
                  <c:v>27/10</c:v>
                </c:pt>
                <c:pt idx="11">
                  <c:v>28/10</c:v>
                </c:pt>
                <c:pt idx="12">
                  <c:v>29/10</c:v>
                </c:pt>
                <c:pt idx="13">
                  <c:v>30/10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216.0</c:v>
                </c:pt>
                <c:pt idx="1">
                  <c:v>206.0</c:v>
                </c:pt>
                <c:pt idx="2">
                  <c:v>321.0</c:v>
                </c:pt>
                <c:pt idx="3">
                  <c:v>341.0</c:v>
                </c:pt>
                <c:pt idx="4">
                  <c:v>273.0</c:v>
                </c:pt>
                <c:pt idx="5">
                  <c:v>298.0</c:v>
                </c:pt>
                <c:pt idx="6">
                  <c:v>244.0</c:v>
                </c:pt>
                <c:pt idx="7">
                  <c:v>214.0</c:v>
                </c:pt>
                <c:pt idx="8">
                  <c:v>157.0</c:v>
                </c:pt>
                <c:pt idx="9">
                  <c:v>288.0</c:v>
                </c:pt>
                <c:pt idx="10">
                  <c:v>281.0</c:v>
                </c:pt>
                <c:pt idx="11">
                  <c:v>250.0</c:v>
                </c:pt>
                <c:pt idx="12">
                  <c:v>280.0</c:v>
                </c:pt>
                <c:pt idx="13">
                  <c:v>248.0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17/10</c:v>
                </c:pt>
                <c:pt idx="1">
                  <c:v>18/10</c:v>
                </c:pt>
                <c:pt idx="2">
                  <c:v>19/10</c:v>
                </c:pt>
                <c:pt idx="3">
                  <c:v>20/10</c:v>
                </c:pt>
                <c:pt idx="4">
                  <c:v>21/10</c:v>
                </c:pt>
                <c:pt idx="5">
                  <c:v>22/10</c:v>
                </c:pt>
                <c:pt idx="6">
                  <c:v>23/10</c:v>
                </c:pt>
                <c:pt idx="7">
                  <c:v>24/10</c:v>
                </c:pt>
                <c:pt idx="8">
                  <c:v>25/10</c:v>
                </c:pt>
                <c:pt idx="9">
                  <c:v>26/10</c:v>
                </c:pt>
                <c:pt idx="10">
                  <c:v>27/10</c:v>
                </c:pt>
                <c:pt idx="11">
                  <c:v>28/10</c:v>
                </c:pt>
                <c:pt idx="12">
                  <c:v>29/10</c:v>
                </c:pt>
                <c:pt idx="13">
                  <c:v>30/10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190.0</c:v>
                </c:pt>
                <c:pt idx="1">
                  <c:v>146.0</c:v>
                </c:pt>
                <c:pt idx="2">
                  <c:v>256.0</c:v>
                </c:pt>
                <c:pt idx="3">
                  <c:v>261.0</c:v>
                </c:pt>
                <c:pt idx="4">
                  <c:v>249.0</c:v>
                </c:pt>
                <c:pt idx="5">
                  <c:v>220.0</c:v>
                </c:pt>
                <c:pt idx="6">
                  <c:v>197.0</c:v>
                </c:pt>
                <c:pt idx="7">
                  <c:v>189.0</c:v>
                </c:pt>
                <c:pt idx="8">
                  <c:v>119.0</c:v>
                </c:pt>
                <c:pt idx="9">
                  <c:v>211.0</c:v>
                </c:pt>
                <c:pt idx="10">
                  <c:v>187.0</c:v>
                </c:pt>
                <c:pt idx="11">
                  <c:v>230.0</c:v>
                </c:pt>
                <c:pt idx="12">
                  <c:v>214.0</c:v>
                </c:pt>
                <c:pt idx="13">
                  <c:v>204.0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-10,4% &amp; PS -11,4% MoM — Achievement Mencapai 69,7% (RE) / 67,4%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Relatif Stabil pada 30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01–30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(-1,8%), Denpasar Terdalam (-19,4%)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-1,8%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(+9,4%), Flores Timur Terdalam (-34,5%)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(+39), Sumba Tengah Tumbuh Tertinggi (+57,1%)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42 kabupaten: Top 5 menyumbang +123, Bottom 5 -580, dan perubahan PS regional -807.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(-2,3%), TSEL One &gt;30 Mbps Turun Terdalam (-40,5%)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-9,7% MoM, DJP Data Transition — SF Register 918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83.626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5.523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1.867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246888">
                <a:tc rowSpan="2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7.066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2.572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2.607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20252B"/>
                          </a:solidFill>
                          <a:latin typeface="Arial"/>
                        </a:rPr>
                        <a:t>4.998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Okt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 / 315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191 / 364 (52,5%)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-15,1% | Turun 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-17,5%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 / 148 (74,3%)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164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151 / 212 (71,2%)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174 / 240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 / 73 (75,3%)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-1,8% | Turun 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479 / 809 (59,2%)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 | Turun 289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571 / 938 (60,9%)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 | Turun 356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3.542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5.436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28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315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-26,2%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 / 364 (15,7%)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 | Turun 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134 (15,7%)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150 (22,0%)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148 (22,3%)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164 (22,6%)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212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 / 240 (24,6%)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 / 73 (35,6%)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129 / 809 (15,9%)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 | Turun 289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19 (78,9%)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188 / 938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-4,1% | Turun 356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Yanuarius Ngampu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NYOMAN SARYA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HAYAT ANSORI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FAISAL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HAYAT ANSORI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PUTU NGURAH UPHADANA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(20 dari 42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Okt 2026 vs MTD-1 01–30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42 kabupaten/kota resmi BALINUSRA—masing-masing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Okt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2.509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7.051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3.069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2.473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Okt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Okt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8.889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7.967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7.051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6.244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7.453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6.638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592 SF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-10,9%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568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-10,9%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Elite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10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-10,5%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10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-13,4%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Performer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7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7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-27,2%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503 SF | Active 62,2%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-8,0%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479 SF | Active 59,2%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-7,1%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55 SF | Active 75,3%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-9,2%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55 SF | Active 75,3%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-8,0%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17 SF | Active 89,5%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-16,3%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17 SF | Active 89,5%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-20,7%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Denpasar: PS </a:t>
            </a:r>
            <a:r>
              <a:rPr sz="850" b="1">
                <a:solidFill>
                  <a:srgbClr val="D73527"/>
                </a:solidFill>
                <a:latin typeface="Arial"/>
              </a:rPr>
              <a:t>-39,7%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-48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Flores: PS </a:t>
            </a:r>
            <a:r>
              <a:rPr sz="850" b="1">
                <a:solidFill>
                  <a:srgbClr val="D73527"/>
                </a:solidFill>
                <a:latin typeface="Arial"/>
              </a:rPr>
              <a:t>-11,9%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-18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Kupang: PS </a:t>
            </a:r>
            <a:r>
              <a:rPr sz="850" b="1">
                <a:solidFill>
                  <a:srgbClr val="D73527"/>
                </a:solidFill>
                <a:latin typeface="Arial"/>
              </a:rPr>
              <a:t>-17,0%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-9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Mataram: PS </a:t>
            </a:r>
            <a:r>
              <a:rPr sz="850" b="1">
                <a:solidFill>
                  <a:srgbClr val="D73527"/>
                </a:solidFill>
                <a:latin typeface="Arial"/>
              </a:rPr>
              <a:t>-18,6%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Baa Rote (Kupang):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Malaka (Kupang):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Soe (Kupang): </a:t>
            </a:r>
            <a:r>
              <a:rPr sz="850" b="1">
                <a:solidFill>
                  <a:srgbClr val="D73527"/>
                </a:solidFill>
                <a:latin typeface="Arial"/>
              </a:rPr>
              <a:t>-66,7%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Gatsu Tengah (Denpasar): </a:t>
            </a:r>
            <a:r>
              <a:rPr sz="850" b="1">
                <a:solidFill>
                  <a:srgbClr val="D73527"/>
                </a:solidFill>
                <a:latin typeface="Arial"/>
              </a:rPr>
              <a:t>-57,1%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Negara (Denpasar): </a:t>
            </a:r>
            <a:r>
              <a:rPr sz="850" b="1">
                <a:solidFill>
                  <a:srgbClr val="D73527"/>
                </a:solidFill>
                <a:latin typeface="Arial"/>
              </a:rPr>
              <a:t>-57,1%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-251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-26,5%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-256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-30,6%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-237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-13,8%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-212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-14,9%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-11,8%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-28,8%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-45,2%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-8,1%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-46,7%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-61,1%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-9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-52,9%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-25,4%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-17,9%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-36,4%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-33,3%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-37,5%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-75,0%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0 (0,0%),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10/30/2026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95.79%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95.96% | MoM -0.17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-1.42 pp | Rp-1.52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95.41%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95.41% | MoM +0.00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Rp102.54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Rp102.15 M | MoM +0.4%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Rp54.26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Rp-644.9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Rp-213.9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93.79%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Rp14.48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Rp-314.3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95.77%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Rp24.13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Rp-349.1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Rp-226.8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96.59%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96.80%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91.44%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Rp2.03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Rp-135.7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Rp-26.6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Rp-45.0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Rp13.24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Rp-150.2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95.58%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95.76%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Rp-112.2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10/30/2026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95.79%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-0.17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98.36% / -0.83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98.62% / -1.08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98.83% / +1.45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96.69% / -1.46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98.58% / -1.10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93.70% / 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94.63% / -0.72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92.75% / +0.12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91.17% / +1.06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94.05% / -3.17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89.79% / 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89.14% / -0.44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88.96% / -0.79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87.50% / -0.76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92.90% / +0.36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92.83% / 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93.10% / -0.16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91.73% / -0.11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91.14% / -0.11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94.11% / -0.07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94.25% / 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94.72% / -0.20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93.64% / -0.08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91.74% / 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95.22% / +0.42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96.94% / 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97.44%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96.08% / -0.28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95.47% / 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96.89% / -0.28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701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M-1 713 | MoM -1.7%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+350.0%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+350.0%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114 / 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 / 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 / -4.2%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575 / -2.9%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469 / 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 / -28.6%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26 / -13.3%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 / -6.3%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126,687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48,544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95.9%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84.0%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81.3%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81.4%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79.7%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83.2%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61.4%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53.0%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55.2%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44.4%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