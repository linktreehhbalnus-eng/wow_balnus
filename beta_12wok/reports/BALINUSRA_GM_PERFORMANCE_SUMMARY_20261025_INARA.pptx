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287.0</c:v>
                </c:pt>
                <c:pt idx="1">
                  <c:v>276.0</c:v>
                </c:pt>
                <c:pt idx="2">
                  <c:v>273.0</c:v>
                </c:pt>
                <c:pt idx="3">
                  <c:v>281.0</c:v>
                </c:pt>
                <c:pt idx="4">
                  <c:v>283.0</c:v>
                </c:pt>
                <c:pt idx="5">
                  <c:v>216.0</c:v>
                </c:pt>
                <c:pt idx="6">
                  <c:v>206.0</c:v>
                </c:pt>
                <c:pt idx="7">
                  <c:v>321.0</c:v>
                </c:pt>
                <c:pt idx="8">
                  <c:v>341.0</c:v>
                </c:pt>
                <c:pt idx="9">
                  <c:v>273.0</c:v>
                </c:pt>
                <c:pt idx="10">
                  <c:v>298.0</c:v>
                </c:pt>
                <c:pt idx="11">
                  <c:v>244.0</c:v>
                </c:pt>
                <c:pt idx="12">
                  <c:v>214.0</c:v>
                </c:pt>
                <c:pt idx="13">
                  <c:v>157.0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206.0</c:v>
                </c:pt>
                <c:pt idx="1">
                  <c:v>225.0</c:v>
                </c:pt>
                <c:pt idx="2">
                  <c:v>212.0</c:v>
                </c:pt>
                <c:pt idx="3">
                  <c:v>206.0</c:v>
                </c:pt>
                <c:pt idx="4">
                  <c:v>212.0</c:v>
                </c:pt>
                <c:pt idx="5">
                  <c:v>190.0</c:v>
                </c:pt>
                <c:pt idx="6">
                  <c:v>146.0</c:v>
                </c:pt>
                <c:pt idx="7">
                  <c:v>256.0</c:v>
                </c:pt>
                <c:pt idx="8">
                  <c:v>261.0</c:v>
                </c:pt>
                <c:pt idx="9">
                  <c:v>249.0</c:v>
                </c:pt>
                <c:pt idx="10">
                  <c:v>220.0</c:v>
                </c:pt>
                <c:pt idx="11">
                  <c:v>197.0</c:v>
                </c:pt>
                <c:pt idx="12">
                  <c:v>189.0</c:v>
                </c:pt>
                <c:pt idx="13">
                  <c:v>119.0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-13,2% &amp; PS -14,2% MoM — Achievement Mencapai 57,9% (RE) / 56,1%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(-5,7%), Denpasar Terdalam (-21,6%)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(+7,6%), Flores Timur Terdalam (-37,6%)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(+26), Lombok Utara Tumbuh Tertinggi (+33,3%)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+87, Bottom 5 -583, dan perubahan PS regional -857.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(-7,7%), TSEL One &gt;30 Mbps Turun Terdalam (-36,4%)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-10,2%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4.537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Okt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 / 337 (42,4%)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 / 378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227 (65,2%)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 | Turun 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253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30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461 / 852 (54,1%)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 | Turun 291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550 / 965 (57,0%)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-10,6% | Turun 353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1.805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2.943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4.542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337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-29,7%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378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137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151 (17,2%)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151 (15,9%)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164 (16,5%)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227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253 (20,9%)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 | Turun 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58 (31,0%)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30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106 / 852 (12,4%)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291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155 / 965 (16,1%)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353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Okt 2026 vs MTD-1 01–25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Okt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6.055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2.645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Okt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Okt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7.628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6.620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5.198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4.542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993,2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571 | MoM -9,4%
PS: 548 | MoM -10,2%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485 | Active 56,9% | MoM -10,2%
  PS: 461 | Active 54,1% | MoM -11,5%
• Greenfield
  RE: 52 | Active 89,7% | MoM -5,5%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-41,3%, Gap -43
• Flores: PS -9,4%, Gap -11
• Kupang: PS -24,4%, Gap -11
• Mataram: PS -18,3%, Gap -20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Larantuka (Flores): -61,5%, Gap -8
• Grapari Gatsu Tengah (Denpasar): -60,0%, Gap -3
• Grapari Negara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-253 (-29,7%), PS -261 (-35,2%)
• Bali Tengah: RE -232 (-16,1%), PS -185 (-15,3%)
• Lombok: RE -145 (-13,1%), PS -93 (-10,6%)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-16 (-10,3%), PS -9 (-8,2%)
• Sumbawa Barat: RE -11 (-42,3%), PS -9 (-64,3%)
• Sumbawa Timur: RE -9 (-20,9%), PS -9 (-36,0%)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+2 (+12,5%), PS -6 (-50,0%)
• Bali Tengah: RE -13 (-26,0%), PS -4 (-12,9%)
• Ende Sikka: RE +2 (+50,0%),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-3 (-75,0%), PS -4 (-100,0%)
• Bali Tengah: RE -3 (-50,0%), PS -3 (-60,0%)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93.76%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94.22% | MoM -0.46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-3.45 pp | Rp-3.70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93.52% | MoM -0.26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Rp100.33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Rp100.29 M | MoM +0.0%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Rp9.15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Rp14.04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Rp-754.1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94.50%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Rp-342.5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Rp-636.3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95.90%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Rp-227.6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Rp-347.7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Rp7.92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Rp-326.8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Rp-278.9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Rp-188.2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94.24%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Rp12.95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Rp-440.7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Rp4.41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91.64%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93.76%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-0.46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95.94%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96.16% / -2.10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95.85% / +1.28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94.62% / 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96.31% / +1.47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90.28%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90.92% / -0.40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88.31% / -0.15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88.04% / +3.42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91.29% / -0.01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86.42% / -0.60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87.07%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82.41% / -3.32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83.23% / -1.01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89.82% / +0.22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89.57% / -0.65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91.49%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85.74% / -2.17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86.74% / -1.00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90.35% / -0.24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91.14%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93.06% / -0.31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87.38% / -2.44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88.02% / 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91.19% / -0.26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95.44% / -0.45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96.78%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91.76% / -2.27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93.24% / -0.46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94.74% / -0.68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M-1 623 | MoM -1.1%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103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76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501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409 / 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 / -9.7%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65.7%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60,149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73.7%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48.6%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