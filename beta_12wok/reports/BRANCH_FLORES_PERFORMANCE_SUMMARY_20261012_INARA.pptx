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  <c:pt idx="11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  <c:pt idx="11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  <c:pt idx="11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  <c:pt idx="1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1.397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-14,9%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-13,6%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143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+71,4%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+166,7%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72 | MoM -17,2%
PS: 70 | MoM -12,5%
• Junior
  RE: 59 | Active 45,7% | MoM -19,2%
  PS: 57 | Active 44,2% | MoM -13,6%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+150,0%, Gap 3
• Grapari Ende: PS +26,7%, Gap 4
• Grapari Kalabahi: PS +8,3%, Gap 1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+57,1%, Gap 4
• Grapari Ruteng: PS -33,3%,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-35 (-32,7%), PS -23 (-29,9%)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(-30,8%),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1 (+100,0%),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