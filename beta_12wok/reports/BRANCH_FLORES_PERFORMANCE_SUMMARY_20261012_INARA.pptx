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34.0</c:v>
                </c:pt>
                <c:pt idx="1">
                  <c:v>32.0</c:v>
                </c:pt>
                <c:pt idx="2">
                  <c:v>24.0</c:v>
                </c:pt>
                <c:pt idx="3">
                  <c:v>13.0</c:v>
                </c:pt>
                <c:pt idx="4">
                  <c:v>28.0</c:v>
                </c:pt>
                <c:pt idx="5">
                  <c:v>26.0</c:v>
                </c:pt>
                <c:pt idx="6">
                  <c:v>30.0</c:v>
                </c:pt>
                <c:pt idx="7">
                  <c:v>30.0</c:v>
                </c:pt>
                <c:pt idx="8">
                  <c:v>20.0</c:v>
                </c:pt>
                <c:pt idx="9">
                  <c:v>22.0</c:v>
                </c:pt>
                <c:pt idx="10">
                  <c:v>13.0</c:v>
                </c:pt>
                <c:pt idx="11">
                  <c:v>25.0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12.0</c:v>
                </c:pt>
                <c:pt idx="1">
                  <c:v>13.0</c:v>
                </c:pt>
                <c:pt idx="2">
                  <c:v>8.0</c:v>
                </c:pt>
                <c:pt idx="3">
                  <c:v>8.0</c:v>
                </c:pt>
                <c:pt idx="4">
                  <c:v>9.0</c:v>
                </c:pt>
                <c:pt idx="5">
                  <c:v>10.0</c:v>
                </c:pt>
                <c:pt idx="6">
                  <c:v>14.0</c:v>
                </c:pt>
                <c:pt idx="7">
                  <c:v>13.0</c:v>
                </c:pt>
                <c:pt idx="8">
                  <c:v>9.0</c:v>
                </c:pt>
                <c:pt idx="9">
                  <c:v>9.0</c:v>
                </c:pt>
                <c:pt idx="10">
                  <c:v>8.0</c:v>
                </c:pt>
                <c:pt idx="11">
                  <c:v>11.0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6.0</c:v>
                </c:pt>
                <c:pt idx="1">
                  <c:v>4.0</c:v>
                </c:pt>
                <c:pt idx="2">
                  <c:v>6.0</c:v>
                </c:pt>
                <c:pt idx="3">
                  <c:v>4.0</c:v>
                </c:pt>
                <c:pt idx="4">
                  <c:v>4.0</c:v>
                </c:pt>
                <c:pt idx="5">
                  <c:v>4.0</c:v>
                </c:pt>
                <c:pt idx="6">
                  <c:v>2.0</c:v>
                </c:pt>
                <c:pt idx="7">
                  <c:v>4.0</c:v>
                </c:pt>
                <c:pt idx="8">
                  <c:v>1.0</c:v>
                </c:pt>
                <c:pt idx="9">
                  <c:v>2.0</c:v>
                </c:pt>
                <c:pt idx="10">
                  <c:v>1.0</c:v>
                </c:pt>
                <c:pt idx="11">
                  <c:v>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16.0</c:v>
                </c:pt>
                <c:pt idx="1">
                  <c:v>15.0</c:v>
                </c:pt>
                <c:pt idx="2">
                  <c:v>10.0</c:v>
                </c:pt>
                <c:pt idx="3">
                  <c:v>1.0</c:v>
                </c:pt>
                <c:pt idx="4">
                  <c:v>15.0</c:v>
                </c:pt>
                <c:pt idx="5">
                  <c:v>12.0</c:v>
                </c:pt>
                <c:pt idx="6">
                  <c:v>14.0</c:v>
                </c:pt>
                <c:pt idx="7">
                  <c:v>13.0</c:v>
                </c:pt>
                <c:pt idx="8">
                  <c:v>10.0</c:v>
                </c:pt>
                <c:pt idx="9">
                  <c:v>11.0</c:v>
                </c:pt>
                <c:pt idx="10">
                  <c:v>4.0</c:v>
                </c:pt>
                <c:pt idx="11">
                  <c:v>10.0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23.0</c:v>
                </c:pt>
                <c:pt idx="1">
                  <c:v>21.0</c:v>
                </c:pt>
                <c:pt idx="2">
                  <c:v>18.0</c:v>
                </c:pt>
                <c:pt idx="3">
                  <c:v>15.0</c:v>
                </c:pt>
                <c:pt idx="4">
                  <c:v>22.0</c:v>
                </c:pt>
                <c:pt idx="5">
                  <c:v>26.0</c:v>
                </c:pt>
                <c:pt idx="6">
                  <c:v>24.0</c:v>
                </c:pt>
                <c:pt idx="7">
                  <c:v>27.0</c:v>
                </c:pt>
                <c:pt idx="8">
                  <c:v>34.0</c:v>
                </c:pt>
                <c:pt idx="9">
                  <c:v>16.0</c:v>
                </c:pt>
                <c:pt idx="10">
                  <c:v>9.0</c:v>
                </c:pt>
                <c:pt idx="11">
                  <c:v>22.0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9.0</c:v>
                </c:pt>
                <c:pt idx="1">
                  <c:v>9.0</c:v>
                </c:pt>
                <c:pt idx="2">
                  <c:v>7.0</c:v>
                </c:pt>
                <c:pt idx="3">
                  <c:v>7.0</c:v>
                </c:pt>
                <c:pt idx="4">
                  <c:v>9.0</c:v>
                </c:pt>
                <c:pt idx="5">
                  <c:v>12.0</c:v>
                </c:pt>
                <c:pt idx="6">
                  <c:v>11.0</c:v>
                </c:pt>
                <c:pt idx="7">
                  <c:v>7.0</c:v>
                </c:pt>
                <c:pt idx="8">
                  <c:v>16.0</c:v>
                </c:pt>
                <c:pt idx="9">
                  <c:v>8.0</c:v>
                </c:pt>
                <c:pt idx="10">
                  <c:v>6.0</c:v>
                </c:pt>
                <c:pt idx="11">
                  <c:v>12.0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5.0</c:v>
                </c:pt>
                <c:pt idx="1">
                  <c:v>3.0</c:v>
                </c:pt>
                <c:pt idx="2">
                  <c:v>3.0</c:v>
                </c:pt>
                <c:pt idx="3">
                  <c:v>3.0</c:v>
                </c:pt>
                <c:pt idx="4">
                  <c:v>4.0</c:v>
                </c:pt>
                <c:pt idx="5">
                  <c:v>3.0</c:v>
                </c:pt>
                <c:pt idx="6">
                  <c:v>4.0</c:v>
                </c:pt>
                <c:pt idx="7">
                  <c:v>4.0</c:v>
                </c:pt>
                <c:pt idx="8">
                  <c:v>4.0</c:v>
                </c:pt>
                <c:pt idx="9">
                  <c:v>2.0</c:v>
                </c:pt>
                <c:pt idx="10">
                  <c:v>1.0</c:v>
                </c:pt>
                <c:pt idx="11">
                  <c:v>1.0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Sheet1!$A$2:$A$13</c:f>
              <c:strCache>
                <c:ptCount val="12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</c:strCache>
            </c:strRef>
          </c:cat>
          <c:val>
            <c:numRef>
              <c:f>Sheet1!$E$2:$E$13</c:f>
              <c:numCache>
                <c:formatCode>General</c:formatCode>
                <c:ptCount val="12"/>
                <c:pt idx="0">
                  <c:v>9.0</c:v>
                </c:pt>
                <c:pt idx="1">
                  <c:v>9.0</c:v>
                </c:pt>
                <c:pt idx="2">
                  <c:v>8.0</c:v>
                </c:pt>
                <c:pt idx="3">
                  <c:v>5.0</c:v>
                </c:pt>
                <c:pt idx="4">
                  <c:v>9.0</c:v>
                </c:pt>
                <c:pt idx="5">
                  <c:v>11.0</c:v>
                </c:pt>
                <c:pt idx="6">
                  <c:v>9.0</c:v>
                </c:pt>
                <c:pt idx="7">
                  <c:v>16.0</c:v>
                </c:pt>
                <c:pt idx="8">
                  <c:v>14.0</c:v>
                </c:pt>
                <c:pt idx="9">
                  <c:v>6.0</c:v>
                </c:pt>
                <c:pt idx="10">
                  <c:v>2.0</c:v>
                </c:pt>
                <c:pt idx="11">
                  <c:v>9.0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1.602,0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35,5%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1.034,0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1.299,7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32,2%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+3,5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37,8%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38,1%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39,5%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354,7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31,9%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Nagekeo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150 → 143  (-4,7%)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-17,2%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87   Δ -15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-12,5%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80   Δ -10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51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1.397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1.397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57 / 129 (44,2%)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-14,9% | Turun 37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70 / 143 (49,0%)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-13,6% | Turun 42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 / 45 (42,2%)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-13,6%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 / 50 (48,0%)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9 / 21 (42,9%)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-35,7%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 / 23 (43,5%)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-37,5%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 / 63 (46,0%)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-6,5%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 / 70 (51,4%)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-5,3%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+28,0%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249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-0,4%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345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13 (30,8%)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+300,0%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129 (6,2%)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+60,0% | Turun 37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 / 143 (8,4%)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+71,4% | Turun 42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5 (40,0%)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45 (13,3%)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50 (16,0%)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+166,7%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21 (9,5%)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23 (13,0%)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7 (14,3%)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63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70 (1,4%)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2.172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35,9%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230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126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72 | MoM -17,2%
PS: 70 | MoM -12,5%
• Junior
  RE: 59 | Active 45,7% | MoM -19,2%
  PS: 57 | Active 44,2% | MoM -13,6%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0,0%
  PS: 13 | Active 100,0% | MoM 0,0%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+150,0%, Gap 3
• Grapari Ende: PS +26,7%, Gap 4
• Grapari Kalabahi: PS +8,3%, Gap 1
• Grapari Labuan Bajo: PS -37,5%, Gap -3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0,0%, Gap 0
• Grapari Maumere: PS +57,1%, Gap 4
• Grapari Ruteng: PS -33,3%, Gap -2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-35 (-32,7%), PS -23 (-29,9%)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-4 (-30,8%), PS -5 (-71,4%)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2 (+100,0%), PS -2 (-100,0%)
• Flores Timur: RE 1 (+100,0%), PS -2 (-100,0%)
• Manggarai: RE -4 (-80,0%),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-1 (-50,0%),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+21,9%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ROSALINA GETRUDIS MONGGO EDY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SPRGE76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STEFANI WEA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SPESS73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Florida Bhalu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FLO9073003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KLAUDIUS IVANTUS LAJAR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KLA3857151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EMANUEL MARYANUS DE ORNAY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EMA7688343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HILDEGARDIS SALLY DOMAKING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LUKAS ALFREDO LODANG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SPBEN72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EMANUEL MARYANUS DE ORNAY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EMA7688343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Santorio De Jesus Koro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SAN5304530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NOBERTUS BUU BATE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NOB2604035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MARIANIS TAPIN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MAR1806995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HILDEGARDIS SALLY DOMAKING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LUKAS ALFREDO LODANG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01–12 Oct 2026 vs MTD-1 01–12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NATALIS TOLEK KELEN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SPISE19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KOMANG SUKAYANA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SPSTI73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WIL7359783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Yohannes moa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YOH4255803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WIL7359783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DOMINGGUS RATU LELE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SPOIL46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Elias Vitus 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ELI8004604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