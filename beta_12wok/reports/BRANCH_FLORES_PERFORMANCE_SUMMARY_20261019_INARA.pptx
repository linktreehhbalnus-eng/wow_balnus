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33.0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27.0</c:v>
                </c:pt>
                <c:pt idx="5">
                  <c:v>23.0</c:v>
                </c:pt>
                <c:pt idx="6">
                  <c:v>30.0</c:v>
                </c:pt>
                <c:pt idx="7">
                  <c:v>28.0</c:v>
                </c:pt>
                <c:pt idx="8">
                  <c:v>17.0</c:v>
                </c:pt>
                <c:pt idx="9">
                  <c:v>22.0</c:v>
                </c:pt>
                <c:pt idx="10">
                  <c:v>13.0</c:v>
                </c:pt>
                <c:pt idx="11">
                  <c:v>24.0</c:v>
                </c:pt>
                <c:pt idx="12">
                  <c:v>19.0</c:v>
                </c:pt>
                <c:pt idx="13">
                  <c:v>26.0</c:v>
                </c:pt>
                <c:pt idx="14">
                  <c:v>23.0</c:v>
                </c:pt>
                <c:pt idx="15">
                  <c:v>20.0</c:v>
                </c:pt>
                <c:pt idx="16">
                  <c:v>17.0</c:v>
                </c:pt>
                <c:pt idx="17">
                  <c:v>13.0</c:v>
                </c:pt>
                <c:pt idx="18">
                  <c:v>28.0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9.0</c:v>
                </c:pt>
                <c:pt idx="6">
                  <c:v>14.0</c:v>
                </c:pt>
                <c:pt idx="7">
                  <c:v>13.0</c:v>
                </c:pt>
                <c:pt idx="8">
                  <c:v>9.0</c:v>
                </c:pt>
                <c:pt idx="9">
                  <c:v>9.0</c:v>
                </c:pt>
                <c:pt idx="10">
                  <c:v>8.0</c:v>
                </c:pt>
                <c:pt idx="11">
                  <c:v>11.0</c:v>
                </c:pt>
                <c:pt idx="12">
                  <c:v>8.0</c:v>
                </c:pt>
                <c:pt idx="13">
                  <c:v>9.0</c:v>
                </c:pt>
                <c:pt idx="14">
                  <c:v>11.0</c:v>
                </c:pt>
                <c:pt idx="15">
                  <c:v>10.0</c:v>
                </c:pt>
                <c:pt idx="16">
                  <c:v>6.0</c:v>
                </c:pt>
                <c:pt idx="17">
                  <c:v>6.0</c:v>
                </c:pt>
                <c:pt idx="18">
                  <c:v>11.0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3.0</c:v>
                </c:pt>
                <c:pt idx="6">
                  <c:v>2.0</c:v>
                </c:pt>
                <c:pt idx="7">
                  <c:v>4.0</c:v>
                </c:pt>
                <c:pt idx="8">
                  <c:v>0</c:v>
                </c:pt>
                <c:pt idx="9">
                  <c:v>2.0</c:v>
                </c:pt>
                <c:pt idx="10">
                  <c:v>1.0</c:v>
                </c:pt>
                <c:pt idx="11">
                  <c:v>3.0</c:v>
                </c:pt>
                <c:pt idx="12">
                  <c:v>3.0</c:v>
                </c:pt>
                <c:pt idx="13">
                  <c:v>4.0</c:v>
                </c:pt>
                <c:pt idx="14">
                  <c:v>4.0</c:v>
                </c:pt>
                <c:pt idx="15">
                  <c:v>2.0</c:v>
                </c:pt>
                <c:pt idx="16">
                  <c:v>1.0</c:v>
                </c:pt>
                <c:pt idx="17">
                  <c:v>2.0</c:v>
                </c:pt>
                <c:pt idx="18">
                  <c:v>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Sheet1!$E$2:$E$20</c:f>
              <c:numCache>
                <c:formatCode>General</c:formatCode>
                <c:ptCount val="19"/>
                <c:pt idx="0">
                  <c:v>15.0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14.0</c:v>
                </c:pt>
                <c:pt idx="5">
                  <c:v>11.0</c:v>
                </c:pt>
                <c:pt idx="6">
                  <c:v>14.0</c:v>
                </c:pt>
                <c:pt idx="7">
                  <c:v>11.0</c:v>
                </c:pt>
                <c:pt idx="8">
                  <c:v>8.0</c:v>
                </c:pt>
                <c:pt idx="9">
                  <c:v>11.0</c:v>
                </c:pt>
                <c:pt idx="10">
                  <c:v>4.0</c:v>
                </c:pt>
                <c:pt idx="11">
                  <c:v>10.0</c:v>
                </c:pt>
                <c:pt idx="12">
                  <c:v>8.0</c:v>
                </c:pt>
                <c:pt idx="13">
                  <c:v>13.0</c:v>
                </c:pt>
                <c:pt idx="14">
                  <c:v>8.0</c:v>
                </c:pt>
                <c:pt idx="15">
                  <c:v>8.0</c:v>
                </c:pt>
                <c:pt idx="16">
                  <c:v>10.0</c:v>
                </c:pt>
                <c:pt idx="17">
                  <c:v>5.0</c:v>
                </c:pt>
                <c:pt idx="18">
                  <c:v>12.0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Sheet1!$F$2:$F$20</c:f>
              <c:numCache>
                <c:formatCode>General</c:formatCode>
                <c:ptCount val="1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21.0</c:v>
                </c:pt>
                <c:pt idx="5">
                  <c:v>26.0</c:v>
                </c:pt>
                <c:pt idx="6">
                  <c:v>23.0</c:v>
                </c:pt>
                <c:pt idx="7">
                  <c:v>27.0</c:v>
                </c:pt>
                <c:pt idx="8">
                  <c:v>34.0</c:v>
                </c:pt>
                <c:pt idx="9">
                  <c:v>15.0</c:v>
                </c:pt>
                <c:pt idx="10">
                  <c:v>9.0</c:v>
                </c:pt>
                <c:pt idx="11">
                  <c:v>22.0</c:v>
                </c:pt>
                <c:pt idx="12">
                  <c:v>25.0</c:v>
                </c:pt>
                <c:pt idx="13">
                  <c:v>26.0</c:v>
                </c:pt>
                <c:pt idx="14">
                  <c:v>20.0</c:v>
                </c:pt>
                <c:pt idx="15">
                  <c:v>20.0</c:v>
                </c:pt>
                <c:pt idx="16">
                  <c:v>13.0</c:v>
                </c:pt>
                <c:pt idx="17">
                  <c:v>7.0</c:v>
                </c:pt>
                <c:pt idx="18">
                  <c:v>19.0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  <c:pt idx="7">
                  <c:v>7.0</c:v>
                </c:pt>
                <c:pt idx="8">
                  <c:v>16.0</c:v>
                </c:pt>
                <c:pt idx="9">
                  <c:v>8.0</c:v>
                </c:pt>
                <c:pt idx="10">
                  <c:v>6.0</c:v>
                </c:pt>
                <c:pt idx="11">
                  <c:v>12.0</c:v>
                </c:pt>
                <c:pt idx="12">
                  <c:v>8.0</c:v>
                </c:pt>
                <c:pt idx="13">
                  <c:v>9.0</c:v>
                </c:pt>
                <c:pt idx="14">
                  <c:v>9.0</c:v>
                </c:pt>
                <c:pt idx="15">
                  <c:v>7.0</c:v>
                </c:pt>
                <c:pt idx="16">
                  <c:v>8.0</c:v>
                </c:pt>
                <c:pt idx="17">
                  <c:v>2.0</c:v>
                </c:pt>
                <c:pt idx="18">
                  <c:v>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3.0</c:v>
                </c:pt>
                <c:pt idx="7">
                  <c:v>4.0</c:v>
                </c:pt>
                <c:pt idx="8">
                  <c:v>4.0</c:v>
                </c:pt>
                <c:pt idx="9">
                  <c:v>2.0</c:v>
                </c:pt>
                <c:pt idx="10">
                  <c:v>1.0</c:v>
                </c:pt>
                <c:pt idx="11">
                  <c:v>1.0</c:v>
                </c:pt>
                <c:pt idx="12">
                  <c:v>2.0</c:v>
                </c:pt>
                <c:pt idx="13">
                  <c:v>6.0</c:v>
                </c:pt>
                <c:pt idx="14">
                  <c:v>1.0</c:v>
                </c:pt>
                <c:pt idx="15">
                  <c:v>2.0</c:v>
                </c:pt>
                <c:pt idx="16">
                  <c:v>1.0</c:v>
                </c:pt>
                <c:pt idx="17">
                  <c:v>0</c:v>
                </c:pt>
                <c:pt idx="18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Sheet1!$E$2:$E$20</c:f>
              <c:numCache>
                <c:formatCode>General</c:formatCode>
                <c:ptCount val="19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8.0</c:v>
                </c:pt>
                <c:pt idx="5">
                  <c:v>11.0</c:v>
                </c:pt>
                <c:pt idx="6">
                  <c:v>9.0</c:v>
                </c:pt>
                <c:pt idx="7">
                  <c:v>16.0</c:v>
                </c:pt>
                <c:pt idx="8">
                  <c:v>14.0</c:v>
                </c:pt>
                <c:pt idx="9">
                  <c:v>5.0</c:v>
                </c:pt>
                <c:pt idx="10">
                  <c:v>2.0</c:v>
                </c:pt>
                <c:pt idx="11">
                  <c:v>9.0</c:v>
                </c:pt>
                <c:pt idx="12">
                  <c:v>15.0</c:v>
                </c:pt>
                <c:pt idx="13">
                  <c:v>11.0</c:v>
                </c:pt>
                <c:pt idx="14">
                  <c:v>10.0</c:v>
                </c:pt>
                <c:pt idx="15">
                  <c:v>11.0</c:v>
                </c:pt>
                <c:pt idx="16">
                  <c:v>4.0</c:v>
                </c:pt>
                <c:pt idx="17">
                  <c:v>5.0</c:v>
                </c:pt>
                <c:pt idx="18">
                  <c:v>7.0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Sheet1!$F$2:$F$20</c:f>
              <c:numCache>
                <c:formatCode>General</c:formatCode>
                <c:ptCount val="1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66,9%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Nagekeo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151  (+0,7%)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-13,5%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89   Δ -12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87   Δ -14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61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2.091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2.091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1.007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60 / 137 (43,8%)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-18,9% | Turun 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73 / 151 (48,3%)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-17,0% | Turun 44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 / 45 (44,4%)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 / 50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-13,8%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 / 21 (52,4%)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-31,2%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 / 23 (52,2%)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 / 71 (40,8%)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-14,7%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 / 78 (46,2%)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-12,2%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373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539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13 (61,5%)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+14,3%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 / 137 (8,0%)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-26,7% | Turun 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19 / 151 (12,6%)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-17,4% | Turun 44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45 (17,8%)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50 (24,0%)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21 (9,5%)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23 (13,0%)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7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71 (1,4%)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-75,0%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78 (5,1%)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-42,9%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2.069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77 | MoM -13,5%
PS: 73 | MoM -16,1%
• Junior
  RE: 64 | Active 46,7% | MoM -14,7%
  PS: 60 | Active 43,8% | MoM -17,8%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0,0%
  PS: 13 | Active 100,0%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-25,0%, Gap -2
• Grapari Ende: PS -11,5%, Gap -3
• Grapari Kalabahi: PS +35,7%, Gap 5
• Grapari Labuan Bajo: PS -10,0%,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-57,1%, Gap -4
• Grapari Maumere: PS +144,4%, Gap 13
• Grapari Ruteng: PS -25,0%, Gap -2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-61 (-38,1%), PS -43 (-36,8%)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-6 (-60,0%), PS -1 (-33,3%)
• Manggarai: RE -4 (-23,5%), PS -1 (-11,1%)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0 (0,0%), PS -3 (-100,0%)
• Flores Timur: RE 1 (+100,0%), PS -2 (-100,0%)
• Manggarai: RE -3 (-60,0%), PS -2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-1 (-50,0%),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FLO9073003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Dionisius lalu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DIO5274670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SPBRU61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VIN2925601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Alifiah Putri Fadillah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ALI4809280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EMA7688343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Dionisius lalu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DIO5274670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TURWEN HENCI MOLOM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SPOWO44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KOMANG SUKAYANA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SPSTI73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Roynaldus aquino kasi agung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ROY3974529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GERADUS SOLA LIMA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SPADR53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Yohannes moa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Roynaldus aquino kasi agung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ROY3974529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SPOIL46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Aloysius fransisco becenty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ALO6883465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46.89%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49.71% | MoM -2.82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96.70%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-49.81 pp | Rp-5.09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45.45%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47.82% | MoM -2.37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Rp4.79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Rp5.05 M | MoM -5.2%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Rp10.21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46.89%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-2.82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45.45%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-2.37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Rp4.79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-49.81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Rp-5.09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45.71%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-2.72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43.50%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-2.22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Rp1.81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-50.99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Rp-2.02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43.16%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-7.77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42.69%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-7.22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Rp953.4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-14.4%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-53.54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Rp-1.18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50.09%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49.11%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Rp2.02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-46.61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Rp-1.88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78.45% / -2.54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76.69% / -2.06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72.56% / -10.84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83.84% / +1.99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57.45% / -0.79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52.44% / -0.54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56.94% / -4.81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63.49% / +1.86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43.49% / -1.59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38.58% / -0.14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39.95% / -8.26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50.72% / +1.52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41.55% / -0.28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36.43% / -1.40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43.48% / -3.15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45.71% / +2.23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39.32% / -1.59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35.07% / -2.21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38.55% / -6.00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43.52% / +1.11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48.67% / -3.88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49.68% / -3.55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42.70% / -9.07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50.96% / -1.37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4 | MoM -25.0%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20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20,108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7,223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35.9%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12,885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79.4%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61.9%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54.2%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42.3%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40.3%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37.3%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406 / 78.1%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55.5%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409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37.6%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37.9%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30.6%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236 / 76.3%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230 / 61.3%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56.7%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256 / 38.3%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251 / 35.9%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35.2%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82.9%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59.2%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321 / 51.1%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465 / 45.0%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45.2%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36.2%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38.4%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35.7%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34.7%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32.8%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27.4%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451 / 29.9%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369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31.0%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384 / 31.8%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377 / 32.1%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328 / 25.3%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39.3%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229 / 41.9%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195 / 38.0%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145 / 37.9%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33.0%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27.6%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40.5%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43.5%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302 / 39.7%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278 / 37.0%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33.4%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333 / 29.4%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27.0%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26.0%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27.9%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26.9%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297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312 / 26.3%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264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324 / 20.4%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147 / 29.9%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159 / 27.7%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30.1%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162 / 25.3%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124 / 26.6%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30.1%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336 / 23.8%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26.6%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29.7%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301 / 36.5%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22.8%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22.3%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28.0%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23.1%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294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237 / 25.3%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280 / 18.9%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19.4%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258 / 18.2%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135 / 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158 / 21.5%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128 / 27.3%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108 / 26.9%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106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141 / 21.3%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282 / 23.4%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253 / 24.9%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30.6%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281 / 26.0%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257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29.9%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