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  <c:pt idx="15">
                  <c:v>20.0</c:v>
                </c:pt>
                <c:pt idx="16">
                  <c:v>17.0</c:v>
                </c:pt>
                <c:pt idx="17">
                  <c:v>13.0</c:v>
                </c:pt>
                <c:pt idx="18">
                  <c:v>28.0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  <c:pt idx="14">
                  <c:v>11.0</c:v>
                </c:pt>
                <c:pt idx="15">
                  <c:v>10.0</c:v>
                </c:pt>
                <c:pt idx="16">
                  <c:v>6.0</c:v>
                </c:pt>
                <c:pt idx="17">
                  <c:v>6.0</c:v>
                </c:pt>
                <c:pt idx="18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  <c:pt idx="14">
                  <c:v>4.0</c:v>
                </c:pt>
                <c:pt idx="15">
                  <c:v>2.0</c:v>
                </c:pt>
                <c:pt idx="16">
                  <c:v>1.0</c:v>
                </c:pt>
                <c:pt idx="17">
                  <c:v>2.0</c:v>
                </c:pt>
                <c:pt idx="18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  <c:pt idx="15">
                  <c:v>8.0</c:v>
                </c:pt>
                <c:pt idx="16">
                  <c:v>10.0</c:v>
                </c:pt>
                <c:pt idx="17">
                  <c:v>5.0</c:v>
                </c:pt>
                <c:pt idx="18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Sheet1!$F$2:$F$20</c:f>
              <c:numCache>
                <c:formatCode>General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  <c:pt idx="15">
                  <c:v>20.0</c:v>
                </c:pt>
                <c:pt idx="16">
                  <c:v>13.0</c:v>
                </c:pt>
                <c:pt idx="17">
                  <c:v>7.0</c:v>
                </c:pt>
                <c:pt idx="18">
                  <c:v>19.0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  <c:pt idx="14">
                  <c:v>9.0</c:v>
                </c:pt>
                <c:pt idx="15">
                  <c:v>7.0</c:v>
                </c:pt>
                <c:pt idx="16">
                  <c:v>8.0</c:v>
                </c:pt>
                <c:pt idx="17">
                  <c:v>2.0</c:v>
                </c:pt>
                <c:pt idx="18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  <c:pt idx="14">
                  <c:v>1.0</c:v>
                </c:pt>
                <c:pt idx="15">
                  <c:v>2.0</c:v>
                </c:pt>
                <c:pt idx="16">
                  <c:v>1.0</c:v>
                </c:pt>
                <c:pt idx="17">
                  <c:v>0</c:v>
                </c:pt>
                <c:pt idx="18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  <c:pt idx="15">
                  <c:v>11.0</c:v>
                </c:pt>
                <c:pt idx="16">
                  <c:v>4.0</c:v>
                </c:pt>
                <c:pt idx="17">
                  <c:v>5.0</c:v>
                </c:pt>
                <c:pt idx="18">
                  <c:v>7.0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Sheet1!$F$2:$F$20</c:f>
              <c:numCache>
                <c:formatCode>General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151  (+0,7%)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89   Δ -12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2.091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2.091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60 / 137 (43,8%)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-18,9%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73 / 151 (48,3%)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-17,0%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 / 45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 / 50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21 (52,4%)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-31,2%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23 (52,2%)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71 (40,8%)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78 (46,2%)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-12,2%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13 (61,5%)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 / 137 (8,0%)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-26,7%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 / 151 (12,6%)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-17,4%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45 (17,8%)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50 (24,0%)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71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-75,0%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78 (5,1%)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77 | MoM -13,5%
PS: 73 | MoM -16,1%
• Junior
  RE: 64 | Active 46,7% | MoM -14,7%
  PS: 60 | Active 43,8% | MoM -17,8%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-25,0%, Gap -2
• Grapari Ende: PS -11,5%, Gap -3
• Grapari Kalabahi: PS +35,7%, Gap 5
• Grapari Labuan Bajo: PS -10,0%,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-57,1%, Gap -4
• Grapari Maumere: PS +144,4%, Gap 13
• Grapari Ruteng: PS -25,0%,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-61 (-38,1%), PS -43 (-36,8%)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-6 (-60,0%), PS -1 (-33,3%)
• Manggarai: RE -4 (-23,5%), PS -1 (-11,1%)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0 (0,0%), PS -3 (-100,0%)
• Flores Timur: RE 1 (+100,0%), PS -2 (-100,0%)
• Manggarai: RE -3 (-60,0%), PS -2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ALI4809280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ROY3974529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GERADUS SOLA LIMA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SPADR53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ROY3974529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ALO6883465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37.14%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41.04% | MoM -3.91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-59.56 pp | Rp-6.08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36.07%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39.21% | MoM -3.14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Rp3.79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Rp4.17 M | MoM -9.1%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37.14%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36.07%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Rp3.79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-9.1%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-59.56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Rp-6.08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35.91%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-3.48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34.37%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Rp1.42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Rp-2.41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35.27%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-6.59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34.77%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Rp779.2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-61.43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Rp-1.36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39.35%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-2.84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38.61%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Rp1.59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-57.35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Rp-2.32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71.79% / -1.76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69.74% / -0.16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66.07% / -13.33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77.39% / +3.71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49.16% / +0.06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42.93% / -1.56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50.74% / -0.70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55.12% / +2.49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34.02% / -2.35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30.66% / -0.27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30.26% / -7.95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39.82% / -0.59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32.05% / -1.52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27.70% / -1.71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35.05% / -2.88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34.82% / -0.80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30.93% / -1.61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26.92% / -0.63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32.20% / -4.91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33.98% / -0.78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38.33% / -5.44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38.97% / -5.08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34.64% / -7.75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39.72% / -4.51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 | MoM -25.0%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19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5,843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29.1%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14,265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54.1%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45.2%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31.8%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29.0%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72.2%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47.5%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25.1%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29.3%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27.9%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25.3%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75.5%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50.7%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38.9%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35.9%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35.4%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31.7%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20.8%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19.8%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33.9%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26.2%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20.6%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32.5%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34.5%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27.5%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25.8%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21.9%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22.0%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15.4%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27.0%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22.6%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17.6%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22.0%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28.9%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16.2%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18.6%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15.0%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14.7%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16.3%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19.4%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24.5%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20.8%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