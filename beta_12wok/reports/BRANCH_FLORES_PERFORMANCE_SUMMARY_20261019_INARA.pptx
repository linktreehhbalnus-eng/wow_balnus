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Sheet1!$A$2:$A$20</c:f>
              <c:strCache>
                <c:ptCount val="1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33.0</c:v>
                </c:pt>
                <c:pt idx="1">
                  <c:v>32.0</c:v>
                </c:pt>
                <c:pt idx="2">
                  <c:v>24.0</c:v>
                </c:pt>
                <c:pt idx="3">
                  <c:v>13.0</c:v>
                </c:pt>
                <c:pt idx="4">
                  <c:v>27.0</c:v>
                </c:pt>
                <c:pt idx="5">
                  <c:v>23.0</c:v>
                </c:pt>
                <c:pt idx="6">
                  <c:v>30.0</c:v>
                </c:pt>
                <c:pt idx="7">
                  <c:v>28.0</c:v>
                </c:pt>
                <c:pt idx="8">
                  <c:v>17.0</c:v>
                </c:pt>
                <c:pt idx="9">
                  <c:v>22.0</c:v>
                </c:pt>
                <c:pt idx="10">
                  <c:v>13.0</c:v>
                </c:pt>
                <c:pt idx="11">
                  <c:v>24.0</c:v>
                </c:pt>
                <c:pt idx="12">
                  <c:v>19.0</c:v>
                </c:pt>
                <c:pt idx="13">
                  <c:v>26.0</c:v>
                </c:pt>
                <c:pt idx="14">
                  <c:v>23.0</c:v>
                </c:pt>
                <c:pt idx="15">
                  <c:v>20.0</c:v>
                </c:pt>
                <c:pt idx="16">
                  <c:v>17.0</c:v>
                </c:pt>
                <c:pt idx="17">
                  <c:v>13.0</c:v>
                </c:pt>
                <c:pt idx="18">
                  <c:v>28.0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Sheet1!$A$2:$A$20</c:f>
              <c:strCache>
                <c:ptCount val="1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</c:strCache>
            </c:strRef>
          </c:cat>
          <c:val>
            <c:numRef>
              <c:f>Sheet1!$C$2:$C$20</c:f>
              <c:numCache>
                <c:formatCode>General</c:formatCode>
                <c:ptCount val="19"/>
                <c:pt idx="0">
                  <c:v>12.0</c:v>
                </c:pt>
                <c:pt idx="1">
                  <c:v>13.0</c:v>
                </c:pt>
                <c:pt idx="2">
                  <c:v>8.0</c:v>
                </c:pt>
                <c:pt idx="3">
                  <c:v>8.0</c:v>
                </c:pt>
                <c:pt idx="4">
                  <c:v>9.0</c:v>
                </c:pt>
                <c:pt idx="5">
                  <c:v>9.0</c:v>
                </c:pt>
                <c:pt idx="6">
                  <c:v>14.0</c:v>
                </c:pt>
                <c:pt idx="7">
                  <c:v>13.0</c:v>
                </c:pt>
                <c:pt idx="8">
                  <c:v>9.0</c:v>
                </c:pt>
                <c:pt idx="9">
                  <c:v>9.0</c:v>
                </c:pt>
                <c:pt idx="10">
                  <c:v>8.0</c:v>
                </c:pt>
                <c:pt idx="11">
                  <c:v>11.0</c:v>
                </c:pt>
                <c:pt idx="12">
                  <c:v>8.0</c:v>
                </c:pt>
                <c:pt idx="13">
                  <c:v>9.0</c:v>
                </c:pt>
                <c:pt idx="14">
                  <c:v>11.0</c:v>
                </c:pt>
                <c:pt idx="15">
                  <c:v>10.0</c:v>
                </c:pt>
                <c:pt idx="16">
                  <c:v>6.0</c:v>
                </c:pt>
                <c:pt idx="17">
                  <c:v>6.0</c:v>
                </c:pt>
                <c:pt idx="18">
                  <c:v>11.0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Flores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Sheet1!$A$2:$A$20</c:f>
              <c:strCache>
                <c:ptCount val="1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</c:strCache>
            </c:strRef>
          </c:cat>
          <c:val>
            <c:numRef>
              <c:f>Sheet1!$D$2:$D$20</c:f>
              <c:numCache>
                <c:formatCode>General</c:formatCode>
                <c:ptCount val="19"/>
                <c:pt idx="0">
                  <c:v>6.0</c:v>
                </c:pt>
                <c:pt idx="1">
                  <c:v>4.0</c:v>
                </c:pt>
                <c:pt idx="2">
                  <c:v>6.0</c:v>
                </c:pt>
                <c:pt idx="3">
                  <c:v>4.0</c:v>
                </c:pt>
                <c:pt idx="4">
                  <c:v>4.0</c:v>
                </c:pt>
                <c:pt idx="5">
                  <c:v>3.0</c:v>
                </c:pt>
                <c:pt idx="6">
                  <c:v>2.0</c:v>
                </c:pt>
                <c:pt idx="7">
                  <c:v>4.0</c:v>
                </c:pt>
                <c:pt idx="8">
                  <c:v>0</c:v>
                </c:pt>
                <c:pt idx="9">
                  <c:v>2.0</c:v>
                </c:pt>
                <c:pt idx="10">
                  <c:v>1.0</c:v>
                </c:pt>
                <c:pt idx="11">
                  <c:v>3.0</c:v>
                </c:pt>
                <c:pt idx="12">
                  <c:v>3.0</c:v>
                </c:pt>
                <c:pt idx="13">
                  <c:v>4.0</c:v>
                </c:pt>
                <c:pt idx="14">
                  <c:v>4.0</c:v>
                </c:pt>
                <c:pt idx="15">
                  <c:v>2.0</c:v>
                </c:pt>
                <c:pt idx="16">
                  <c:v>1.0</c:v>
                </c:pt>
                <c:pt idx="17">
                  <c:v>2.0</c:v>
                </c:pt>
                <c:pt idx="18">
                  <c:v>5.0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Sheet1!$A$2:$A$20</c:f>
              <c:strCache>
                <c:ptCount val="1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</c:strCache>
            </c:strRef>
          </c:cat>
          <c:val>
            <c:numRef>
              <c:f>Sheet1!$E$2:$E$20</c:f>
              <c:numCache>
                <c:formatCode>General</c:formatCode>
                <c:ptCount val="19"/>
                <c:pt idx="0">
                  <c:v>15.0</c:v>
                </c:pt>
                <c:pt idx="1">
                  <c:v>15.0</c:v>
                </c:pt>
                <c:pt idx="2">
                  <c:v>10.0</c:v>
                </c:pt>
                <c:pt idx="3">
                  <c:v>1.0</c:v>
                </c:pt>
                <c:pt idx="4">
                  <c:v>14.0</c:v>
                </c:pt>
                <c:pt idx="5">
                  <c:v>11.0</c:v>
                </c:pt>
                <c:pt idx="6">
                  <c:v>14.0</c:v>
                </c:pt>
                <c:pt idx="7">
                  <c:v>11.0</c:v>
                </c:pt>
                <c:pt idx="8">
                  <c:v>8.0</c:v>
                </c:pt>
                <c:pt idx="9">
                  <c:v>11.0</c:v>
                </c:pt>
                <c:pt idx="10">
                  <c:v>4.0</c:v>
                </c:pt>
                <c:pt idx="11">
                  <c:v>10.0</c:v>
                </c:pt>
                <c:pt idx="12">
                  <c:v>8.0</c:v>
                </c:pt>
                <c:pt idx="13">
                  <c:v>13.0</c:v>
                </c:pt>
                <c:pt idx="14">
                  <c:v>8.0</c:v>
                </c:pt>
                <c:pt idx="15">
                  <c:v>8.0</c:v>
                </c:pt>
                <c:pt idx="16">
                  <c:v>10.0</c:v>
                </c:pt>
                <c:pt idx="17">
                  <c:v>5.0</c:v>
                </c:pt>
                <c:pt idx="18">
                  <c:v>12.0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Sheet1!$A$2:$A$20</c:f>
              <c:strCache>
                <c:ptCount val="1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</c:strCache>
            </c:strRef>
          </c:cat>
          <c:val>
            <c:numRef>
              <c:f>Sheet1!$F$2:$F$20</c:f>
              <c:numCache>
                <c:formatCode>General</c:formatCode>
                <c:ptCount val="1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Sheet1!$A$2:$A$20</c:f>
              <c:strCache>
                <c:ptCount val="1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23.0</c:v>
                </c:pt>
                <c:pt idx="1">
                  <c:v>21.0</c:v>
                </c:pt>
                <c:pt idx="2">
                  <c:v>18.0</c:v>
                </c:pt>
                <c:pt idx="3">
                  <c:v>15.0</c:v>
                </c:pt>
                <c:pt idx="4">
                  <c:v>21.0</c:v>
                </c:pt>
                <c:pt idx="5">
                  <c:v>26.0</c:v>
                </c:pt>
                <c:pt idx="6">
                  <c:v>23.0</c:v>
                </c:pt>
                <c:pt idx="7">
                  <c:v>27.0</c:v>
                </c:pt>
                <c:pt idx="8">
                  <c:v>34.0</c:v>
                </c:pt>
                <c:pt idx="9">
                  <c:v>15.0</c:v>
                </c:pt>
                <c:pt idx="10">
                  <c:v>9.0</c:v>
                </c:pt>
                <c:pt idx="11">
                  <c:v>22.0</c:v>
                </c:pt>
                <c:pt idx="12">
                  <c:v>25.0</c:v>
                </c:pt>
                <c:pt idx="13">
                  <c:v>26.0</c:v>
                </c:pt>
                <c:pt idx="14">
                  <c:v>20.0</c:v>
                </c:pt>
                <c:pt idx="15">
                  <c:v>20.0</c:v>
                </c:pt>
                <c:pt idx="16">
                  <c:v>13.0</c:v>
                </c:pt>
                <c:pt idx="17">
                  <c:v>7.0</c:v>
                </c:pt>
                <c:pt idx="18">
                  <c:v>19.0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Sheet1!$A$2:$A$20</c:f>
              <c:strCache>
                <c:ptCount val="1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</c:strCache>
            </c:strRef>
          </c:cat>
          <c:val>
            <c:numRef>
              <c:f>Sheet1!$C$2:$C$20</c:f>
              <c:numCache>
                <c:formatCode>General</c:formatCode>
                <c:ptCount val="19"/>
                <c:pt idx="0">
                  <c:v>9.0</c:v>
                </c:pt>
                <c:pt idx="1">
                  <c:v>9.0</c:v>
                </c:pt>
                <c:pt idx="2">
                  <c:v>7.0</c:v>
                </c:pt>
                <c:pt idx="3">
                  <c:v>7.0</c:v>
                </c:pt>
                <c:pt idx="4">
                  <c:v>9.0</c:v>
                </c:pt>
                <c:pt idx="5">
                  <c:v>12.0</c:v>
                </c:pt>
                <c:pt idx="6">
                  <c:v>11.0</c:v>
                </c:pt>
                <c:pt idx="7">
                  <c:v>7.0</c:v>
                </c:pt>
                <c:pt idx="8">
                  <c:v>16.0</c:v>
                </c:pt>
                <c:pt idx="9">
                  <c:v>8.0</c:v>
                </c:pt>
                <c:pt idx="10">
                  <c:v>6.0</c:v>
                </c:pt>
                <c:pt idx="11">
                  <c:v>12.0</c:v>
                </c:pt>
                <c:pt idx="12">
                  <c:v>8.0</c:v>
                </c:pt>
                <c:pt idx="13">
                  <c:v>9.0</c:v>
                </c:pt>
                <c:pt idx="14">
                  <c:v>9.0</c:v>
                </c:pt>
                <c:pt idx="15">
                  <c:v>7.0</c:v>
                </c:pt>
                <c:pt idx="16">
                  <c:v>8.0</c:v>
                </c:pt>
                <c:pt idx="17">
                  <c:v>2.0</c:v>
                </c:pt>
                <c:pt idx="18">
                  <c:v>8.0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Flores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Sheet1!$A$2:$A$20</c:f>
              <c:strCache>
                <c:ptCount val="1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</c:strCache>
            </c:strRef>
          </c:cat>
          <c:val>
            <c:numRef>
              <c:f>Sheet1!$D$2:$D$20</c:f>
              <c:numCache>
                <c:formatCode>General</c:formatCode>
                <c:ptCount val="19"/>
                <c:pt idx="0">
                  <c:v>5.0</c:v>
                </c:pt>
                <c:pt idx="1">
                  <c:v>3.0</c:v>
                </c:pt>
                <c:pt idx="2">
                  <c:v>3.0</c:v>
                </c:pt>
                <c:pt idx="3">
                  <c:v>3.0</c:v>
                </c:pt>
                <c:pt idx="4">
                  <c:v>4.0</c:v>
                </c:pt>
                <c:pt idx="5">
                  <c:v>3.0</c:v>
                </c:pt>
                <c:pt idx="6">
                  <c:v>3.0</c:v>
                </c:pt>
                <c:pt idx="7">
                  <c:v>4.0</c:v>
                </c:pt>
                <c:pt idx="8">
                  <c:v>4.0</c:v>
                </c:pt>
                <c:pt idx="9">
                  <c:v>2.0</c:v>
                </c:pt>
                <c:pt idx="10">
                  <c:v>1.0</c:v>
                </c:pt>
                <c:pt idx="11">
                  <c:v>1.0</c:v>
                </c:pt>
                <c:pt idx="12">
                  <c:v>2.0</c:v>
                </c:pt>
                <c:pt idx="13">
                  <c:v>6.0</c:v>
                </c:pt>
                <c:pt idx="14">
                  <c:v>1.0</c:v>
                </c:pt>
                <c:pt idx="15">
                  <c:v>2.0</c:v>
                </c:pt>
                <c:pt idx="16">
                  <c:v>1.0</c:v>
                </c:pt>
                <c:pt idx="17">
                  <c:v>0</c:v>
                </c:pt>
                <c:pt idx="18">
                  <c:v>4.0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Sheet1!$A$2:$A$20</c:f>
              <c:strCache>
                <c:ptCount val="1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</c:strCache>
            </c:strRef>
          </c:cat>
          <c:val>
            <c:numRef>
              <c:f>Sheet1!$E$2:$E$20</c:f>
              <c:numCache>
                <c:formatCode>General</c:formatCode>
                <c:ptCount val="19"/>
                <c:pt idx="0">
                  <c:v>9.0</c:v>
                </c:pt>
                <c:pt idx="1">
                  <c:v>9.0</c:v>
                </c:pt>
                <c:pt idx="2">
                  <c:v>8.0</c:v>
                </c:pt>
                <c:pt idx="3">
                  <c:v>5.0</c:v>
                </c:pt>
                <c:pt idx="4">
                  <c:v>8.0</c:v>
                </c:pt>
                <c:pt idx="5">
                  <c:v>11.0</c:v>
                </c:pt>
                <c:pt idx="6">
                  <c:v>9.0</c:v>
                </c:pt>
                <c:pt idx="7">
                  <c:v>16.0</c:v>
                </c:pt>
                <c:pt idx="8">
                  <c:v>14.0</c:v>
                </c:pt>
                <c:pt idx="9">
                  <c:v>5.0</c:v>
                </c:pt>
                <c:pt idx="10">
                  <c:v>2.0</c:v>
                </c:pt>
                <c:pt idx="11">
                  <c:v>9.0</c:v>
                </c:pt>
                <c:pt idx="12">
                  <c:v>15.0</c:v>
                </c:pt>
                <c:pt idx="13">
                  <c:v>11.0</c:v>
                </c:pt>
                <c:pt idx="14">
                  <c:v>10.0</c:v>
                </c:pt>
                <c:pt idx="15">
                  <c:v>11.0</c:v>
                </c:pt>
                <c:pt idx="16">
                  <c:v>4.0</c:v>
                </c:pt>
                <c:pt idx="17">
                  <c:v>5.0</c:v>
                </c:pt>
                <c:pt idx="18">
                  <c:v>7.0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Sheet1!$A$2:$A$20</c:f>
              <c:strCache>
                <c:ptCount val="1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</c:strCache>
            </c:strRef>
          </c:cat>
          <c:val>
            <c:numRef>
              <c:f>Sheet1!$F$2:$F$20</c:f>
              <c:numCache>
                <c:formatCode>General</c:formatCode>
                <c:ptCount val="1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01–19 Oct 2026 vs MTD-1 01–19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1.455,9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56,4%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634,9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1.182,5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55,0%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+3,4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Flores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58,7%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244,1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61,0%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187,1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37,3%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225,6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33,2%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195,1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66,9%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167,2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63,1%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151,3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Lembata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Nagekeo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01–19 Oct 2026 vs MTD-1 01–19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749808"/>
            <a:ext cx="329184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SF Register: 150 → 151  (+0,7%)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-13,5%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89   Δ -12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73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-16,1%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87   Δ -14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61   Current DJP unavailable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4744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2.091   Current DJP 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2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88"/>
                <a:gridCol w="613666"/>
                <a:gridCol w="613666"/>
                <a:gridCol w="613666"/>
                <a:gridCol w="681852"/>
                <a:gridCol w="681852"/>
                <a:gridCol w="681852"/>
                <a:gridCol w="681852"/>
                <a:gridCol w="681852"/>
                <a:gridCol w="681852"/>
                <a:gridCol w="664805"/>
                <a:gridCol w="664805"/>
                <a:gridCol w="664805"/>
                <a:gridCol w="767083"/>
                <a:gridCol w="767083"/>
                <a:gridCol w="76708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TOTAL 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+0,7%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2.091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1.007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-29,4%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+9,9%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687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Flores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01–19 Oct 2026 vs MTD-1 01–19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13 / 13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60 / 137 (43,8%)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-18,9% | Turun 39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73 / 151 (48,3%)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-17,0% | Turun 44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20 / 45 (44,4%)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-16,7% | Turun 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25 / 50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-13,8%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11 / 21 (52,4%)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-31,2% | Turun 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12 / 23 (52,2%)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29 / 71 (40,8%)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-14,7% | Turun 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36 / 78 (46,2%)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-12,2% | Turun 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166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+26,7%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373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-6,0%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539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238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+114,3%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136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227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8 / 13 (61,5%)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+14,3%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11 / 137 (8,0%)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-26,7% | Turun 39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19 / 151 (12,6%)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-17,4% | Turun 44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 / 45 (17,8%)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+33,3% | Turun 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 / 50 (24,0%)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+20,0%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21 (9,5%)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-60,0% | Turun 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 / 23 (13,0%)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7 (42,9%)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 / 71 (1,4%)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-75,0% | Turun 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78 (5,1%)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-42,9% | Turun 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01–19 Oct 2026 vs MTD-1 01–19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01–19 Oct 2026 vs MTD-1 01–19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-36,8%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Flores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2.069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2.619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6.071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34,1%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239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01–19 Oct 2026 vs MTD-1 01–19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144,9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118,0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77 | MoM -13,5%
PS: 73 | MoM -16,1%
• Junior
  RE: 64 | Active 46,7% | MoM -14,7%
  PS: 60 | Active 43,8% | MoM -17,8%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13 | Active 100,0% | MoM 0,0%
  PS: 13 | Active 100,0% | MoM 0,0%
• Junior Plus
  RE: 0 | Active 0,0% | MoM -100,0%
  PS: 0 | Active 0,0% | MoM -100,0%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Bajawa: PS -25,0%, Gap -2
• Grapari Ende: PS -11,5%, Gap -3
• Grapari Kalabahi: PS +35,7%, Gap 5
• Grapari Labuan Bajo: PS -10,0%, Gap -1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Larantuka: PS -57,1%, Gap -4
• Grapari Maumere: PS +144,4%, Gap 13
• Grapari Ruteng: PS -25,0%, Gap -2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Flores Timur: RE -61 (-38,1%), PS -43 (-36,8%)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Flores Timur: RE -6 (-60,0%), PS -1 (-33,3%)
• Manggarai: RE -4 (-23,5%), PS -1 (-11,1%)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Ende Sikka: RE 0 (0,0%), PS -3 (-100,0%)
• Flores Timur: RE 1 (+100,0%), PS -2 (-100,0%)
• Manggarai: RE -3 (-60,0%), PS -2 (-100,0%)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Manggarai: RE -1 (-50,0%), PS -2 (-100,0%)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01–19 Oct 2026 vs MTD-1 01–19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01–19 Oct 2026 vs MTD-1 01–19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70,0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47,9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930,0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930,0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146,3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146,0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58,4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56,1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01–19 Oct 2026 vs MTD-1 01–19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RATNA PATI 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SPNAT35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THERESIA NETIANA DELOS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SPLEL24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STEFANI WEA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SPESS73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JENIATI BETI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MAR5321403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Putu Wira Anggrawan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IPU6453975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+185,7%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Florida Bhalu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FLO9073003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Dionisius lalu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DIO5274670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ROBERTUS BEDA KOTEN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SPBRU61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VINSENSIUS JEMADA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VIN2925601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Alifiah Putri Fadillah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ALI4809280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THERESIA NETIANA DELOS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SPLEL24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RATNA PATI 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SPNAT35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JENIATI BETI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MAR5321403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TEOFELUS EPIPEO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SPTFL84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Putu Wira Anggrawan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IPU6453975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+181,8%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EMANUEL MARYANUS DE ORNAY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EMA7688343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Dionisius lalu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DIO5274670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TURWEN HENCI MOLOM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SPOWO44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SUPAMRI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SPIRU12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JANUARIUS PAULUS KOPONG HADA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JAN6694249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01–19 Oct 2026 vs MTD-1 01–19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umar mangu laga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UMA8300566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VALENTINUS S LEIN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SPVAL77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NATALIS TOLEK KELEN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SPISE19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LABA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SPLBA98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FRANSISKUS XAVERIUS LENGU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SPVXK18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YOSAFAT SUDARSO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SPYSS79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Balla panja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BAL4069900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KOMANG SUKAYANA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SPSTI73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Roynaldus aquino kasi agung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ROY3974529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GERADUS SOLA LIMA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SPADR53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Yohannes moa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YOH4255803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VALENTINUS S LEIN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SPVAL77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LABA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SPLBA98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FRANSISKUS XAVERIUS LENGU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SPVXK18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YOSAFAT SUDARSO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SPYSS79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Balla panja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BAL4069900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Roynaldus aquino kasi agung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ROY3974529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DOMINGGUS RATU LELE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SPOIL46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Aloysius fransisco becenty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ALO6883465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Elias Vitus Watu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ELI8004604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BILCO Performance — FLORES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10/19/2026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C3MR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46.89%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49.71% | MoM -2.82 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15184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TARGET / GAP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96.70%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-49.81 pp | Rp-5.09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10328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PAID RATE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45.45%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47.82% | MoM -2.37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5472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PAYMENT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Rp4.79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Rp5.05 M | MoM -5.2%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0616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BILLING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Rp10.21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MoM +0.5%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1664208"/>
          <a:ext cx="11548869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9479"/>
                <a:gridCol w="898939"/>
                <a:gridCol w="898939"/>
                <a:gridCol w="973850"/>
                <a:gridCol w="898939"/>
                <a:gridCol w="1310953"/>
                <a:gridCol w="898939"/>
                <a:gridCol w="898939"/>
                <a:gridCol w="898939"/>
                <a:gridCol w="1310953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Paid Rate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Payment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%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Rp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FLORES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46.89%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-2.82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45.45%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-2.37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Rp4.79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-5.2%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-49.81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Rp-5.09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45.71%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-2.72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43.50%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-2.22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Rp1.81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-4.5%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-50.99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Rp-2.02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43.16%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-7.77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42.69%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-7.22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Rp953.4 Jt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-14.4%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-53.54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Rp-1.18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50.09%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-0.20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49.11%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+0.38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Rp2.02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-0.9%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-46.61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Rp-1.88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20040" y="391363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BILCO by LOS — Branch &amp; WOK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20040" y="4187952"/>
          <a:ext cx="11548868" cy="1668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1580"/>
                <a:gridCol w="2299322"/>
                <a:gridCol w="2299322"/>
                <a:gridCol w="2299322"/>
                <a:gridCol w="2299322"/>
              </a:tblGrid>
              <a:tr h="238397"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FLORES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ENDE SIKKA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FLORES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MANGGARAI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78.45% / -2.54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76.69% / -2.06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72.56% / -10.84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83.84% / +1.99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57.45% / -0.79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52.44% / -0.54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56.94% / -4.81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63.49% / +1.86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43.49% / -1.59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38.58% / -0.14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39.95% / -8.26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50.72% / +1.52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41.55% / -0.28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36.43% / -1.40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43.48% / -3.15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45.71% / +2.23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39.32% / -1.59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35.07% / -2.21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38.55% / -6.00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43.52% / +1.11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8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48.67% / -3.88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49.68% / -3.55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42.70% / -9.07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50.96% / -1.37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CAPS Performance — FLORES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10/19/2026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3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4 | MoM -25.0%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9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-6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-1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664208"/>
          <a:ext cx="11548871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0300"/>
                <a:gridCol w="1443609"/>
                <a:gridCol w="1443609"/>
                <a:gridCol w="1154887"/>
                <a:gridCol w="1299248"/>
                <a:gridCol w="1443609"/>
                <a:gridCol w="1443609"/>
              </a:tblGrid>
              <a:tr h="23408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FLORES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</a:tr>
              <a:tr h="23408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299923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CAPS by LOS — Branch &amp; WOK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3310128"/>
          <a:ext cx="11548868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5740"/>
                <a:gridCol w="2298282"/>
                <a:gridCol w="2298282"/>
                <a:gridCol w="2298282"/>
                <a:gridCol w="2298282"/>
              </a:tblGrid>
              <a:tr h="35052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FLORES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ENDE SIKKA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FLORES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MANGGARAI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 / 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1 / 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1 / -50.0%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50" b="1">
                <a:solidFill>
                  <a:srgbClr val="FFFFFF"/>
                </a:solidFill>
                <a:latin typeface="Arial"/>
              </a:defRPr>
            </a:pPr>
            <a:r>
              <a:t>Healthy Sales — FLORES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400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Arial"/>
              </a:defRPr>
            </a:pPr>
            <a:r>
              <a:t>20 Okt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09728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20,108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PAID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7,223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HEALTHY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35.9%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7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UNPAID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7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12,885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1481328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1,010 / 79.4%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894 / 61.9%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997 / 54.2%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955 / 42.3%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1,159 / 40.3%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1,057 / 37.3%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406 / 78.1%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364 / 55.5%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409 / 48.4%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378 / 37.6%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443 / 37.9%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398 / 30.6%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236 / 76.3%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230 / 61.3%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247 / 56.7%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256 / 38.3%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251 / 35.9%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261 / 35.2%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39.2%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368 / 82.9%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300 / 70.0%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341 / 59.2%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321 / 51.1%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465 / 45.0%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398 / 45.2%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2752344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1,200 / 36.2%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966 / 38.4%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861 / 35.7%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807 / 34.7%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921 / 32.8%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831 / 27.4%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451 / 29.9%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369 / 31.2%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364 / 31.0%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384 / 31.8%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377 / 32.1%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328 / 25.3%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290 / 39.3%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229 / 41.9%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195 / 38.0%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145 / 37.9%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191 / 33.0%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170 / 27.6%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39.2%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459 / 40.5%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368 / 43.5%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302 / 39.7%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278 / 37.0%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353 / 33.4%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333 / 29.4%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20040" y="4023360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696 / 28.7%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811 / 27.0%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811 / 26.0%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686 / 24.6%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727 / 26.4%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749 / 27.9%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290 / 26.9%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297 / 24.6%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312 / 26.3%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264 / 21.6%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259 / 23.2%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324 / 20.4%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147 / 29.9%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159 / 27.7%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163 / 30.1%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163 / 26.4%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162 / 25.3%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124 / 26.6%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39.2%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259 / 30.1%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355 / 28.7%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336 / 23.8%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259 / 26.6%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306 / 29.7%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301 / 36.5%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20040" y="5294376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776 / 22.8%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705 / 22.3%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626 / 28.0%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669 / 23.2%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574 / 23.2%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620 / 23.1%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359 / 22.6%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294 / 20.4%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237 / 25.3%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280 / 18.9%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211 / 19.4%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258 / 18.2%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135 / 22.2%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158 / 21.5%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128 / 27.3%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108 / 26.9%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106 / 23.6%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141 / 21.3%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39.2%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282 / 23.4%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253 / 24.9%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261 / 30.6%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281 / 26.0%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257 / 26.1%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221 / 29.9%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