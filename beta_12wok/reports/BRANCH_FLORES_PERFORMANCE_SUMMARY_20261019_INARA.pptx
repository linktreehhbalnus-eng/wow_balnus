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2.091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71 (40,8%)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78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50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71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78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77 | MoM -13,5%
PS: 73 | MoM -16,1%
• Junior
  RE: 64 | Active 46,7% | MoM -14,7%
  PS: 60 | Active 43,8% | MoM 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-2
• Grapari Ende: PS -11,5%, Gap -3
• Grapari Kalabahi: PS +35,7%, Gap 5
• Grapari Labuan Bajo: PS -10,0%,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-57,1%, Gap -4
• Grapari Maumere: PS +144,4%, Gap 13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-61 (-38,1%), PS -43 (-36,8%)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 (-60,0%), PS -1 (-33,3%)
• Manggarai: RE -4 (-23,5%),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35.08%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36.27% | MoM -1.18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-61.62 pp | Rp-6.29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33.97%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34.58% | MoM -0.61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Rp3.58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Rp3.68 M | MoM -2.8%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Rp-6.29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33.94%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33.57%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33.06%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Rp741.7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Rp1.50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70.89% / +0.21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69.36% / +3.33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65.12% / -12.07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75.96% / +4.45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46.96% / +4.06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41.28% / +3.33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48.51% / +4.33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52.31% / +4.74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31.46%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28.39% / +0.81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29.14% / -3.95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36.05% / 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29.70% / +0.37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25.73% / +0.28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32.02% / -1.19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32.46% / +1.11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28.61% / 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24.48% / +0.38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30.59% / -1.40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31.47%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36.44% / -2.26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37.07% / -1.67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33.13% / -4.24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37.64% / -1.75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5,843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29.1%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14,265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29.0%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25.3%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38.9%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35.4%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20.6%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22.6%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28.9%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14.7%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20.8%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