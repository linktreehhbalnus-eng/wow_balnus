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21.0</c:v>
                </c:pt>
                <c:pt idx="1">
                  <c:v>22.0</c:v>
                </c:pt>
                <c:pt idx="2">
                  <c:v>16.0</c:v>
                </c:pt>
                <c:pt idx="3">
                  <c:v>11.0</c:v>
                </c:pt>
                <c:pt idx="4">
                  <c:v>33.0</c:v>
                </c:pt>
                <c:pt idx="5">
                  <c:v>37.0</c:v>
                </c:pt>
                <c:pt idx="6">
                  <c:v>35.0</c:v>
                </c:pt>
                <c:pt idx="7">
                  <c:v>32.0</c:v>
                </c:pt>
                <c:pt idx="8">
                  <c:v>27.0</c:v>
                </c:pt>
                <c:pt idx="9">
                  <c:v>22.0</c:v>
                </c:pt>
                <c:pt idx="10">
                  <c:v>13.0</c:v>
                </c:pt>
                <c:pt idx="11">
                  <c:v>23.0</c:v>
                </c:pt>
                <c:pt idx="12">
                  <c:v>30.0</c:v>
                </c:pt>
                <c:pt idx="13">
                  <c:v>31.0</c:v>
                </c:pt>
                <c:pt idx="14">
                  <c:v>33.0</c:v>
                </c:pt>
                <c:pt idx="15">
                  <c:v>30.0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10.0</c:v>
                </c:pt>
                <c:pt idx="1">
                  <c:v>11.0</c:v>
                </c:pt>
                <c:pt idx="2">
                  <c:v>9.0</c:v>
                </c:pt>
                <c:pt idx="3">
                  <c:v>4.0</c:v>
                </c:pt>
                <c:pt idx="4">
                  <c:v>14.0</c:v>
                </c:pt>
                <c:pt idx="5">
                  <c:v>18.0</c:v>
                </c:pt>
                <c:pt idx="6">
                  <c:v>19.0</c:v>
                </c:pt>
                <c:pt idx="7">
                  <c:v>16.0</c:v>
                </c:pt>
                <c:pt idx="8">
                  <c:v>11.0</c:v>
                </c:pt>
                <c:pt idx="9">
                  <c:v>11.0</c:v>
                </c:pt>
                <c:pt idx="10">
                  <c:v>5.0</c:v>
                </c:pt>
                <c:pt idx="11">
                  <c:v>12.0</c:v>
                </c:pt>
                <c:pt idx="12">
                  <c:v>10.0</c:v>
                </c:pt>
                <c:pt idx="13">
                  <c:v>9.0</c:v>
                </c:pt>
                <c:pt idx="14">
                  <c:v>13.0</c:v>
                </c:pt>
                <c:pt idx="15">
                  <c:v>13.0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6.0</c:v>
                </c:pt>
                <c:pt idx="1">
                  <c:v>7.0</c:v>
                </c:pt>
                <c:pt idx="2">
                  <c:v>3.0</c:v>
                </c:pt>
                <c:pt idx="3">
                  <c:v>5.0</c:v>
                </c:pt>
                <c:pt idx="4">
                  <c:v>13.0</c:v>
                </c:pt>
                <c:pt idx="5">
                  <c:v>11.0</c:v>
                </c:pt>
                <c:pt idx="6">
                  <c:v>10.0</c:v>
                </c:pt>
                <c:pt idx="7">
                  <c:v>10.0</c:v>
                </c:pt>
                <c:pt idx="8">
                  <c:v>10.0</c:v>
                </c:pt>
                <c:pt idx="9">
                  <c:v>6.0</c:v>
                </c:pt>
                <c:pt idx="10">
                  <c:v>4.0</c:v>
                </c:pt>
                <c:pt idx="11">
                  <c:v>5.0</c:v>
                </c:pt>
                <c:pt idx="12">
                  <c:v>14.0</c:v>
                </c:pt>
                <c:pt idx="13">
                  <c:v>14.0</c:v>
                </c:pt>
                <c:pt idx="14">
                  <c:v>14.0</c:v>
                </c:pt>
                <c:pt idx="15">
                  <c:v>11.0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</c:strCache>
            </c:strRef>
          </c:cat>
          <c:val>
            <c:numRef>
              <c:f>Sheet1!$E$2:$E$17</c:f>
              <c:numCache>
                <c:formatCode>General</c:formatCode>
                <c:ptCount val="16"/>
                <c:pt idx="0">
                  <c:v>5.0</c:v>
                </c:pt>
                <c:pt idx="1">
                  <c:v>4.0</c:v>
                </c:pt>
                <c:pt idx="2">
                  <c:v>4.0</c:v>
                </c:pt>
                <c:pt idx="3">
                  <c:v>2.0</c:v>
                </c:pt>
                <c:pt idx="4">
                  <c:v>6.0</c:v>
                </c:pt>
                <c:pt idx="5">
                  <c:v>8.0</c:v>
                </c:pt>
                <c:pt idx="6">
                  <c:v>6.0</c:v>
                </c:pt>
                <c:pt idx="7">
                  <c:v>6.0</c:v>
                </c:pt>
                <c:pt idx="8">
                  <c:v>6.0</c:v>
                </c:pt>
                <c:pt idx="9">
                  <c:v>5.0</c:v>
                </c:pt>
                <c:pt idx="10">
                  <c:v>4.0</c:v>
                </c:pt>
                <c:pt idx="11">
                  <c:v>6.0</c:v>
                </c:pt>
                <c:pt idx="12">
                  <c:v>6.0</c:v>
                </c:pt>
                <c:pt idx="13">
                  <c:v>8.0</c:v>
                </c:pt>
                <c:pt idx="14">
                  <c:v>6.0</c:v>
                </c:pt>
                <c:pt idx="15">
                  <c:v>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18.0</c:v>
                </c:pt>
                <c:pt idx="1">
                  <c:v>16.0</c:v>
                </c:pt>
                <c:pt idx="2">
                  <c:v>16.0</c:v>
                </c:pt>
                <c:pt idx="3">
                  <c:v>14.0</c:v>
                </c:pt>
                <c:pt idx="4">
                  <c:v>22.0</c:v>
                </c:pt>
                <c:pt idx="5">
                  <c:v>25.0</c:v>
                </c:pt>
                <c:pt idx="6">
                  <c:v>25.0</c:v>
                </c:pt>
                <c:pt idx="7">
                  <c:v>25.0</c:v>
                </c:pt>
                <c:pt idx="8">
                  <c:v>24.0</c:v>
                </c:pt>
                <c:pt idx="9">
                  <c:v>21.0</c:v>
                </c:pt>
                <c:pt idx="10">
                  <c:v>9.0</c:v>
                </c:pt>
                <c:pt idx="11">
                  <c:v>25.0</c:v>
                </c:pt>
                <c:pt idx="12">
                  <c:v>25.0</c:v>
                </c:pt>
                <c:pt idx="13">
                  <c:v>23.0</c:v>
                </c:pt>
                <c:pt idx="14">
                  <c:v>31.0</c:v>
                </c:pt>
                <c:pt idx="15">
                  <c:v>22.0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7.0</c:v>
                </c:pt>
                <c:pt idx="1">
                  <c:v>7.0</c:v>
                </c:pt>
                <c:pt idx="2">
                  <c:v>7.0</c:v>
                </c:pt>
                <c:pt idx="3">
                  <c:v>7.0</c:v>
                </c:pt>
                <c:pt idx="4">
                  <c:v>12.0</c:v>
                </c:pt>
                <c:pt idx="5">
                  <c:v>11.0</c:v>
                </c:pt>
                <c:pt idx="6">
                  <c:v>17.0</c:v>
                </c:pt>
                <c:pt idx="7">
                  <c:v>13.0</c:v>
                </c:pt>
                <c:pt idx="8">
                  <c:v>11.0</c:v>
                </c:pt>
                <c:pt idx="9">
                  <c:v>9.0</c:v>
                </c:pt>
                <c:pt idx="10">
                  <c:v>6.0</c:v>
                </c:pt>
                <c:pt idx="11">
                  <c:v>11.0</c:v>
                </c:pt>
                <c:pt idx="12">
                  <c:v>9.0</c:v>
                </c:pt>
                <c:pt idx="13">
                  <c:v>12.0</c:v>
                </c:pt>
                <c:pt idx="14">
                  <c:v>10.0</c:v>
                </c:pt>
                <c:pt idx="15">
                  <c:v>7.0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6.0</c:v>
                </c:pt>
                <c:pt idx="1">
                  <c:v>6.0</c:v>
                </c:pt>
                <c:pt idx="2">
                  <c:v>4.0</c:v>
                </c:pt>
                <c:pt idx="3">
                  <c:v>6.0</c:v>
                </c:pt>
                <c:pt idx="4">
                  <c:v>6.0</c:v>
                </c:pt>
                <c:pt idx="5">
                  <c:v>9.0</c:v>
                </c:pt>
                <c:pt idx="6">
                  <c:v>6.0</c:v>
                </c:pt>
                <c:pt idx="7">
                  <c:v>8.0</c:v>
                </c:pt>
                <c:pt idx="8">
                  <c:v>7.0</c:v>
                </c:pt>
                <c:pt idx="9">
                  <c:v>7.0</c:v>
                </c:pt>
                <c:pt idx="10">
                  <c:v>2.0</c:v>
                </c:pt>
                <c:pt idx="11">
                  <c:v>5.0</c:v>
                </c:pt>
                <c:pt idx="12">
                  <c:v>11.0</c:v>
                </c:pt>
                <c:pt idx="13">
                  <c:v>5.0</c:v>
                </c:pt>
                <c:pt idx="14">
                  <c:v>13.0</c:v>
                </c:pt>
                <c:pt idx="15">
                  <c:v>11.0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</c:strCache>
            </c:strRef>
          </c:cat>
          <c:val>
            <c:numRef>
              <c:f>Sheet1!$E$2:$E$17</c:f>
              <c:numCache>
                <c:formatCode>General</c:formatCode>
                <c:ptCount val="16"/>
                <c:pt idx="0">
                  <c:v>5.0</c:v>
                </c:pt>
                <c:pt idx="1">
                  <c:v>3.0</c:v>
                </c:pt>
                <c:pt idx="2">
                  <c:v>6.0</c:v>
                </c:pt>
                <c:pt idx="3">
                  <c:v>1.0</c:v>
                </c:pt>
                <c:pt idx="4">
                  <c:v>4.0</c:v>
                </c:pt>
                <c:pt idx="5">
                  <c:v>5.0</c:v>
                </c:pt>
                <c:pt idx="6">
                  <c:v>2.0</c:v>
                </c:pt>
                <c:pt idx="7">
                  <c:v>4.0</c:v>
                </c:pt>
                <c:pt idx="8">
                  <c:v>6.0</c:v>
                </c:pt>
                <c:pt idx="9">
                  <c:v>5.0</c:v>
                </c:pt>
                <c:pt idx="10">
                  <c:v>1.0</c:v>
                </c:pt>
                <c:pt idx="11">
                  <c:v>9.0</c:v>
                </c:pt>
                <c:pt idx="12">
                  <c:v>5.0</c:v>
                </c:pt>
                <c:pt idx="13">
                  <c:v>6.0</c:v>
                </c:pt>
                <c:pt idx="14">
                  <c:v>8.0</c:v>
                </c:pt>
                <c:pt idx="15">
                  <c:v>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Oct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1.511,8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1.227,8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40,1%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387,4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41,1%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39,6%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47,8%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159,4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 Daya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Oct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152 → 156  (+2,6%)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+9,0%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100   Δ 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+4,1%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97   Δ 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65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1.778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1.778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1.093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Oct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+14,3%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89 / 143 (62,2%)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+1,1% | Turun 50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101 / 156 (64,7%)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+2,0% | Turun 54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42 / 57 (73,7%)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+5,0%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48 / 64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+6,7%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32 / 56 (57,1%)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36 / 60 (60,0%)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 / 30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-6,2%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 / 32 (53,1%)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-5,6%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376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-26,4%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434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143 (4,2%)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 / 4 (50,0%)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 / 156 (5,1%)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-11,1% | Turun 54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57 (5,3%)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64 (4,7%)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56 (1,8%)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60 (3,3%)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30 (6,7%)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32 (9,4%)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Oct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Oct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2.242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10.028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22,4%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Oct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109 | MoM +9,0%
PS: 101 | MoM +4,1%
• Junior
  RE: 97 | Active 67,8% | MoM +9,0%
  PS: 89 | Active 62,2% | MoM +3,5%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8 | Active 88,9% | MoM +14,3%
  PS: 8 | Active 88,9% | MoM +14,3%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-50,0%, Gap -1
• Grapari Baa Rote: PS -50,0%, Gap -1
• Grapari Kefamenanu: PS -42,9%, Gap -3
• Grapari Kupang: PS -44,4%, Gap -4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-50,0%, Gap -1
• Grapari Soe: PS 0,0%, Gap 0
• Grapari Waikabubak: PS +200,0%, Gap 4
• Grapari Waingapu: PS -25,0%,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-10 (-7,6%), PS -21 (-17,8%)
• Malaka Timtim Belu: RE -1 (-0,6%), PS -5 (-3,5%)
• Unknown: RE -1 (-100,0%), PS -1 (-100,0%)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-1 (-11,1%), PS -4 (-80,0%)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Malaka Timtim Belu: RE -2 (-100,0%), PS -2 (-100,0%)
• Kupang Rote: RE 0 (0,0%), PS -1 (-50,0%)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Oct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Oct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121,0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Oct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SUS1184223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LITA MELIANA HUSEN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SPNLU74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ARJAN IMANUEL SETTE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SPEUS86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ANJELICHA KAREK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ANJ6480240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ISABELLA THALL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THOMAS A.BAYU P.KANTHIKA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SPBAK47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Irmawati jesua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IRM6171195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ANJELICHA KAREK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ANJ6480240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FINDRASARI Y. WILA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SPFIN88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SUS1184223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ARJAN IMANUEL SETTE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SPEUS86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THOMAS A.BAYU P.KANTHIKA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SPBAK47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YUSUF MARIO BENNY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SPBNE43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OKTAVIANUS SERAN LUAN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SPEKA14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Oct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DEL6256816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ALFANDI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SPKRL00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INL7633136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Wilhelmina Lusong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MAR6409329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SEMUEL EDWIN KOBY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SPSEK85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ABDIL RAHMAN MUSA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SPUHH88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NATALIA EMERALDA DELIMA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NAT6540224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SPXLDA74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ARIS AGUSTA MANSULA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SPSLR91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DEL6256816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ALFANDI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SPKRL00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INL7633136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Wilhelmina Lusong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MAR6409329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SEMUEL EDWIN KOBY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SPSEK85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ABDIL RAHMAN MUSA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SPUHH88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NATALIA EMERALDA DELIMA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NAT6540224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Septania Rice Dapawole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SEP5137402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Veronika Birina Dos Santos soares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VER2090285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2026-10-15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29.27%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28.89% | MoM +0.38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95.83%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-66.56 pp | Rp-10.28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28.22%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27.77% | MoM +0.45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Rp4.52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Rp4.47 M | MoM +1.0%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Rp15.44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-0.3%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KUPANG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29.27%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28.22%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+0.45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Rp4.52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-66.56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Rp-10.28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32.55%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+0.64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31.39%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+0.73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Rp2.80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-63.28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Rp-5.45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23.41%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22.56%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Rp904.3 Jt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-72.42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Rp-2.80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27.37%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+0.49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26.67%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Rp813.3 Jt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+2.6%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-68.46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Rp-2.03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KUPANG ROTE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MALAKA TIMTIM BELU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47.48% / -5.65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51.55% / -0.20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41.06% / -8.03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48.96% / -14.24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31.39% / +2.75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33.02% / +1.37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23.47% / +2.15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40.62% / +4.58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24.23% / +0.07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25.74% / +0.24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21.23% / +0.19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27.01% / -0.62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24.59% / +1.25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28.10% / +2.23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19.48% / +0.68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25.22% / +0.25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22.39% / +0.25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24.72% / +0.43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17.98% / +0.11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22.72% / +0.28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31.87% / +0.29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35.14% / +0.46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26.38% / -0.55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27.70% / +0.64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2026-10-15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20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15 | MoM +33.3%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+5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-19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 ROTE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MALAKA TIMTIM BELU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18 / +63.6%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11 / +37.5%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 / +66.7%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15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28,881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5,656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19.6%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23,225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943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951 / 34.7%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1,104 / 30.0%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1,284 / 23.6%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1,369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1,342 / 21.9%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408 / 53.4%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443 / 36.6%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498 / 30.5%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591 / 26.1%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636 / 21.7%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643 / 21.3%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308 / 40.6%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303 / 27.1%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373 / 21.7%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480 / 19.0%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522 / 19.9%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479 / 22.3%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227 / 49.8%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205 / 42.0%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233 / 42.1%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213 / 27.2%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211 / 24.2%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220 / 22.7%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1,509 / 21.1%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1,276 / 22.1%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1,088 / 21.3%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1,063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1,247 / 19.6%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700 / 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596 / 23.7%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575 / 26.1%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554 / 22.7%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597 / 23.6%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672 / 20.7%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562 / 18.0%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463 / 16.6%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463 / 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18.7%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291 / 15.8%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350 / 15.1%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247 / 24.3%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217 / 29.5%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208 / 17.8%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170 / 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225 / 23.6%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15.6%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1,273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1,295 / 14.4%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1,163 / 15.4%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1,132 / 14.5%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629 / 16.4%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709 / 17.6%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603 / 15.8%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703 / 14.4%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621 / 16.3%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644 / 13.8%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352 / 14.2%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367 / 15.5%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386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372 / 12.6%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309 / 12.6%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314 / 13.4%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221 / 15.4%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197 / 17.8%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213 / 20.7%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220 / 17.7%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233 / 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174 / 19.0%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1,262 / 13.4%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1,180 / 13.9%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1,207 / 15.2%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12.2%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1,227 / 11.9%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1,070 / 12.0%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685 / 14.6%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678 / 15.6%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700 / 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682 / 14.4%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698 / 12.8%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649 / 12.6%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359 / 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10.6%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305 / 11.8%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374 / 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240 / 10.8%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218 / 17.4%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191 / 13.1%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202 / 15.3%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190 / 15.8%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173 / 13.3%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181 / 11.1%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