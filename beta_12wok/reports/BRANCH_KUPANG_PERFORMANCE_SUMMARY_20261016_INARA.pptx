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97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1.778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89 / 143 (62,2%)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101 / 156 (64,7%)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+2,0% | Turun 54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57 (73,7%)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64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56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60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30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32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54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109 | MoM +9,0%
PS: 101 | MoM +4,1%
• Junior
  RE: 97 | Active 67,8% | MoM +9,0%
  PS: 89 | Active 62,2% | MoM +3,5%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-50,0%, Gap -1
• Grapari Kefamenanu: PS -42,9%, Gap -3
• Grapari Kupang: PS -44,4%,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-50,0%, Gap -1
• Grapari Soe: PS 0,0%, Gap 0
• Grapari Waikabubak: PS +200,0%, Gap 4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-10 (-7,6%), PS -21 (-17,8%)
• Malaka Timtim Belu: RE -1 (-0,6%), PS -5 (-3,5%)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 (-11,1%), PS -4 (-80,0%)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SPEUS86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Irmawati jesua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IRM6171195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SPEUS86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29.27%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28.89% | MoM +0.38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-66.56 pp | Rp-10.28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28.22%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27.77% | MoM +0.45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Rp4.52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Rp4.47 M | MoM +1.0%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28.22%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-66.56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Rp-10.28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31.39%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Rp2.80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-63.28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Rp-5.45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23.41%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22.56%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Rp904.3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Rp813.3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-68.46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47.48% / -5.65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51.55% / -0.20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41.06% / -8.03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48.96% / -14.24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31.39% / +2.75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33.02% / +1.37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23.47% / +2.15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40.62% / +4.58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24.23% / +0.07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25.74% / +0.24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21.23% / +0.19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27.01% / -0.62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24.59% / +1.25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28.10% / +2.23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19.48% / +0.68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25.22% / +0.25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22.39% / +0.25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24.72% / +0.43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17.98% / +0.11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22.72% / +0.28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31.87% / +0.29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35.14% / +0.46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26.38% / -0.55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27.70% / 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15 | MoM +33.3%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18 / +63.6%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 / +37.5%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