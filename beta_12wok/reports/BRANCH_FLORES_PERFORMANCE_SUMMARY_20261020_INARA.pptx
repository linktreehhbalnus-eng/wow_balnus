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151  (+0,7%)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90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2.094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2.094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61 / 137 (44,5%)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-17,6%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74 / 151 (49,0%)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-15,9%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45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 / 50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21 (52,4%)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23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71 (42,3%)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78 (47,4%)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13 (69,2%)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137 (9,5%)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 / 151 (14,6%)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-8,3%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45 (17,8%)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50 (26,0%)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21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23 (17,4%)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71 (2,8%)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78 (6,4%)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77 | MoM -14,4%
PS: 74 | MoM -14,9%
• Junior
  RE: 64 | Active 46,7% | MoM -15,8%
  PS: 61 | Active 44,5% | MoM -16,4%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-33,3%, Gap -3
• Grapari Ende: PS -11,1%, Gap -3
• Grapari Kalabahi: PS +26,7%, Gap 4
• Grapari Labuan Bajo: PS -16,7%,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-57,1%, Gap -4
• Grapari Maumere: PS +155,6%, Gap 14
• Grapari Ruteng: PS -25,0%,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-59 (-36,0%), PS -48 (-38,1%)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0 (0,0%), PS -1 (-10,0%)
• Flores Timur: RE -6 (-60,0%), PS -1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0 (0,0%), PS -3 (-100,0%)
• Flores Timur: RE 0 (0,0%), PS -2 (-100,0%)
• Manggarai: RE -3 (-60,0%),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SPERE42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46.89%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49.71% | MoM -2.82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-49.81 pp | Rp-5.09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45.45%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47.82% | MoM -2.37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Rp4.79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Rp5.05 M | MoM -5.2%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46.89%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45.45%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-49.81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45.71%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43.50%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Rp1.81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-50.99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43.16%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Rp953.4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-53.54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Rp-1.18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50.09%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49.11%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-46.61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Rp-1.88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78.45% / -2.54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76.69% / -2.06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72.56% / -10.84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83.84% / +1.99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57.45% / -0.79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52.44% / -0.54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56.94% / -4.81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63.49% / +1.86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43.49% / -1.59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38.58% / -0.14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39.95% / -8.26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50.72% / +1.52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41.55% / -0.28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36.43% / -1.40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43.48% / -3.15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45.71% / +2.23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39.32% / -1.59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35.07% / -2.21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38.55% / -6.00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43.52% / +1.11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48.67% / -3.88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49.68% / -3.55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42.70% / -9.07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50.96% / -1.37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 | MoM -25.0%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7,223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35.9%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12,885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42.3%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40.3%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37.3%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78.1%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76.3%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61.3%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38.3%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35.2%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82.9%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45.2%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36.2%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38.4%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27.4%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29.9%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31.0%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31.8%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25.3%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41.9%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38.0%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27.6%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40.5%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43.5%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39.7%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33.4%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29.4%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27.0%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27.9%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26.9%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20.4%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29.9%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26.6%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29.7%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36.5%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22.3%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23.1%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18.9%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19.4%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18.2%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21.5%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26.9%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21.3%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29.9%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