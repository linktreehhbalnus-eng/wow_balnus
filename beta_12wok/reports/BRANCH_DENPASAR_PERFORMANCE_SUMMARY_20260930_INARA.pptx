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41.0</c:v>
                </c:pt>
                <c:pt idx="27">
                  <c:v>60.0</c:v>
                </c:pt>
                <c:pt idx="28">
                  <c:v>55.0</c:v>
                </c:pt>
                <c:pt idx="29">
                  <c:v>58.0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40.0</c:v>
                </c:pt>
                <c:pt idx="27">
                  <c:v>49.0</c:v>
                </c:pt>
                <c:pt idx="28">
                  <c:v>57.0</c:v>
                </c:pt>
                <c:pt idx="29">
                  <c:v>49.0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252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245   Δ -20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216   Δ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6.963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6.258   Δ 705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186 / 310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225 / 351 (64,1%)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 | Turun 144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310 (13,5%)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351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-1,4% | Turun 144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705 (21,7%)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1.894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428 (75,2%)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234 | MoM -7,1%
PS: 225 | MoM -8,2%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195 | Active 62,9% | MoM -8,5%
  PS: 186 | Active 60,0% | MoM -9,7%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-22,2%, Gap -2
• Grapari Jimbaran: PS +46,7%, Gap 7
• Grapari Kuta: PS +100,0%, Gap 4
• Grapari Negara: PS +250,0%, Gap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+21,1%, Gap 8
• Grapari Singaraja: PS -50,0%, Gap -5
• Grapari Tabanan: PS -40,0%, Gap -4
• Grapari Ubud: PS +21,4%,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-144 (-8,0%), PS -125 (-8,3%)
• Bali Timur: RE -11 (-1,9%), PS -42 (-8,9%)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-45 (-19,5%), PS -40 (-22,7%)
• Bali Barat: RE -7 (-15,9%), PS -1 (-4,8%)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(-28,6%), PS -2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SPXARI84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SYA1730001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ERN8650298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TUT4761292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 adi widiana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AGU8475326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IWA7405758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IGU8165510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SYA1730001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SPAMM05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ARI SUASTAWAN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GED7644638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MAD5677393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IGU8165510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SPARU73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HER7736667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AND6612062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SPXXYA91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BAR4674596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SEP3661971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IGU7714530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SPEOI41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KUS6194359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ZUL6248160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SPARU73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HER7736667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AND6612062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SPXXYA91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BAR4674596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SEP3661971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IGU7714530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SPEOI41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KUS6194359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ZUL6248160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