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3.458,5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1.869,3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-19,0%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205   Δ -39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-24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193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4.311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-5,6%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128 / 306 (41,8%)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-15,2% | Turun 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165 / 347 (47,6%)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-12,7% | Turun 119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68 (48,5%)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-5,7%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 / 80 (52,5%)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-4,5%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 / 164 (39,0%)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 | Turun 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85 / 185 (45,9%)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-14,1% | Turun 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 / 74 (41,9%)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-18,4%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82 (46,3%)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1.180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 / 306 (4,9%)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-21,1% | Turun 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 / 347 (9,8%)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-20,9% | Turun 119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68 (4,4%)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-62,5%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80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-38,5%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164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185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-26,1% | Turun 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74 (8,1%)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82 (11,0%)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7.074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166 | MoM -19,0%
PS: 165 | MoM -12,7%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130 | Active 42,5% | MoM -21,7%
  PS: 128 | Active 41,8% | MoM -15,2%
• Greenfield
  RE: 16 | Active 80,0% | MoM -15,8%
  PS: 17 | Active 85,0% | MoM -5,6%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0,0%, Gap 0
• Grapari Jimbaran: PS -23,1%, Gap -3
• Grapari Kuta: PS -16,7%, Gap -1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-45,0%, Gap -9
• Grapari Singaraja: PS -50,0%, Gap -2
• Grapari Tabanan: PS -80,0%, Gap -4
• Grapari Ubud: PS -14,3%,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-208 (-36,7%), PS -204 (-40,9%)
• Bali Tengah: RE -132 (-13,8%), PS -124 (-15,3%)
• Bali Timur: RE -73 (-23,2%), PS -46 (-18,9%)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-10 (-9,7%), PS -9 (-11,8%)
• Bali Timur: RE 3 (+10,0%), PS -4 (-17,4%)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-3 (-10,3%), PS -1 (-5,3%)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 (-25,0%), PS -2 (-50,0%)
• Bali Timur: RE 0 (0,0%), PS -2 (-66,7%)
• Bali Barat: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staria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GED6635775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NDOA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DEL9742575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SPHHR79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SPIAR40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Oct 2026 vs MTD-1 01–16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Kristiana Liva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KRI7143228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RIK2794671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Renny anggraeni supriatna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REN6173597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41.97%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42.77% | MoM -0.80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-55.61 pp | Rp-31.27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41.80%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42.57% | MoM -0.77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Rp23.60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Rp23.98 M | MoM -1.6%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41.97%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41.80%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Rp23.60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-55.61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Rp-31.27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38.35%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37.18%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Rp4.26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-59.23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Rp-6.58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44.73%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45.11%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Rp14.14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-52.85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Rp-16.70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38.48%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37.92%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Rp5.20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-59.10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Rp-7.99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58.65% / -4.55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46.15% / -10.05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62.85% / -2.25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64.39% / -2.29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41.48% / -2.32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35.93% / -2.28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42.56% / -2.20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45.19% / -2.42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35.44% / -1.61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31.51% / -2.85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36.84% / -0.44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35.90% / -3.58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36.49% / +0.55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34.49% / +0.56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37.45% / +0.65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35.87% / +0.27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34.51% / -0.90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32.75% / -0.63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36.39% / -0.53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31.79% / -2.14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43.90% / -0.75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40.38% / -0.86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47.08% / -0.49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39.40% / -1.25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279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M-1 289 | MoM -3.5%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-252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-252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-47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46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33 / -5.7%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 / +60.0%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224 / -7.4%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29 / -25.6%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162 / +8.0%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33 / -37.7%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23,155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57,556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26.8%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27.3%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30.0%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49.6%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36.8%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34.1%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29.0%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20.9%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24.4%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33.8%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28.6%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24.9%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23.5%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25.6%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25.8%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18.0%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24.5%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23.8%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27.7%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25.9%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26.3%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