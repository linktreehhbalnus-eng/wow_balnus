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47.0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  <c:pt idx="10">
                  <c:v>31.0</c:v>
                </c:pt>
                <c:pt idx="11">
                  <c:v>43.0</c:v>
                </c:pt>
                <c:pt idx="12">
                  <c:v>45.0</c:v>
                </c:pt>
                <c:pt idx="13">
                  <c:v>55.0</c:v>
                </c:pt>
                <c:pt idx="14">
                  <c:v>55.0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  <c:pt idx="10">
                  <c:v>18.0</c:v>
                </c:pt>
                <c:pt idx="11">
                  <c:v>22.0</c:v>
                </c:pt>
                <c:pt idx="12">
                  <c:v>21.0</c:v>
                </c:pt>
                <c:pt idx="13">
                  <c:v>32.0</c:v>
                </c:pt>
                <c:pt idx="14">
                  <c:v>31.0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  <c:pt idx="9">
                  <c:v>9.0</c:v>
                </c:pt>
                <c:pt idx="10">
                  <c:v>4.0</c:v>
                </c:pt>
                <c:pt idx="11">
                  <c:v>6.0</c:v>
                </c:pt>
                <c:pt idx="12">
                  <c:v>8.0</c:v>
                </c:pt>
                <c:pt idx="13">
                  <c:v>8.0</c:v>
                </c:pt>
                <c:pt idx="14">
                  <c:v>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16.0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  <c:pt idx="9">
                  <c:v>8.0</c:v>
                </c:pt>
                <c:pt idx="10">
                  <c:v>9.0</c:v>
                </c:pt>
                <c:pt idx="11">
                  <c:v>15.0</c:v>
                </c:pt>
                <c:pt idx="12">
                  <c:v>16.0</c:v>
                </c:pt>
                <c:pt idx="13">
                  <c:v>15.0</c:v>
                </c:pt>
                <c:pt idx="14">
                  <c:v>16.0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Sheet1!$F$2:$F$16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47.0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  <c:pt idx="10">
                  <c:v>19.0</c:v>
                </c:pt>
                <c:pt idx="11">
                  <c:v>38.0</c:v>
                </c:pt>
                <c:pt idx="12">
                  <c:v>46.0</c:v>
                </c:pt>
                <c:pt idx="13">
                  <c:v>43.0</c:v>
                </c:pt>
                <c:pt idx="14">
                  <c:v>53.0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  <c:pt idx="10">
                  <c:v>12.0</c:v>
                </c:pt>
                <c:pt idx="11">
                  <c:v>24.0</c:v>
                </c:pt>
                <c:pt idx="12">
                  <c:v>25.0</c:v>
                </c:pt>
                <c:pt idx="13">
                  <c:v>22.0</c:v>
                </c:pt>
                <c:pt idx="14">
                  <c:v>28.0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3.0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3.0</c:v>
                </c:pt>
                <c:pt idx="11">
                  <c:v>6.0</c:v>
                </c:pt>
                <c:pt idx="12">
                  <c:v>7.0</c:v>
                </c:pt>
                <c:pt idx="13">
                  <c:v>6.0</c:v>
                </c:pt>
                <c:pt idx="14">
                  <c:v>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  <c:pt idx="9">
                  <c:v>7.0</c:v>
                </c:pt>
                <c:pt idx="10">
                  <c:v>4.0</c:v>
                </c:pt>
                <c:pt idx="11">
                  <c:v>8.0</c:v>
                </c:pt>
                <c:pt idx="12">
                  <c:v>14.0</c:v>
                </c:pt>
                <c:pt idx="13">
                  <c:v>15.0</c:v>
                </c:pt>
                <c:pt idx="14">
                  <c:v>16.0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Sheet1!$F$2:$F$16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1.782,1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Hulu Sungai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237  (-1,2%)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172   Δ -14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164   Δ -5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176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3.304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3.304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1.296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1.554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-7,1%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135 / 210 (64,3%)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-2,9% | Turun 73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159 / 237 (67,1%)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-3,0% | Turun 89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11 (72,7%)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76 / 128 (59,4%)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-5,0% | Turun 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90 / 145 (62,1%)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 | Turun 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 / 35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-4,8%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 / 38 (60,5%)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-4,2%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 / 47 (83,0%)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+2,6%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 / 54 (85,2%)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+2,2%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566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778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16 (6,2%)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 / 210 (5,7%)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-36,8% | Turun 73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10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 / 237 (9,3%)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-26,7% | Turun 89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128 (5,5%)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-41,7% | Turun 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145 (8,3%)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-36,8% | Turun 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38 (5,3%)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47 (10,6%)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54 (14,8%)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2.878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158 | MoM -8,1%
PS: 159 | MoM -3,0%
• Performer
  RE: 1 | Active 100,0% | MoM 0,0%
  PS: 1 | Active 100,0% | MoM 0,0%
• Junior
  RE: 135 | Active 64,3% | MoM -7,5%
  PS: 135 | Active 64,3% | MoM -2,9%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75,0% | MoM -20,0%
  PS: 13 | Active 81,2% | MoM -7,1%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-40,9%, Gap -9
• Grapari Dompu: PS +66,7%, Gap 4
• Grapari Lombok Timur: PS -100,0%, Gap -1
• Grapari Lombok Utara: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N/A, Gap 3
• Grapari Mataram: PS -51,7%, Gap -15
• Grapari Sumbawa: PS -75,0%, Gap -6
• Grapari Taliwang: PS +700,0%, Gap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-111 (-16,8%), PS -79 (-15,5%)
• Sumbawa Barat: RE -49 (-25,4%), PS -11 (-9,2%)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-10 (-33,3%), PS -6 (-42,9%)
• Sumbawa Barat: RE -10 (-66,7%), PS -3 (-42,9%)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-2 (-66,7%),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246,6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AGUS IKHSAN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MAG7168129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RINGGA 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LAL3976891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MUH6424848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Teddy Soeyitno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AGUS IKHSAN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MAG7168129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MUH6424848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AIS5256393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ISM5793541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ABD6099896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Nuroktavia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NUR5193830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MIT4358873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TRI8905410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Teddy Soeyitno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Damarbudi prakoso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DAM2334423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SPANTI5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DOD6231157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RIZKI HIDAYATULLAH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SYAMSUDDIN HABIBULLAH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SYA3961583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LISNAWATI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SPISWAT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ARY APRILYANSYAH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ARY9911997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Mardiastuti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RAT8710290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DOD6231157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SYAMSUDDIN HABIBULLAH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SYA3961583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Paezal rozi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PAE1462437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yedik pratama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LAL6636669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32.63%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32.56% | MoM +0.07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97.45%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-64.82 pp | Rp-16.29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31.66%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31.75% | MoM -0.09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Rp8.20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Rp8.05 M | MoM +1.8%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Rp25.12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+1.6%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32.63%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31.66%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Rp8.20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-64.82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Rp-16.29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39.69%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39.06%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Rp5.45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-57.76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Rp-7.93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29.53%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28.88%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Rp1.41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-67.92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Rp-3.24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20.20%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19.20%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Rp1.34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-77.25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Rp-5.12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48.56% / -7.80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49.28% / -6.82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52.29% / -2.03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45.38% / -13.00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37.65% / -0.95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41.29% / -5.69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33.25% / +3.19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31.82% / +2.62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32.05% / +0.13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39.00% / -1.26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28.49% / +1.60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22.53% / +0.37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30.44% / +1.21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39.32% / +2.12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27.00% / +0.05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19.72% / +1.24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26.59% / -0.04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34.21% / -0.45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25.13% / +0.44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14.80% / +0.16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33.79% / +0.11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40.64% / +0.31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30.57% / +0.11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20.24% / -0.18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50 | MoM +8.0%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-38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 / +33.3%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 / -4.5%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 / +2.7%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11,424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34,107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44.5%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34.3%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35.4%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27.9%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24.0%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42.2%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20.7%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33.7%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33.0%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28.5%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20.7%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12.6%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23.5%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14.0%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22.9%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21.8%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16.9%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24.3%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15.3%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10.8%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