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Sheet1!$F$2:$F$16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Sheet1!$F$2:$F$16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Hulu Sungai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172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164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176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3.304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135 / 210 (64,3%)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-2,9%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159 / 237 (67,1%)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-3,0%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 / 128 (59,4%)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90 / 145 (62,1%)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35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38 (60,5%)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47 (83,0%)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+2,6%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54 (85,2%)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210 (5,7%)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-36,8% | Turun 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 / 237 (9,3%)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-26,7%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128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 | Turun 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145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-36,8%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38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47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54 (14,8%)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158 | MoM -8,1%
PS: 159 | MoM -3,0%
• Performer
  RE: 1 | Active 100,0% | MoM 0,0%
  PS: 1 | Active 100,0% | MoM 0,0%
• Junior
  RE: 135 | Active 64,3% | MoM -7,5%
  PS: 135 | Active 64,3% | MoM -2,9%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-20,0%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-40,9%, Gap -9
• Grapari Dompu: PS +66,7%, Gap 4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-51,7%, Gap -15
• Grapari Sumbawa: PS -75,0%, Gap -6
• Grapari Taliwang: PS +700,0%, Gap 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-111 (-16,8%), PS -79 (-15,5%)
• Sumbawa Barat: RE -49 (-25,4%), PS -11 (-9,2%)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-10 (-33,3%), PS -6 (-42,9%)
• Sumbawa Barat: RE -10 (-66,7%),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(-66,7%),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ARY9911997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Mardiastuti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RAT8710290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30.37%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30.26% | MoM +0.10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-67.08 pp | Rp-16.85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29.55%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29.55% | MoM +0.00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Rp7.63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Rp7.48 M | MoM +2.0%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Rp7.63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37.28%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Rp5.12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27.20%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-79.14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Rp-5.24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46.34% / -6.21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46.82% / -5.24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49.51% / -2.70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43.90% / -10.23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35.59% / -0.57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39.45% / -4.61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31.03% / +2.93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29.34% / +2.01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30.00% / 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36.90% / -1.11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26.14% / +1.93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20.74% / +0.63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28.54% / +1.37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37.29% / +2.42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25.20% / +0.13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17.94% / +1.22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24.82% / +0.09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32.10% / -0.33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23.72% / +0.61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13.38% / +0.28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31.33% / +0.04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38.05% / +0.18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27.93% / -0.16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18.21% / 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48 | MoM +4.2%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-8.1%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11,424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34,107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35.4%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24.0%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20.7%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28.5%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20.7%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23.5%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15.3%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