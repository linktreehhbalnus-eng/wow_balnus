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  <c:pt idx="14">
                  <c:v>41.0</c:v>
                </c:pt>
                <c:pt idx="15">
                  <c:v>43.0</c:v>
                </c:pt>
                <c:pt idx="16">
                  <c:v>35.0</c:v>
                </c:pt>
                <c:pt idx="17">
                  <c:v>43.0</c:v>
                </c:pt>
                <c:pt idx="18">
                  <c:v>52.0</c:v>
                </c:pt>
                <c:pt idx="19">
                  <c:v>60.0</c:v>
                </c:pt>
                <c:pt idx="20">
                  <c:v>48.0</c:v>
                </c:pt>
                <c:pt idx="21">
                  <c:v>49.0</c:v>
                </c:pt>
                <c:pt idx="22">
                  <c:v>40.0</c:v>
                </c:pt>
                <c:pt idx="23">
                  <c:v>43.0</c:v>
                </c:pt>
                <c:pt idx="24">
                  <c:v>48.0</c:v>
                </c:pt>
                <c:pt idx="25">
                  <c:v>44.0</c:v>
                </c:pt>
                <c:pt idx="26">
                  <c:v>44.0</c:v>
                </c:pt>
                <c:pt idx="27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  <c:pt idx="14">
                  <c:v>12.0</c:v>
                </c:pt>
                <c:pt idx="15">
                  <c:v>10.0</c:v>
                </c:pt>
                <c:pt idx="16">
                  <c:v>11.0</c:v>
                </c:pt>
                <c:pt idx="17">
                  <c:v>14.0</c:v>
                </c:pt>
                <c:pt idx="18">
                  <c:v>19.0</c:v>
                </c:pt>
                <c:pt idx="19">
                  <c:v>22.0</c:v>
                </c:pt>
                <c:pt idx="20">
                  <c:v>15.0</c:v>
                </c:pt>
                <c:pt idx="21">
                  <c:v>16.0</c:v>
                </c:pt>
                <c:pt idx="22">
                  <c:v>11.0</c:v>
                </c:pt>
                <c:pt idx="23">
                  <c:v>12.0</c:v>
                </c:pt>
                <c:pt idx="24">
                  <c:v>15.0</c:v>
                </c:pt>
                <c:pt idx="25">
                  <c:v>10.0</c:v>
                </c:pt>
                <c:pt idx="26">
                  <c:v>13.0</c:v>
                </c:pt>
                <c:pt idx="27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  <c:pt idx="14">
                  <c:v>23.0</c:v>
                </c:pt>
                <c:pt idx="15">
                  <c:v>23.0</c:v>
                </c:pt>
                <c:pt idx="16">
                  <c:v>16.0</c:v>
                </c:pt>
                <c:pt idx="17">
                  <c:v>20.0</c:v>
                </c:pt>
                <c:pt idx="18">
                  <c:v>24.0</c:v>
                </c:pt>
                <c:pt idx="19">
                  <c:v>27.0</c:v>
                </c:pt>
                <c:pt idx="20">
                  <c:v>23.0</c:v>
                </c:pt>
                <c:pt idx="21">
                  <c:v>25.0</c:v>
                </c:pt>
                <c:pt idx="22">
                  <c:v>23.0</c:v>
                </c:pt>
                <c:pt idx="23">
                  <c:v>19.0</c:v>
                </c:pt>
                <c:pt idx="24">
                  <c:v>20.0</c:v>
                </c:pt>
                <c:pt idx="25">
                  <c:v>25.0</c:v>
                </c:pt>
                <c:pt idx="26">
                  <c:v>22.0</c:v>
                </c:pt>
                <c:pt idx="27">
                  <c:v>23.0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  <c:pt idx="14">
                  <c:v>7.0</c:v>
                </c:pt>
                <c:pt idx="15">
                  <c:v>10.0</c:v>
                </c:pt>
                <c:pt idx="16">
                  <c:v>8.0</c:v>
                </c:pt>
                <c:pt idx="17">
                  <c:v>10.0</c:v>
                </c:pt>
                <c:pt idx="18">
                  <c:v>9.0</c:v>
                </c:pt>
                <c:pt idx="19">
                  <c:v>11.0</c:v>
                </c:pt>
                <c:pt idx="20">
                  <c:v>10.0</c:v>
                </c:pt>
                <c:pt idx="21">
                  <c:v>8.0</c:v>
                </c:pt>
                <c:pt idx="22">
                  <c:v>6.0</c:v>
                </c:pt>
                <c:pt idx="23">
                  <c:v>12.0</c:v>
                </c:pt>
                <c:pt idx="24">
                  <c:v>13.0</c:v>
                </c:pt>
                <c:pt idx="25">
                  <c:v>9.0</c:v>
                </c:pt>
                <c:pt idx="26">
                  <c:v>9.0</c:v>
                </c:pt>
                <c:pt idx="27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Sheet1!$F$2:$F$29</c:f>
              <c:numCache>
                <c:formatCode>General</c:formatCode>
                <c:ptCount val="28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  <c:pt idx="14">
                  <c:v>31.0</c:v>
                </c:pt>
                <c:pt idx="15">
                  <c:v>40.0</c:v>
                </c:pt>
                <c:pt idx="16">
                  <c:v>43.0</c:v>
                </c:pt>
                <c:pt idx="17">
                  <c:v>35.0</c:v>
                </c:pt>
                <c:pt idx="18">
                  <c:v>50.0</c:v>
                </c:pt>
                <c:pt idx="19">
                  <c:v>44.0</c:v>
                </c:pt>
                <c:pt idx="20">
                  <c:v>46.0</c:v>
                </c:pt>
                <c:pt idx="21">
                  <c:v>40.0</c:v>
                </c:pt>
                <c:pt idx="22">
                  <c:v>36.0</c:v>
                </c:pt>
                <c:pt idx="23">
                  <c:v>45.0</c:v>
                </c:pt>
                <c:pt idx="24">
                  <c:v>37.0</c:v>
                </c:pt>
                <c:pt idx="25">
                  <c:v>43.0</c:v>
                </c:pt>
                <c:pt idx="26">
                  <c:v>33.0</c:v>
                </c:pt>
                <c:pt idx="27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15.0</c:v>
                </c:pt>
                <c:pt idx="17">
                  <c:v>9.0</c:v>
                </c:pt>
                <c:pt idx="18">
                  <c:v>18.0</c:v>
                </c:pt>
                <c:pt idx="19">
                  <c:v>16.0</c:v>
                </c:pt>
                <c:pt idx="20">
                  <c:v>18.0</c:v>
                </c:pt>
                <c:pt idx="21">
                  <c:v>10.0</c:v>
                </c:pt>
                <c:pt idx="22">
                  <c:v>12.0</c:v>
                </c:pt>
                <c:pt idx="23">
                  <c:v>12.0</c:v>
                </c:pt>
                <c:pt idx="24">
                  <c:v>12.0</c:v>
                </c:pt>
                <c:pt idx="25">
                  <c:v>13.0</c:v>
                </c:pt>
                <c:pt idx="26">
                  <c:v>11.0</c:v>
                </c:pt>
                <c:pt idx="27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  <c:pt idx="14">
                  <c:v>16.0</c:v>
                </c:pt>
                <c:pt idx="15">
                  <c:v>26.0</c:v>
                </c:pt>
                <c:pt idx="16">
                  <c:v>21.0</c:v>
                </c:pt>
                <c:pt idx="17">
                  <c:v>19.0</c:v>
                </c:pt>
                <c:pt idx="18">
                  <c:v>20.0</c:v>
                </c:pt>
                <c:pt idx="19">
                  <c:v>22.0</c:v>
                </c:pt>
                <c:pt idx="20">
                  <c:v>23.0</c:v>
                </c:pt>
                <c:pt idx="21">
                  <c:v>18.0</c:v>
                </c:pt>
                <c:pt idx="22">
                  <c:v>21.0</c:v>
                </c:pt>
                <c:pt idx="23">
                  <c:v>26.0</c:v>
                </c:pt>
                <c:pt idx="24">
                  <c:v>17.0</c:v>
                </c:pt>
                <c:pt idx="25">
                  <c:v>18.0</c:v>
                </c:pt>
                <c:pt idx="26">
                  <c:v>19.0</c:v>
                </c:pt>
                <c:pt idx="27">
                  <c:v>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  <c:pt idx="14">
                  <c:v>7.0</c:v>
                </c:pt>
                <c:pt idx="15">
                  <c:v>7.0</c:v>
                </c:pt>
                <c:pt idx="16">
                  <c:v>7.0</c:v>
                </c:pt>
                <c:pt idx="17">
                  <c:v>7.0</c:v>
                </c:pt>
                <c:pt idx="18">
                  <c:v>12.0</c:v>
                </c:pt>
                <c:pt idx="19">
                  <c:v>6.0</c:v>
                </c:pt>
                <c:pt idx="20">
                  <c:v>6.0</c:v>
                </c:pt>
                <c:pt idx="21">
                  <c:v>12.0</c:v>
                </c:pt>
                <c:pt idx="22">
                  <c:v>3.0</c:v>
                </c:pt>
                <c:pt idx="23">
                  <c:v>7.0</c:v>
                </c:pt>
                <c:pt idx="24">
                  <c:v>8.0</c:v>
                </c:pt>
                <c:pt idx="25">
                  <c:v>12.0</c:v>
                </c:pt>
                <c:pt idx="26">
                  <c:v>3.0</c:v>
                </c:pt>
                <c:pt idx="27">
                  <c:v>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Sheet1!$F$2:$F$29</c:f>
              <c:numCache>
                <c:formatCode>General</c:formatCode>
                <c:ptCount val="28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2.269,5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1.952,0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364  (+3,7%)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233   Δ -41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223   Δ -36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225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6.592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6.592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28 (67,9%)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148 / 315 (47,0%)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-18,7% | Turun 110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187 / 364 (51,4%)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-15,4% | Turun 138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7 (71,4%)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69 (55,1%)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-15,6%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 / 82 (58,5%)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-12,7%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11 (81,8%)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71 / 165 (43,0%)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-23,7% | Turun 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92 / 188 (48,9%)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-19,3% | Turun 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 / 81 (48,1%)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-11,4%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 / 94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-9,6%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1.931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1.084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28 (14,3%)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 / 315 (9,2%)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-21,6% | Turun 110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52 / 364 (14,3%)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138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69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82 (17,1%)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11 (36,4%)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165 (7,9%)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 | Turun 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 / 188 (14,9%)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-15,2% | Turun 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81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94 (10,6%)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7.254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671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192 | MoM -17,6%
PS: 187 | MoM -16,1%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153 | Active 48,6% | MoM -21,1%
  PS: 148 | Active 47,0% | MoM -19,6%
• Greenfield
  RE: 19 | Active 67,9% | MoM 0,0%
  PS: 19 | Active 67,9%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-66,7%, Gap -2
• Grapari Gatsu Tengah: PS -60,0%, Gap -3
• Grapari Jimbaran: PS -50,0%, Gap -11
• Grapari Kuta: PS +12,5%, Gap 1
• Grapari Negara: PS -60,0%,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-53,5%, Gap -23
• Grapari Singaraja: PS -20,0%, Gap -1
• Grapari Tabanan: PS -16,7%, Gap -1
• Grapari Ubud: PS -25,0%, Gap -4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-253 (-28,0%), PS -267 (-33,8%)
• Bali Tengah: RE -208 (-13,2%), PS -234 (-17,7%)
• Bali Timur: RE -116 (-22,2%), PS -85 (-21,2%)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-13 (-7,4%), PS -12 (-9,5%)
• Bali Timur: RE 10 (+18,9%), PS -9 (-22,0%)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-14 (-25,5%), PS -9 (-24,3%)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0 (0,0%), PS -3 (-60,0%)
• Bali Timur: RE -1 (-16,7%), PS -2 (-40,0%)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576,9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pinky priyantini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IDA9238809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HAYAT ANSORI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SPOAA27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nengah semara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INE6371994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EKA PUTU WIGUNA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SPXPW93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SPXBRT80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JONI LASTIAWAN.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SPNJL26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pinky priyantini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IDA9238809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nengah semara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INE6371994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HAYAT ANSORI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SPOAA27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Komang ayu Ari widnyani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NIK6743002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Suriantini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NIK5337350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Kadek Putra Adhi Prasetya Arintama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IKA8469114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Madina Vera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NIL7530759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WYN ARYANITI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SPAYT27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PUTU NGURAH UPHADANA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SPNGU91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WYN ARYANITI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SPAYT27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DEVI PREDIYANI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SPRPN60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BAGUS ANOM PURWA KENITEN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SPEAB78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NGURAH PT WIDIYADANA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SPXWDY77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96.18%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96.23% | MoM -0.05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-1.40 pp | Rp-788.4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95.73%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95.59% | MoM +0.14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Rp54.09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Rp53.96 M | MoM +0.3%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96.18%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95.73%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Rp54.09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Rp-788.4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95.27%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94.75%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Rp10.58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Rp-257.1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96.34%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Rp30.46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Rp-393.2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96.56%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96.29%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Rp13.05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Rp-138.1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98.45% / -0.61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96.71% / -2.86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99.36% / +0.79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98.19% / -1.81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94.29% / +0.48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92.47% / -1.79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94.53% / +1.95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95.88% / -1.47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88.61% / -0.21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88.41% / -0.31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87.71% / -0.33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91.72% / +0.39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92.65% / -0.06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91.64% / -0.27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92.70% / +0.18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93.59% / -0.55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94.32% / -0.08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93.39% / -0.15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94.21% / +0.00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95.59% / -0.19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97.25% / -0.05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96.60% / -0.13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97.53% / -0.02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97.11% / -0.05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M-1 515 | MoM +3.3%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+800.0%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+800.0%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 / +5.2%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 / -8.3%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52 / -10.3%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 / +157.1%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440 / +0.7%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66 / -2.9%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289 / +5.9%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85 / -11.5%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29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57,922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71.8%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22,789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90.4%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80.4%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97.1%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94.4%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90.6%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88.0%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85.0%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79.3%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99.4%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99.1%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88.9%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84.6%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80.3%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78.6%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98.6%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97.1%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94.5%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87.3%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87.7%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79.9%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72.7%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67.6%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73.7%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71.2%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72.4%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65.4%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78.3%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76.6%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75.7%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70.7%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65.7%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85.3%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83.0%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80.2%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76.7%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61.6%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62.0%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58.6%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64.6%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64.4%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64.2%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60.6%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58.4%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58.5%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75.0%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78.2%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76.6%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75.6%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71.6%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75.2%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62.3%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55.4%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52.3%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58.1%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54.0%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53.0%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72.4%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72.9%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72.4%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67.2%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