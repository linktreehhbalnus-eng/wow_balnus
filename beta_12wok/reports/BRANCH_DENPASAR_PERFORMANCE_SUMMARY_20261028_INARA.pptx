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  <c:pt idx="27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  <c:pt idx="2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  <c:pt idx="27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  <c:pt idx="2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  <c:pt idx="2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  <c:pt idx="2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  <c:pt idx="2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  <c:pt idx="27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233   Δ -42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223   Δ -36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6.592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 / 337 (43,9%)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-18,7%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187 / 378 (49,5%)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81 (59,3%)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164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 / 185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104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112 (42,0%)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337 (8,6%)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-21,6%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378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81 (17,3%)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185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104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112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191 | MoM -18,0%
PS: 187 | MoM -16,1%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153 | Active 45,4% | MoM -21,1%
  PS: 148 | Active 43,9% | MoM -19,6%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-66,7%, Gap -2
• Grapari Gatsu Tengah: PS -60,0%, Gap -3
• Grapari Jimbaran: PS -50,0%, Gap -11
• Grapari Kuta: PS +12,5%, Gap 1
• Grapari Negara: PS -60,0%,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-53,5%, Gap -23
• Grapari Singaraja: PS -20,0%, Gap -1
• Grapari Tabanan: PS -16,7%, Gap -1
• Grapari Ubud: PS -25,0%,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-253 (-28,0%), PS -267 (-33,8%)
• Bali Tengah: RE -208 (-13,2%), PS -234 (-17,7%)
• Bali Timur: RE -116 (-22,2%), PS -85 (-21,2%)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(-7,4%), PS -12 (-9,5%)
• Bali Timur: RE 10 (+18,9%), PS -9 (-22,0%)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 (-25,5%), PS -9 (-24,3%)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0 (0,0%), PS -3 (-60,0%)
• Bali Timur: RE -1 (-16,7%),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Komang ayu Ari widnyani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NIK6743002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GEDE HARYA PRADNYA MAHA ARSA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PUT6943727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Kevin Marzheel Eberhartd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KEV8660786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95.72%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95.83% | MoM -0.11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-1.86 pp | Rp-1.04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95.15%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Rp53.83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Rp53.74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Rp-302.8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Rp30.29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-2.01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95.53% / -2.75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96.74% / -1.62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97.79% / -2.21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91.57% / -0.59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91.70% / +2.06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90.40% / -1.34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95.22% / -1.51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87.67%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87.76%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86.79% / -0.31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90.34% / 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91.90% / -0.16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90.96% / -0.30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91.91% / +0.04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92.87% / 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92.57%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93.61% / +0.19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94.80% / -0.50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96.98%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96.34% / -0.11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96.85%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M-1 502 | MoM -0.8%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 / 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48 / -15.8%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 / +171.4%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410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61 / 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271 / +2.7%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78 / -17.0%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28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57,697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23,014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78.2%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65.5%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74.7%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52.9%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