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  <c:pt idx="23">
                  <c:v>43.0</c:v>
                </c:pt>
                <c:pt idx="24">
                  <c:v>48.0</c:v>
                </c:pt>
                <c:pt idx="25">
                  <c:v>44.0</c:v>
                </c:pt>
                <c:pt idx="26">
                  <c:v>44.0</c:v>
                </c:pt>
                <c:pt idx="27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  <c:pt idx="23">
                  <c:v>12.0</c:v>
                </c:pt>
                <c:pt idx="24">
                  <c:v>15.0</c:v>
                </c:pt>
                <c:pt idx="25">
                  <c:v>10.0</c:v>
                </c:pt>
                <c:pt idx="26">
                  <c:v>13.0</c:v>
                </c:pt>
                <c:pt idx="2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  <c:pt idx="23">
                  <c:v>19.0</c:v>
                </c:pt>
                <c:pt idx="24">
                  <c:v>20.0</c:v>
                </c:pt>
                <c:pt idx="25">
                  <c:v>25.0</c:v>
                </c:pt>
                <c:pt idx="26">
                  <c:v>22.0</c:v>
                </c:pt>
                <c:pt idx="27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  <c:pt idx="23">
                  <c:v>12.0</c:v>
                </c:pt>
                <c:pt idx="24">
                  <c:v>13.0</c:v>
                </c:pt>
                <c:pt idx="25">
                  <c:v>9.0</c:v>
                </c:pt>
                <c:pt idx="26">
                  <c:v>9.0</c:v>
                </c:pt>
                <c:pt idx="27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  <c:pt idx="23">
                  <c:v>45.0</c:v>
                </c:pt>
                <c:pt idx="24">
                  <c:v>37.0</c:v>
                </c:pt>
                <c:pt idx="25">
                  <c:v>43.0</c:v>
                </c:pt>
                <c:pt idx="26">
                  <c:v>33.0</c:v>
                </c:pt>
                <c:pt idx="27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  <c:pt idx="23">
                  <c:v>12.0</c:v>
                </c:pt>
                <c:pt idx="24">
                  <c:v>12.0</c:v>
                </c:pt>
                <c:pt idx="25">
                  <c:v>13.0</c:v>
                </c:pt>
                <c:pt idx="26">
                  <c:v>11.0</c:v>
                </c:pt>
                <c:pt idx="27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  <c:pt idx="23">
                  <c:v>26.0</c:v>
                </c:pt>
                <c:pt idx="24">
                  <c:v>17.0</c:v>
                </c:pt>
                <c:pt idx="25">
                  <c:v>18.0</c:v>
                </c:pt>
                <c:pt idx="26">
                  <c:v>19.0</c:v>
                </c:pt>
                <c:pt idx="27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  <c:pt idx="23">
                  <c:v>7.0</c:v>
                </c:pt>
                <c:pt idx="24">
                  <c:v>8.0</c:v>
                </c:pt>
                <c:pt idx="25">
                  <c:v>12.0</c:v>
                </c:pt>
                <c:pt idx="26">
                  <c:v>3.0</c:v>
                </c:pt>
                <c:pt idx="27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2.269,5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1.863,0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364  (+3,7%)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233   Δ -41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223   Δ -36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227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6.782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6.782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28 (67,9%)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148 / 315 (47,0%)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-18,7% | Turun 111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187 / 364 (51,4%)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-15,4% | Turun 137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69 (55,1%)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 / 82 (58,5%)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 | Turun 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165 (43,0%)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 / 188 (48,9%)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 | Turun 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81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 / 94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2.009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1.120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28 (17,9%)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315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-23,7% | Turun 111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 / 364 (14,6%)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 | Turun 137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69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82 (17,1%)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 | Turun 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11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165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188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81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94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7.254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192 | MoM -17,6%
PS: 187 | MoM -16,1%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153 | Active 48,6% | MoM -21,1%
  PS: 148 | Active 47,0% | MoM -19,6%
• Greenfield
  RE: 19 | Active 67,9% | MoM 0,0%
  PS: 19 | Active 67,9%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-66,7%, Gap -2
• Grapari Gatsu Tengah: PS -60,0%, Gap -3
• Grapari Jimbaran: PS -50,0%, Gap -11
• Grapari Kuta: PS +12,5%, Gap 1
• Grapari Negara: PS -60,0%,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-48,8%, Gap -21
• Grapari Singaraja: PS -20,0%, Gap -1
• Grapari Tabanan: PS -16,7%, Gap -1
• Grapari Ubud: PS -25,0%,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-253 (-28,0%), PS -241 (-30,5%)
• Bali Tengah: RE -208 (-13,2%), PS -198 (-14,9%)
• Bali Timur: RE -116 (-22,2%), PS -69 (-17,2%)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-13 (-7,4%), PS -8 (-6,3%)
• Bali Timur: RE 10 (+18,9%), PS -7 (-17,1%)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-14 (-25,5%), PS -9 (-24,3%)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0 (0,0%), PS -3 (-60,0%)
• Bali Timur: RE -1 (-16,7%), PS -2 (-40,0%)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576,9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pinky priyantini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IDA9238809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SPOAA27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GED6635775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PUTU NGURAH UPHADANA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SPNGU91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WYN ARYANITI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SPAYT27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DEVI PREDIYANI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SPRPN60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ANOM PURWA KENITEN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SPEAB78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96.18%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96.23% | MoM -0.05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-1.40 pp | Rp-788.4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95.73%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95.59% | MoM +0.14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Rp54.09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Rp53.96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96.18%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Rp54.09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Rp-788.4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Rp-257.1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Rp30.46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Rp-393.2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96.29%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Rp-138.1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98.45% / -0.61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96.71% / -2.86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99.36% / +0.79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98.19% / -1.81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94.29% / +0.48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92.47% / -1.79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94.53% / +1.95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95.88%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88.61% / -0.21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88.41% / -0.31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87.71% / -0.33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91.72% / 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92.65%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91.64%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92.70% / +0.18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93.59% / -0.55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94.32%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93.39% / -0.15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94.21% / +0.00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95.59% / -0.19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97.25% / 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97.53% / -0.02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97.11% / 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M-1 515 | MoM +3.3%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+800.0%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 / +5.2%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 / -10.3%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+157.1%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440 / +0.7%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66 / -2.9%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289 / +5.9%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85 / -11.5%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57,922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22,789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84.6%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80.3%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78.6%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94.5%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87.7%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71.2%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85.3%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76.7%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58.5%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75.2%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52.3%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53.0%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67.2%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