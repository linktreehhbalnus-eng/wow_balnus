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20/09</c:v>
                </c:pt>
                <c:pt idx="1">
                  <c:v>21/09</c:v>
                </c:pt>
                <c:pt idx="2">
                  <c:v>22/09</c:v>
                </c:pt>
                <c:pt idx="3">
                  <c:v>23/09</c:v>
                </c:pt>
                <c:pt idx="4">
                  <c:v>24/09</c:v>
                </c:pt>
                <c:pt idx="5">
                  <c:v>25/09</c:v>
                </c:pt>
                <c:pt idx="6">
                  <c:v>26/09</c:v>
                </c:pt>
                <c:pt idx="7">
                  <c:v>27/09</c:v>
                </c:pt>
                <c:pt idx="8">
                  <c:v>28/09</c:v>
                </c:pt>
                <c:pt idx="9">
                  <c:v>29/09</c:v>
                </c:pt>
                <c:pt idx="10">
                  <c:v>30/09</c:v>
                </c:pt>
                <c:pt idx="11">
                  <c:v>01/10</c:v>
                </c:pt>
                <c:pt idx="12">
                  <c:v>02/10</c:v>
                </c:pt>
                <c:pt idx="13">
                  <c:v>03/10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193.0</c:v>
                </c:pt>
                <c:pt idx="1">
                  <c:v>378.0</c:v>
                </c:pt>
                <c:pt idx="2">
                  <c:v>316.0</c:v>
                </c:pt>
                <c:pt idx="3">
                  <c:v>299.0</c:v>
                </c:pt>
                <c:pt idx="4">
                  <c:v>309.0</c:v>
                </c:pt>
                <c:pt idx="5">
                  <c:v>303.0</c:v>
                </c:pt>
                <c:pt idx="6">
                  <c:v>248.0</c:v>
                </c:pt>
                <c:pt idx="7">
                  <c:v>150.0</c:v>
                </c:pt>
                <c:pt idx="8">
                  <c:v>315.0</c:v>
                </c:pt>
                <c:pt idx="9">
                  <c:v>321.0</c:v>
                </c:pt>
                <c:pt idx="10">
                  <c:v>271.0</c:v>
                </c:pt>
                <c:pt idx="11">
                  <c:v>352.0</c:v>
                </c:pt>
                <c:pt idx="12">
                  <c:v>332.0</c:v>
                </c:pt>
                <c:pt idx="13">
                  <c:v>257.0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20/09</c:v>
                </c:pt>
                <c:pt idx="1">
                  <c:v>21/09</c:v>
                </c:pt>
                <c:pt idx="2">
                  <c:v>22/09</c:v>
                </c:pt>
                <c:pt idx="3">
                  <c:v>23/09</c:v>
                </c:pt>
                <c:pt idx="4">
                  <c:v>24/09</c:v>
                </c:pt>
                <c:pt idx="5">
                  <c:v>25/09</c:v>
                </c:pt>
                <c:pt idx="6">
                  <c:v>26/09</c:v>
                </c:pt>
                <c:pt idx="7">
                  <c:v>27/09</c:v>
                </c:pt>
                <c:pt idx="8">
                  <c:v>28/09</c:v>
                </c:pt>
                <c:pt idx="9">
                  <c:v>29/09</c:v>
                </c:pt>
                <c:pt idx="10">
                  <c:v>30/09</c:v>
                </c:pt>
                <c:pt idx="11">
                  <c:v>01/10</c:v>
                </c:pt>
                <c:pt idx="12">
                  <c:v>02/10</c:v>
                </c:pt>
                <c:pt idx="13">
                  <c:v>03/10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177.0</c:v>
                </c:pt>
                <c:pt idx="1">
                  <c:v>269.0</c:v>
                </c:pt>
                <c:pt idx="2">
                  <c:v>271.0</c:v>
                </c:pt>
                <c:pt idx="3">
                  <c:v>247.0</c:v>
                </c:pt>
                <c:pt idx="4">
                  <c:v>254.0</c:v>
                </c:pt>
                <c:pt idx="5">
                  <c:v>239.0</c:v>
                </c:pt>
                <c:pt idx="6">
                  <c:v>173.0</c:v>
                </c:pt>
                <c:pt idx="7">
                  <c:v>131.0</c:v>
                </c:pt>
                <c:pt idx="8">
                  <c:v>241.0</c:v>
                </c:pt>
                <c:pt idx="9">
                  <c:v>240.0</c:v>
                </c:pt>
                <c:pt idx="10">
                  <c:v>239.0</c:v>
                </c:pt>
                <c:pt idx="11">
                  <c:v>238.0</c:v>
                </c:pt>
                <c:pt idx="12">
                  <c:v>225.0</c:v>
                </c:pt>
                <c:pt idx="13">
                  <c:v>205.0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-14,5% &amp; PS -22,0% MoM — Achievement Mencapai 8,0% (RE) / 7,0%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(-12,3%), Kupang Terdalam (-27,7%)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(+15,3%), Bali Barat Terdalam (-50,7%)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Dompu Penyumbang PS Absolut Terbesar (+6), Sabu Raijua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+16, Bottom 5 -112, dan perubahan PS regional -188.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(-11,1%), TSEL One &gt;30 Mbps Turun Terdalam (-66,7%)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-5,2%, Aktivitas DJP -3,1%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1.391 (26,5%)
Visit DJP: 3.827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1.181 (84,1%)
Visit DJP: 3.630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DARUSSALAM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MAWAYANA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 Setyawan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MELSI ORIANA TAELA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LUKAS ALFREDO LODANG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USAMAH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Septian Adiputra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MELSI ORIANA TAELA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 Setyawan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Bambang Agus Subyantoro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BUDIYANSYAH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YUSUF MARIO BENNY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Ignasius paga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AHMAD AMMAR DANI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MAWAYANA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MIRANDA DODO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SHINTIA SRIGANTINY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JEVRIANUS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YUNIARTI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BERLIN RIZKAILLAH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Reno dhika nur febriansyah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AFRILIAN WULANSARI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ZEFERINO DOS REIS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01–03 Okt 2026 vs MTD-1 01–03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1.100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147,1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121,8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289 | MoM -12,2%
PS: 271 | MoM -5,2%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222 | Active 27,8% | MoM -13,3%
  PS: 204 | Active 25,6% | MoM -8,1%
• Greenfield
  RE: 32 | Active 55,2% | MoM -13,5%
  PS: 32 | Active 55,2% | MoM +14,3%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-33,3%, Gap -5
• Flores: PS +12,5%, Gap +2
• Kupang: PS +16,7%, Gap +1
• Mataram: PS -26,3%, Gap -5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Amlapura (Denpasar): -100,0%, Gap -1
• Grapari Negara (Denpasar): -100,0%, Gap -1
• Grapari Ubud (Denpasar): -100,0%, Gap -1
• Grapari Malaka (Kupang): -100,0%, Gap -1
• Grapari Mataram (Mataram): -90,0%, Gap -9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-56 (-39,2%), PS -71 (-53,0%)
• Bali Tengah: RE -10 (-4,7%), PS -22 (-12,5%)
• Lombok: RE -22 (-15,0%), PS -17 (-14,7%)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-2 (-25,0%), PS -5 (-62,5%)
• Ende Sikka: RE -1 (-33,3%), PS -2 (-66,7%)
• Sumbawa Timur: RE +3 (+100,0%), PS -2 (-66,7%)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 (-12,5%), PS -2 (-50,0%)
• Bali Timur: RE -2 (-50,0%), PS -1 (-100,0%)
• Ende Sikka: RE +1 (—),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(-100,0%), PS -1 (-100,0%)
• Manggarai: RE -1 (-100,0%), PS -1 (-100,0%)
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01–03 Okt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310 (23,5%)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 | Turun 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104 / 351 (29,6%)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-1,0% | Turun 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136 (22,8%)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150 (28,0%)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139 (23,7%)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-36,5%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152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-35,6%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16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 / 213 (31,5%)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 / 240 (36,2%)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58 (55,2%)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+18,5%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204 / 798 (25,6%)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-9,3% | Turun 151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271 / 924 (29,3%)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 | Turun 188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+277,8%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351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798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151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924 (0,5%)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-37,5% | Turun 188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