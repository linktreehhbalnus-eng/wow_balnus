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193.0</c:v>
                </c:pt>
                <c:pt idx="1">
                  <c:v>378.0</c:v>
                </c:pt>
                <c:pt idx="2">
                  <c:v>316.0</c:v>
                </c:pt>
                <c:pt idx="3">
                  <c:v>299.0</c:v>
                </c:pt>
                <c:pt idx="4">
                  <c:v>309.0</c:v>
                </c:pt>
                <c:pt idx="5">
                  <c:v>303.0</c:v>
                </c:pt>
                <c:pt idx="6">
                  <c:v>248.0</c:v>
                </c:pt>
                <c:pt idx="7">
                  <c:v>150.0</c:v>
                </c:pt>
                <c:pt idx="8">
                  <c:v>315.0</c:v>
                </c:pt>
                <c:pt idx="9">
                  <c:v>321.0</c:v>
                </c:pt>
                <c:pt idx="10">
                  <c:v>271.0</c:v>
                </c:pt>
                <c:pt idx="11">
                  <c:v>352.0</c:v>
                </c:pt>
                <c:pt idx="12">
                  <c:v>332.0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177.0</c:v>
                </c:pt>
                <c:pt idx="1">
                  <c:v>269.0</c:v>
                </c:pt>
                <c:pt idx="2">
                  <c:v>271.0</c:v>
                </c:pt>
                <c:pt idx="3">
                  <c:v>247.0</c:v>
                </c:pt>
                <c:pt idx="4">
                  <c:v>254.0</c:v>
                </c:pt>
                <c:pt idx="5">
                  <c:v>239.0</c:v>
                </c:pt>
                <c:pt idx="6">
                  <c:v>173.0</c:v>
                </c:pt>
                <c:pt idx="7">
                  <c:v>131.0</c:v>
                </c:pt>
                <c:pt idx="8">
                  <c:v>241.0</c:v>
                </c:pt>
                <c:pt idx="9">
                  <c:v>240.0</c:v>
                </c:pt>
                <c:pt idx="10">
                  <c:v>239.0</c:v>
                </c:pt>
                <c:pt idx="11">
                  <c:v>238.0</c:v>
                </c:pt>
                <c:pt idx="12">
                  <c:v>225.0</c:v>
                </c:pt>
                <c:pt idx="13">
                  <c:v>205.0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-22,0% MoM — Achievement Mencapai 8,0% (RE) / 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(-12,3%), Kupang Terdalam (-27,7%)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(+15,3%), Bali Barat Terdalam (-50,7%)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(+6), Sabu Raijua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5 -112, dan perubahan PS regional -188.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(-11,1%),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-4,6%,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306 (23,9%)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 / 347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129 (24,0%)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143 (29,4%)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143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156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210 (31,9%)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+11,7%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237 (36,7%)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58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204 / 788 (25,9%)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149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271 / 901 (30,1%)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-5,2% | Turun 187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149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901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187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SPLSL72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LUK7951132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HAR9686163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HEL4506624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SPBNE43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IGN7412146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BAM8870058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SPKPG09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SPARH69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SPXXMD19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SPSSG22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SPNOT11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SPNTB55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BER7356850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SUN4743590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CHR2660088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SPXDWI69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289 | MoM -11,6%
PS: 271 | MoM -4,6%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222 | Active 28,2% | MoM -12,6%
  PS: 204 | Active 25,9% | MoM -7,3%
• Greenfield
  RE: 32 | Active 55,2% | MoM -13,5%
  PS: 32 | Active 55,2% | MoM +14,3%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-5
• Flores: PS +12,5%, Gap +2
• Kupang: PS +16,7%, Gap +1
• Mataram: PS -26,3%,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Negara (Denpasar): -100,0%, Gap -1
• Grapari Ubud (Denpasar): -100,0%, Gap -1
• Grapari Malaka (Kupang): -100,0%, Gap -1
• Grapari Mataram (Mataram): -90,0%, Gap -9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Lombok: RE -22 (-15,0%), PS -17 (-14,7%)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-2 (-25,0%), PS -5 (-62,5%)
• Ende Sikka: RE -1 (-33,3%), PS -2 (-66,7%)
• Sumbawa Timur: RE +3 (+100,0%),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