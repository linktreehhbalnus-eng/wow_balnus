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47.0</c:v>
                </c:pt>
                <c:pt idx="1">
                  <c:v>54.0</c:v>
                </c:pt>
                <c:pt idx="2">
                  <c:v>40.0</c:v>
                </c:pt>
                <c:pt idx="3">
                  <c:v>28.0</c:v>
                </c:pt>
                <c:pt idx="4">
                  <c:v>43.0</c:v>
                </c:pt>
                <c:pt idx="5">
                  <c:v>48.0</c:v>
                </c:pt>
                <c:pt idx="6">
                  <c:v>50.0</c:v>
                </c:pt>
                <c:pt idx="7">
                  <c:v>42.0</c:v>
                </c:pt>
                <c:pt idx="8">
                  <c:v>39.0</c:v>
                </c:pt>
                <c:pt idx="9">
                  <c:v>47.0</c:v>
                </c:pt>
                <c:pt idx="10">
                  <c:v>31.0</c:v>
                </c:pt>
                <c:pt idx="11">
                  <c:v>43.0</c:v>
                </c:pt>
                <c:pt idx="12">
                  <c:v>45.0</c:v>
                </c:pt>
                <c:pt idx="13">
                  <c:v>55.0</c:v>
                </c:pt>
                <c:pt idx="14">
                  <c:v>55.0</c:v>
                </c:pt>
                <c:pt idx="15">
                  <c:v>57.0</c:v>
                </c:pt>
                <c:pt idx="16">
                  <c:v>38.0</c:v>
                </c:pt>
                <c:pt idx="17">
                  <c:v>39.0</c:v>
                </c:pt>
                <c:pt idx="18">
                  <c:v>56.0</c:v>
                </c:pt>
                <c:pt idx="19">
                  <c:v>65.0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25.0</c:v>
                </c:pt>
                <c:pt idx="1">
                  <c:v>30.0</c:v>
                </c:pt>
                <c:pt idx="2">
                  <c:v>20.0</c:v>
                </c:pt>
                <c:pt idx="3">
                  <c:v>14.0</c:v>
                </c:pt>
                <c:pt idx="4">
                  <c:v>25.0</c:v>
                </c:pt>
                <c:pt idx="5">
                  <c:v>25.0</c:v>
                </c:pt>
                <c:pt idx="6">
                  <c:v>23.0</c:v>
                </c:pt>
                <c:pt idx="7">
                  <c:v>19.0</c:v>
                </c:pt>
                <c:pt idx="8">
                  <c:v>21.0</c:v>
                </c:pt>
                <c:pt idx="9">
                  <c:v>30.0</c:v>
                </c:pt>
                <c:pt idx="10">
                  <c:v>18.0</c:v>
                </c:pt>
                <c:pt idx="11">
                  <c:v>22.0</c:v>
                </c:pt>
                <c:pt idx="12">
                  <c:v>21.0</c:v>
                </c:pt>
                <c:pt idx="13">
                  <c:v>32.0</c:v>
                </c:pt>
                <c:pt idx="14">
                  <c:v>31.0</c:v>
                </c:pt>
                <c:pt idx="15">
                  <c:v>28.0</c:v>
                </c:pt>
                <c:pt idx="16">
                  <c:v>21.0</c:v>
                </c:pt>
                <c:pt idx="17">
                  <c:v>26.0</c:v>
                </c:pt>
                <c:pt idx="18">
                  <c:v>31.0</c:v>
                </c:pt>
                <c:pt idx="19">
                  <c:v>38.0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Sheet1!$D$2:$D$21</c:f>
              <c:numCache>
                <c:formatCode>General</c:formatCode>
                <c:ptCount val="20"/>
                <c:pt idx="0">
                  <c:v>6.0</c:v>
                </c:pt>
                <c:pt idx="1">
                  <c:v>7.0</c:v>
                </c:pt>
                <c:pt idx="2">
                  <c:v>5.0</c:v>
                </c:pt>
                <c:pt idx="3">
                  <c:v>2.0</c:v>
                </c:pt>
                <c:pt idx="4">
                  <c:v>9.0</c:v>
                </c:pt>
                <c:pt idx="5">
                  <c:v>5.0</c:v>
                </c:pt>
                <c:pt idx="6">
                  <c:v>9.0</c:v>
                </c:pt>
                <c:pt idx="7">
                  <c:v>9.0</c:v>
                </c:pt>
                <c:pt idx="8">
                  <c:v>5.0</c:v>
                </c:pt>
                <c:pt idx="9">
                  <c:v>9.0</c:v>
                </c:pt>
                <c:pt idx="10">
                  <c:v>4.0</c:v>
                </c:pt>
                <c:pt idx="11">
                  <c:v>6.0</c:v>
                </c:pt>
                <c:pt idx="12">
                  <c:v>8.0</c:v>
                </c:pt>
                <c:pt idx="13">
                  <c:v>8.0</c:v>
                </c:pt>
                <c:pt idx="14">
                  <c:v>8.0</c:v>
                </c:pt>
                <c:pt idx="15">
                  <c:v>9.0</c:v>
                </c:pt>
                <c:pt idx="16">
                  <c:v>4.0</c:v>
                </c:pt>
                <c:pt idx="17">
                  <c:v>4.0</c:v>
                </c:pt>
                <c:pt idx="18">
                  <c:v>11.0</c:v>
                </c:pt>
                <c:pt idx="19">
                  <c:v>10.0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Sheet1!$E$2:$E$21</c:f>
              <c:numCache>
                <c:formatCode>General</c:formatCode>
                <c:ptCount val="20"/>
                <c:pt idx="0">
                  <c:v>16.0</c:v>
                </c:pt>
                <c:pt idx="1">
                  <c:v>17.0</c:v>
                </c:pt>
                <c:pt idx="2">
                  <c:v>15.0</c:v>
                </c:pt>
                <c:pt idx="3">
                  <c:v>12.0</c:v>
                </c:pt>
                <c:pt idx="4">
                  <c:v>9.0</c:v>
                </c:pt>
                <c:pt idx="5">
                  <c:v>17.0</c:v>
                </c:pt>
                <c:pt idx="6">
                  <c:v>18.0</c:v>
                </c:pt>
                <c:pt idx="7">
                  <c:v>14.0</c:v>
                </c:pt>
                <c:pt idx="8">
                  <c:v>13.0</c:v>
                </c:pt>
                <c:pt idx="9">
                  <c:v>8.0</c:v>
                </c:pt>
                <c:pt idx="10">
                  <c:v>9.0</c:v>
                </c:pt>
                <c:pt idx="11">
                  <c:v>15.0</c:v>
                </c:pt>
                <c:pt idx="12">
                  <c:v>16.0</c:v>
                </c:pt>
                <c:pt idx="13">
                  <c:v>15.0</c:v>
                </c:pt>
                <c:pt idx="14">
                  <c:v>16.0</c:v>
                </c:pt>
                <c:pt idx="15">
                  <c:v>20.0</c:v>
                </c:pt>
                <c:pt idx="16">
                  <c:v>13.0</c:v>
                </c:pt>
                <c:pt idx="17">
                  <c:v>9.0</c:v>
                </c:pt>
                <c:pt idx="18">
                  <c:v>14.0</c:v>
                </c:pt>
                <c:pt idx="19">
                  <c:v>17.0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Sheet1!$F$2:$F$21</c:f>
              <c:numCache>
                <c:formatCode>General</c:formatCode>
                <c:ptCount val="2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1.0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47.0</c:v>
                </c:pt>
                <c:pt idx="1">
                  <c:v>47.0</c:v>
                </c:pt>
                <c:pt idx="2">
                  <c:v>36.0</c:v>
                </c:pt>
                <c:pt idx="3">
                  <c:v>30.0</c:v>
                </c:pt>
                <c:pt idx="4">
                  <c:v>42.0</c:v>
                </c:pt>
                <c:pt idx="5">
                  <c:v>27.0</c:v>
                </c:pt>
                <c:pt idx="6">
                  <c:v>55.0</c:v>
                </c:pt>
                <c:pt idx="7">
                  <c:v>41.0</c:v>
                </c:pt>
                <c:pt idx="8">
                  <c:v>35.0</c:v>
                </c:pt>
                <c:pt idx="9">
                  <c:v>34.0</c:v>
                </c:pt>
                <c:pt idx="10">
                  <c:v>19.0</c:v>
                </c:pt>
                <c:pt idx="11">
                  <c:v>38.0</c:v>
                </c:pt>
                <c:pt idx="12">
                  <c:v>46.0</c:v>
                </c:pt>
                <c:pt idx="13">
                  <c:v>43.0</c:v>
                </c:pt>
                <c:pt idx="14">
                  <c:v>53.0</c:v>
                </c:pt>
                <c:pt idx="15">
                  <c:v>45.0</c:v>
                </c:pt>
                <c:pt idx="16">
                  <c:v>40.0</c:v>
                </c:pt>
                <c:pt idx="17">
                  <c:v>34.0</c:v>
                </c:pt>
                <c:pt idx="18">
                  <c:v>53.0</c:v>
                </c:pt>
                <c:pt idx="19">
                  <c:v>50.0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29.0</c:v>
                </c:pt>
                <c:pt idx="1">
                  <c:v>23.0</c:v>
                </c:pt>
                <c:pt idx="2">
                  <c:v>22.0</c:v>
                </c:pt>
                <c:pt idx="3">
                  <c:v>18.0</c:v>
                </c:pt>
                <c:pt idx="4">
                  <c:v>17.0</c:v>
                </c:pt>
                <c:pt idx="5">
                  <c:v>14.0</c:v>
                </c:pt>
                <c:pt idx="6">
                  <c:v>30.0</c:v>
                </c:pt>
                <c:pt idx="7">
                  <c:v>21.0</c:v>
                </c:pt>
                <c:pt idx="8">
                  <c:v>20.0</c:v>
                </c:pt>
                <c:pt idx="9">
                  <c:v>22.0</c:v>
                </c:pt>
                <c:pt idx="10">
                  <c:v>12.0</c:v>
                </c:pt>
                <c:pt idx="11">
                  <c:v>24.0</c:v>
                </c:pt>
                <c:pt idx="12">
                  <c:v>25.0</c:v>
                </c:pt>
                <c:pt idx="13">
                  <c:v>22.0</c:v>
                </c:pt>
                <c:pt idx="14">
                  <c:v>28.0</c:v>
                </c:pt>
                <c:pt idx="15">
                  <c:v>22.0</c:v>
                </c:pt>
                <c:pt idx="16">
                  <c:v>24.0</c:v>
                </c:pt>
                <c:pt idx="17">
                  <c:v>22.0</c:v>
                </c:pt>
                <c:pt idx="18">
                  <c:v>34.0</c:v>
                </c:pt>
                <c:pt idx="19">
                  <c:v>30.0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Sheet1!$D$2:$D$21</c:f>
              <c:numCache>
                <c:formatCode>General</c:formatCode>
                <c:ptCount val="20"/>
                <c:pt idx="0">
                  <c:v>3.0</c:v>
                </c:pt>
                <c:pt idx="1">
                  <c:v>5.0</c:v>
                </c:pt>
                <c:pt idx="2">
                  <c:v>5.0</c:v>
                </c:pt>
                <c:pt idx="3">
                  <c:v>3.0</c:v>
                </c:pt>
                <c:pt idx="4">
                  <c:v>9.0</c:v>
                </c:pt>
                <c:pt idx="5">
                  <c:v>7.0</c:v>
                </c:pt>
                <c:pt idx="6">
                  <c:v>7.0</c:v>
                </c:pt>
                <c:pt idx="7">
                  <c:v>5.0</c:v>
                </c:pt>
                <c:pt idx="8">
                  <c:v>5.0</c:v>
                </c:pt>
                <c:pt idx="9">
                  <c:v>5.0</c:v>
                </c:pt>
                <c:pt idx="10">
                  <c:v>3.0</c:v>
                </c:pt>
                <c:pt idx="11">
                  <c:v>6.0</c:v>
                </c:pt>
                <c:pt idx="12">
                  <c:v>7.0</c:v>
                </c:pt>
                <c:pt idx="13">
                  <c:v>6.0</c:v>
                </c:pt>
                <c:pt idx="14">
                  <c:v>9.0</c:v>
                </c:pt>
                <c:pt idx="15">
                  <c:v>7.0</c:v>
                </c:pt>
                <c:pt idx="16">
                  <c:v>4.0</c:v>
                </c:pt>
                <c:pt idx="17">
                  <c:v>4.0</c:v>
                </c:pt>
                <c:pt idx="18">
                  <c:v>8.0</c:v>
                </c:pt>
                <c:pt idx="19">
                  <c:v>9.0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Sheet1!$E$2:$E$21</c:f>
              <c:numCache>
                <c:formatCode>General</c:formatCode>
                <c:ptCount val="20"/>
                <c:pt idx="0">
                  <c:v>15.0</c:v>
                </c:pt>
                <c:pt idx="1">
                  <c:v>19.0</c:v>
                </c:pt>
                <c:pt idx="2">
                  <c:v>9.0</c:v>
                </c:pt>
                <c:pt idx="3">
                  <c:v>9.0</c:v>
                </c:pt>
                <c:pt idx="4">
                  <c:v>16.0</c:v>
                </c:pt>
                <c:pt idx="5">
                  <c:v>6.0</c:v>
                </c:pt>
                <c:pt idx="6">
                  <c:v>18.0</c:v>
                </c:pt>
                <c:pt idx="7">
                  <c:v>15.0</c:v>
                </c:pt>
                <c:pt idx="8">
                  <c:v>10.0</c:v>
                </c:pt>
                <c:pt idx="9">
                  <c:v>7.0</c:v>
                </c:pt>
                <c:pt idx="10">
                  <c:v>4.0</c:v>
                </c:pt>
                <c:pt idx="11">
                  <c:v>8.0</c:v>
                </c:pt>
                <c:pt idx="12">
                  <c:v>14.0</c:v>
                </c:pt>
                <c:pt idx="13">
                  <c:v>15.0</c:v>
                </c:pt>
                <c:pt idx="14">
                  <c:v>16.0</c:v>
                </c:pt>
                <c:pt idx="15">
                  <c:v>16.0</c:v>
                </c:pt>
                <c:pt idx="16">
                  <c:v>12.0</c:v>
                </c:pt>
                <c:pt idx="17">
                  <c:v>8.0</c:v>
                </c:pt>
                <c:pt idx="18">
                  <c:v>11.0</c:v>
                </c:pt>
                <c:pt idx="19">
                  <c:v>11.0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Sheet1!$F$2:$F$21</c:f>
              <c:numCache>
                <c:formatCode>General</c:formatCode>
                <c:ptCount val="2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3.282,9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1.640,9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2.666,1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46,0%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1.439,1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+1,5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49,1%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917,3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47,1%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45,7%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288,8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38,4%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54,0%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48,0%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400,5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240 → 253  (+5,4%)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169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-10,6%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189   Δ -20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164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-6,8%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176   Δ -12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183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3.888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3.888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1.624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1.703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-7,1% | Turun 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141 / 227 (62,1%)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-7,2% | Turun 80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164 / 253 (64,8%)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-7,3% | Turun 96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11 (72,7%)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-11,1% | Turun 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79 / 129 (61,2%)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-12,2% | Turun 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92 / 145 (63,4%)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-12,4% | Turun 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 / 37 (59,5%)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 / 40 (62,5%)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40 / 61 (65,6%)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47 / 68 (69,1%)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-15,6%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809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160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-32,5%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1.077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460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612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16 (25,0%)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+33,3% | Turun 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23 / 227 (10,1%)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-4,2% | Turun 80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36 / 253 (14,2%)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-5,3% | Turun 96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11 (27,3%)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 / 129 (10,1%)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-13,3% | Turun 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21 / 145 (14,5%)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-8,7% | Turun 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37 (8,1%)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40 (12,5%)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61 (11,5%)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4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 / 68 (14,7%)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1.525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2.908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9.066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6.470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19.917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1.457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78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296,4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259,2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169 | MoM -10,6%
PS: 164 | MoM -6,8%
• Performer
  RE: 1 | Active 100,0% | MoM 0,0%
  PS: 1 | Active 100,0% | MoM 0,0%
• Junior
  RE: 146 | Active 64,3% | MoM -10,4%
  PS: 141 | Active 62,1% | MoM -7,2%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81,2% | MoM -18,8%
  PS: 13 | Active 81,2% | MoM -7,1%
• Junior Plus
  RE: 9 | Active 100,0% | MoM 0,0%
  PS: 9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-34,5%, Gap -10
• Grapari Dompu: PS +57,1%, Gap 4
• Grapari Lombok Timur: PS +100,0%, Gap 1
• Grapari Lombok Utara: PS N/A, Gap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Maluk: PS +200,0%, Gap 2
• Grapari Mataram: PS -34,3%, Gap -12
• Grapari Sumbawa: PS -77,8%, Gap -7
• Grapari Taliwang: PS +60,0%, Gap 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-93 (-10,7%), PS -68 (-9,9%)
• Sumbawa Barat: RE -53 (-21,2%), PS -9 (-5,8%)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Barat: RE -10 (-47,6%), PS -8 (-61,5%)
• Sumbawa Timur: RE -5 (-14,3%), PS -7 (-36,8%)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5 (+45,5%), PS -3 (-37,5%)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-3 (-75,0%), PS -1 (-50,0%)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340,6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296,9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187,0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107,7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BAGUS AGUNG ADIATMA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IGS6210592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HUZAIMATUL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HUZ8772299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Muftholib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ABD7362841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USWATUN HASANAH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USW5846733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SAM7712125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 SANDI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ARI2024904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AL MARUF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MAL5772768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Nurul fitriah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NUR5794369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RINGGA 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LAL3976891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ERNY JUMRIANTY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ERN3856335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NURJANAH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NUR3882332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BAGUS AGUNG ADIATMA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IGS6210592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Muftholib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ABD7362841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AISA TUKUBRA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AIS5256393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desi aryani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BAI6830792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Nuroktavia Ningrum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NUR5193830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NURUL QARIMAH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SPSLD18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Haris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ABD6099896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AL MARUF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MAL5772768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Nurul fitriah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NUR5794369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BQ DEWI NINGRUM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SPXCAEWI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 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SPANTI5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Wiratja atmaja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WIR7929421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SAM5466810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ROY4629172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MAULADI AZHAR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MAU9803711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IHSAN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MUH1684593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MANGKU YOGISWARA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SPKYA37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ZONA MUSTHOFA AMNI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ZON8572294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Mrozikin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MRO9687817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BQ DEWI NINGRUM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SPXCAEWI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SAM5466810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ROY4629172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MAULADI AZHAR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MAU9803711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Suewandi Mohtar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SUE2560050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MANGKU YOGISWARA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SPKYA37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ZONA MUSTHOFA AMNI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ZON8572294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Mrozikin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MRO9687817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ELISA PUTRI 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SPAEL42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Paezal rozi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PAE1462437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MATARAM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10/19/2026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55.19%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56.34% | MoM -1.15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97.45%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-42.26 pp | Rp-10.62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53.80%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54.89% | MoM -1.09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Rp13.87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Rp13.93 M | MoM -0.5%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Rp25.12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+1.6%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MATARAM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55.19%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-1.15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53.80%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-1.09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Rp13.87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-42.26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Rp-10.62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62.09%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-0.91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61.13%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-0.84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Rp8.53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-35.36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Rp-4.86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53.58%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-1.94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52.49%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-1.73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Rp2.55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-43.87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Rp-2.09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42.04%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-1.05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40.48%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-1.14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Rp2.78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-0.7%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-55.41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Rp-3.67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LOMBOK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SUMBAWA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SUMBAWA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72.77% / -3.72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74.65% / -2.14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76.07% / +0.89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67.65% / -8.85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59.65% / -4.03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63.22% / -5.80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58.89% / +1.88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51.56% / -7.01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54.53% / +0.05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60.70% / +0.21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52.52% / -0.60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45.36% / -0.79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52.15% / +0.82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60.61% / +1.27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50.05% / -1.46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41.29% / +2.15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47.80% / -0.80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55.90% / -0.72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48.04% / -1.55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34.03% / -0.59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56.81% / -1.42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63.35% / -0.98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54.98% / -2.42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42.93% / -1.47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MATARAM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10/19/2026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64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70 | MoM -8.6%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-34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MATARAM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-34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-30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35052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LOMBOK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14 / -12.5%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 / -33.3%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50 / -7.4%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44 / -6.4%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 / +50.0%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 / -40.0%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MATARAM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20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45,531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18,869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41.4%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26,662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2,040 / 73.3%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2,157 / 62.7%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2,014 / 55.6%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1,976 / 54.1%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2,045 / 51.3%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1,959 / 48.2%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1,148 / 74.2%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1,271 / 65.0%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1,126 / 60.3%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1,046 / 60.9%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1,113 / 55.6%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920 / 54.6%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304 / 73.7%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306 / 62.4%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355 / 52.7%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349 / 52.4%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353 / 51.8%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354 / 45.2%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588 / 71.4%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580 / 57.9%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533 / 47.5%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581 / 42.9%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42.7%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685 / 41.2%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1,593 / 46.2%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1,760 / 46.8%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1,954 / 43.5%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1,866 / 40.9%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1,715 / 39.8%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1,998 / 38.3%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681 / 53.0%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846 / 50.5%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942 / 49.1%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879 / 49.6%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768 / 46.9%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1,017 / 44.1%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300 / 42.3%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341 / 48.1%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41.0%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292 / 41.4%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311 / 40.5%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299 / 39.8%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612 / 40.5%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573 / 40.5%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656 / 36.7%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695 / 29.6%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636 / 30.8%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682 / 29.0%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1,805 / 35.4%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1,937 / 38.0%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2,032 / 36.9%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1,924 / 35.0%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1,996 / 32.6%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1,813 / 29.7%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42.3%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1,052 / 43.4%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1,086 / 43.1%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944 / 39.8%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37.3%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908 / 35.5%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292 / 34.6%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310 / 37.4%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444 / 35.1%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445 / 33.9%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439 / 29.2%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350 / 27.1%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555 / 24.0%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575 / 28.5%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502 / 24.9%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535 / 27.3%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560 / 26.8%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555 / 21.8%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1,544 / 32.0%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1,868 / 30.0%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2,019 / 31.2%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2,107 / 28.4%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1,741 / 28.5%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1,668 / 27.3%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745 / 38.7%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797 / 36.6%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34.7%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928 / 34.3%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825 / 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835 / 33.5%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288 / 35.4%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32.9%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419 / 38.7%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507 / 28.2%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378 / 28.3%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254 / 28.4%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511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715 / 21.1%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642 / 21.2%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672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538 / 21.2%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17.8%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