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1.640,9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1.439,1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253  (+5,4%)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-20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176   Δ 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183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3.888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1.703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141 / 227 (62,1%)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-7,2%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164 / 253 (64,8%)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-7,3%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79 / 129 (61,2%)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-12,2%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 / 145 (63,4%)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-12,4% | Turun 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37 (59,5%)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40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61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68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1.077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 / 227 (10,1%)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-4,2%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36 / 253 (14,2%)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129 (10,1%)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145 (14,5%)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 | Turun 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37 (8,1%)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40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61 (11,5%)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68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19.955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169 | MoM -10,6%
PS: 164 | MoM -6,8%
• Performer
  RE: 1 | Active 100,0% | MoM 0,0%
  PS: 1 | Active 100,0% | MoM 0,0%
• Junior
  RE: 146 | Active 64,3% | MoM -10,4%
  PS: 141 | Active 62,1% | MoM -7,2%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81,2% | MoM -18,8%
  PS: 13 | Active 81,2% | MoM -7,1%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-34,5%, Gap -10
• Grapari Dompu: PS +57,1%, Gap 4
• Grapari Lombok Timur: PS +100,0%, Gap 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+200,0%, Gap 2
• Grapari Mataram: PS -34,3%, Gap -12
• Grapari Sumbawa: PS -77,8%, Gap -7
• Grapari Taliwang: PS +60,0%,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-93 (-10,7%), PS -68 (-9,9%)
• Sumbawa Barat: RE -53 (-21,2%), PS -9 (-5,8%)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Barat: RE -10 (-47,6%), PS -8 (-61,5%)
• Sumbawa Timur: RE -5 (-14,3%), PS -7 (-36,8%)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5 (+45,5%), PS -3 (-37,5%)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(-75,0%),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HUZ8772299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fitriah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NUR5794369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fitriah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NUR5794369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WIR7929421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Suewandi Mohtar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SUE2560050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70.83%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70.65% | MoM +0.18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-26.62 pp | Rp-6.69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69.11%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68.95% | MoM +0.16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Rp17.80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Rp17.47 M | MoM +1.9%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70.83%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69.11%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Rp17.80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-26.62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Rp-6.69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75.52%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74.08%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Rp10.38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-21.93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Rp-3.01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70.56%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69.25%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Rp3.36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-26.89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Rp-1.28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61.29%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59.42%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Rp4.06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-36.16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Rp-2.39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81.67% / -2.85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83.41% / -2.68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86.40% / +6.19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76.12% / -6.85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72.82% / -0.85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76.54% / -0.12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70.49% / +0.16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65.40% / -5.12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67.45% / +1.90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70.91% / +0.77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68.49% / +2.16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60.97% / +2.79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65.41% / +2.40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70.97% / +2.10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66.09% / +2.31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57.16% / +3.43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62.45% / +0.51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68.42% / +0.41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64.52% / +0.86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50.95% / +0.28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73.56% / 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77.69% / +0.30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72.72% / -1.17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64.54% / -0.58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70 | MoM -1.4%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 / -6.3%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 / -26.7%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54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48 /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 / +50.0%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21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23,605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21,926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81.6%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74.1%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63.4%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59.9%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77.7%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71.4%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62.5%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84.5%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62.7%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67.4%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54.9%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54.3%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51.9%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50.4%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49.9%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52.8%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62.8%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54.1%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52.5%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52.9%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51.7%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43.5%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44.3%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44.9%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43.4%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38.3%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47.3%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43.1%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46.6%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43.1%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40.5%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36.3%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38.0%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38.8%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31.7%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39.8%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40.1%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34.3%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44.0%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40.1%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46.9%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40.4%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33.1%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34.5%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