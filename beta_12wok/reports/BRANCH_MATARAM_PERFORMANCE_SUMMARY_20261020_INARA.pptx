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47.0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  <c:pt idx="11">
                  <c:v>43.0</c:v>
                </c:pt>
                <c:pt idx="12">
                  <c:v>45.0</c:v>
                </c:pt>
                <c:pt idx="13">
                  <c:v>55.0</c:v>
                </c:pt>
                <c:pt idx="14">
                  <c:v>55.0</c:v>
                </c:pt>
                <c:pt idx="15">
                  <c:v>57.0</c:v>
                </c:pt>
                <c:pt idx="16">
                  <c:v>38.0</c:v>
                </c:pt>
                <c:pt idx="17">
                  <c:v>39.0</c:v>
                </c:pt>
                <c:pt idx="18">
                  <c:v>56.0</c:v>
                </c:pt>
                <c:pt idx="19">
                  <c:v>65.0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  <c:pt idx="11">
                  <c:v>22.0</c:v>
                </c:pt>
                <c:pt idx="12">
                  <c:v>21.0</c:v>
                </c:pt>
                <c:pt idx="13">
                  <c:v>32.0</c:v>
                </c:pt>
                <c:pt idx="14">
                  <c:v>31.0</c:v>
                </c:pt>
                <c:pt idx="15">
                  <c:v>28.0</c:v>
                </c:pt>
                <c:pt idx="16">
                  <c:v>21.0</c:v>
                </c:pt>
                <c:pt idx="17">
                  <c:v>26.0</c:v>
                </c:pt>
                <c:pt idx="18">
                  <c:v>31.0</c:v>
                </c:pt>
                <c:pt idx="19">
                  <c:v>38.0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  <c:pt idx="11">
                  <c:v>6.0</c:v>
                </c:pt>
                <c:pt idx="12">
                  <c:v>8.0</c:v>
                </c:pt>
                <c:pt idx="13">
                  <c:v>8.0</c:v>
                </c:pt>
                <c:pt idx="14">
                  <c:v>8.0</c:v>
                </c:pt>
                <c:pt idx="15">
                  <c:v>9.0</c:v>
                </c:pt>
                <c:pt idx="16">
                  <c:v>4.0</c:v>
                </c:pt>
                <c:pt idx="17">
                  <c:v>4.0</c:v>
                </c:pt>
                <c:pt idx="18">
                  <c:v>11.0</c:v>
                </c:pt>
                <c:pt idx="19">
                  <c:v>10.0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16.0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  <c:pt idx="11">
                  <c:v>15.0</c:v>
                </c:pt>
                <c:pt idx="12">
                  <c:v>16.0</c:v>
                </c:pt>
                <c:pt idx="13">
                  <c:v>15.0</c:v>
                </c:pt>
                <c:pt idx="14">
                  <c:v>16.0</c:v>
                </c:pt>
                <c:pt idx="15">
                  <c:v>20.0</c:v>
                </c:pt>
                <c:pt idx="16">
                  <c:v>13.0</c:v>
                </c:pt>
                <c:pt idx="17">
                  <c:v>9.0</c:v>
                </c:pt>
                <c:pt idx="18">
                  <c:v>14.0</c:v>
                </c:pt>
                <c:pt idx="19">
                  <c:v>17.0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47.0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  <c:pt idx="11">
                  <c:v>38.0</c:v>
                </c:pt>
                <c:pt idx="12">
                  <c:v>46.0</c:v>
                </c:pt>
                <c:pt idx="13">
                  <c:v>43.0</c:v>
                </c:pt>
                <c:pt idx="14">
                  <c:v>53.0</c:v>
                </c:pt>
                <c:pt idx="15">
                  <c:v>45.0</c:v>
                </c:pt>
                <c:pt idx="16">
                  <c:v>40.0</c:v>
                </c:pt>
                <c:pt idx="17">
                  <c:v>34.0</c:v>
                </c:pt>
                <c:pt idx="18">
                  <c:v>53.0</c:v>
                </c:pt>
                <c:pt idx="19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  <c:pt idx="11">
                  <c:v>24.0</c:v>
                </c:pt>
                <c:pt idx="12">
                  <c:v>25.0</c:v>
                </c:pt>
                <c:pt idx="13">
                  <c:v>22.0</c:v>
                </c:pt>
                <c:pt idx="14">
                  <c:v>28.0</c:v>
                </c:pt>
                <c:pt idx="15">
                  <c:v>22.0</c:v>
                </c:pt>
                <c:pt idx="16">
                  <c:v>24.0</c:v>
                </c:pt>
                <c:pt idx="17">
                  <c:v>22.0</c:v>
                </c:pt>
                <c:pt idx="18">
                  <c:v>34.0</c:v>
                </c:pt>
                <c:pt idx="19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  <c:pt idx="11">
                  <c:v>6.0</c:v>
                </c:pt>
                <c:pt idx="12">
                  <c:v>7.0</c:v>
                </c:pt>
                <c:pt idx="13">
                  <c:v>6.0</c:v>
                </c:pt>
                <c:pt idx="14">
                  <c:v>9.0</c:v>
                </c:pt>
                <c:pt idx="15">
                  <c:v>7.0</c:v>
                </c:pt>
                <c:pt idx="16">
                  <c:v>4.0</c:v>
                </c:pt>
                <c:pt idx="17">
                  <c:v>4.0</c:v>
                </c:pt>
                <c:pt idx="18">
                  <c:v>8.0</c:v>
                </c:pt>
                <c:pt idx="19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Sheet1!$E$2:$E$21</c:f>
              <c:numCache>
                <c:formatCode>General</c:formatCode>
                <c:ptCount val="20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  <c:pt idx="11">
                  <c:v>8.0</c:v>
                </c:pt>
                <c:pt idx="12">
                  <c:v>14.0</c:v>
                </c:pt>
                <c:pt idx="13">
                  <c:v>15.0</c:v>
                </c:pt>
                <c:pt idx="14">
                  <c:v>16.0</c:v>
                </c:pt>
                <c:pt idx="15">
                  <c:v>16.0</c:v>
                </c:pt>
                <c:pt idx="16">
                  <c:v>12.0</c:v>
                </c:pt>
                <c:pt idx="17">
                  <c:v>8.0</c:v>
                </c:pt>
                <c:pt idx="18">
                  <c:v>11.0</c:v>
                </c:pt>
                <c:pt idx="19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Sheet1!$A$2:$A$21</c:f>
              <c:strCache>
                <c:ptCount val="2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</c:strCache>
            </c:strRef>
          </c:cat>
          <c:val>
            <c:numRef>
              <c:f>Sheet1!$F$2:$F$21</c:f>
              <c:numCache>
                <c:formatCode>General</c:formatCode>
                <c:ptCount val="2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253  (+5,4%)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189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176   Δ -12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183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3.888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1.703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141 / 227 (62,1%)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-7,2%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164 / 253 (64,8%)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-7,3%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 / 129 (61,2%)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 / 145 (63,4%)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-12,4%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 / 37 (59,5%)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40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61 (65,6%)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68 (69,1%)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 / 227 (10,1%)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-4,2% | Turun 80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36 / 253 (14,2%)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96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11 (27,3%)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129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145 (14,5%)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37 (8,1%)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40 (12,5%)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61 (11,5%)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68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19.917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169 | MoM -10,6%
PS: 164 | MoM -6,8%
• Performer
  RE: 1 | Active 100,0% | MoM 0,0%
  PS: 1 | Active 100,0% | MoM 0,0%
• Junior
  RE: 146 | Active 64,3% | MoM -10,4%
  PS: 141 | Active 62,1% | MoM -7,2%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81,2% | MoM -18,8%
  PS: 13 | Active 81,2% | MoM -7,1%
• Junior Plus
  RE: 9 | Active 100,0% | MoM 0,0%
  PS: 9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-34,5%, Gap -10
• Grapari Dompu: PS +57,1%, Gap 4
• Grapari Lombok Timur: PS +100,0%, Gap 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+200,0%, Gap 2
• Grapari Mataram: PS -34,3%, Gap -12
• Grapari Sumbawa: PS -77,8%, Gap -7
• Grapari Taliwang: PS +60,0%, Gap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-93 (-10,7%), PS -68 (-9,9%)
• Sumbawa Barat: RE -53 (-21,2%), PS -9 (-5,8%)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Barat: RE -10 (-47,6%), PS -8 (-61,5%)
• Sumbawa Timur: RE -5 (-14,3%), PS -7 (-36,8%)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5 (+45,5%), PS -3 (-37,5%)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(-75,0%), PS -1 (-50,0%)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HUZ8772299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SAM7712125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IGS6210592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Muftholib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ABD7362841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AISA TUKUBRA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AIS5256393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desi aryani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BAI6830792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Nuroktavia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NUR5193830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QARIMAH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Nurul fitriah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NUR5794369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01–20 Oct 2026 vs MTD-1 01–20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SPANTI5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WIR7929421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IHSAN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MUH1684593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BQ DEWI NINGRUM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SPXCAEWI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SAM5466810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ROY4629172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MAULADI AZHAR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MAU9803711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Suewandi Mohtar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SUE2560050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ZONA MUSTHOFA AMNI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ZON8572294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Mrozikin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MRO9687817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ELISA PUTRI 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SPAEL42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Paezal rozi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PAE1462437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55.19%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56.34% | MoM -1.15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97.45%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-42.26 pp | Rp-10.62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53.80%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54.89% | MoM -1.09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Rp13.87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Rp13.93 M | MoM -0.5%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Rp25.12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+1.6%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Rp13.87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Rp-10.62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62.09%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Rp8.53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-35.36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Rp-4.86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53.58%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52.49%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-43.87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40.48%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Rp-3.67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72.77%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74.65% / -2.14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76.07% / +0.89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67.65% / -8.85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59.65% / -4.03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63.22% / -5.80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58.89% / +1.88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51.56% / -7.01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54.53% / +0.05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60.70% / +0.21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52.52% / -0.60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45.36% / 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52.15% / 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60.61% / +1.27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50.05% / -1.46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41.29% / +2.15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47.80% / 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55.90% / -0.72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48.04% / -1.55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34.03% / -0.59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56.81% / -1.42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63.35%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54.98% / -2.42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42.93% / -1.47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70 | MoM -1.4%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 / -6.3%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 / -26.7%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48 / +2.1%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 / +50.0%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MATARAM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45,531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18,869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41.4%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26,662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48.2%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1,148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1,271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1,126 / 60.3%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1,046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1,113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920 / 54.6%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304 / 73.7%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349 / 52.4%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354 / 45.2%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588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580 / 57.9%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533 / 47.5%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581 / 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42.7%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41.2%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43.5%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38.3%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681 / 53.0%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846 / 50.5%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942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768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1,017 / 44.1%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48.1%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299 / 39.8%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573 / 40.5%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656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695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29.0%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36.9%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35.0%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29.7%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1,052 / 43.4%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1,086 / 43.1%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944 / 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908 / 35.5%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292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310 / 37.4%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444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445 / 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439 / 29.2%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27.1%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24.0%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502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535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555 / 21.8%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32.0%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22,790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745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797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928 / 34.3%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825 / 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835 / 33.5%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288 / 35.4%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419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507 / 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254 / 28.4%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715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642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538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17.8%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