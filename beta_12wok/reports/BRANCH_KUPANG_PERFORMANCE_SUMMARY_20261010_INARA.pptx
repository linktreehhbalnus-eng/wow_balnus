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  <c:pt idx="9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  <c:pt idx="9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1.590,3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90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1.296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77 / 143 (53,8%)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-4,9%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87 / 156 (55,8%)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57 (64,9%)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64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56 (48,2%)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60 (51,7%)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30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32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143 (2,1%)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156 (2,6%)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57 (3,5%)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64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30 (3,3%)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32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97 | MoM +7,8%
PS: 87 | MoM -1,1%
• Junior
  RE: 85 | Active 59,4% | MoM +7,6%
  PS: 77 | Active 53,8% | MoM -2,5%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6 | Active 66,7% | MoM +20,0%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-100,0%, Gap -1
• Grapari Kefamenanu: PS -60,0%, Gap -3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-17 (-18,9%), PS -26 (-32,9%)
• Malaka Timtim Belu: RE -15 (-12,9%), PS -17 (-17,7%)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0 (0,0%), PS -1 (-100,0%)
• Malaka Timtim Belu: RE -2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Paula Susanti Mooy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PAU3512746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23,225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23.6%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13.4%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19.0%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