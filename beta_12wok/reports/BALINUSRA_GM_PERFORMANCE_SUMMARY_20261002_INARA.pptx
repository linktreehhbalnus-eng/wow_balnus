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19/09</c:v>
                </c:pt>
                <c:pt idx="1">
                  <c:v>20/09</c:v>
                </c:pt>
                <c:pt idx="2">
                  <c:v>21/09</c:v>
                </c:pt>
                <c:pt idx="3">
                  <c:v>22/09</c:v>
                </c:pt>
                <c:pt idx="4">
                  <c:v>23/09</c:v>
                </c:pt>
                <c:pt idx="5">
                  <c:v>24/09</c:v>
                </c:pt>
                <c:pt idx="6">
                  <c:v>25/09</c:v>
                </c:pt>
                <c:pt idx="7">
                  <c:v>26/09</c:v>
                </c:pt>
                <c:pt idx="8">
                  <c:v>27/09</c:v>
                </c:pt>
                <c:pt idx="9">
                  <c:v>28/09</c:v>
                </c:pt>
                <c:pt idx="10">
                  <c:v>29/09</c:v>
                </c:pt>
                <c:pt idx="11">
                  <c:v>30/09</c:v>
                </c:pt>
                <c:pt idx="12">
                  <c:v>01/10</c:v>
                </c:pt>
                <c:pt idx="13">
                  <c:v>02/10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267.0</c:v>
                </c:pt>
                <c:pt idx="1">
                  <c:v>193.0</c:v>
                </c:pt>
                <c:pt idx="2">
                  <c:v>378.0</c:v>
                </c:pt>
                <c:pt idx="3">
                  <c:v>316.0</c:v>
                </c:pt>
                <c:pt idx="4">
                  <c:v>299.0</c:v>
                </c:pt>
                <c:pt idx="5">
                  <c:v>309.0</c:v>
                </c:pt>
                <c:pt idx="6">
                  <c:v>303.0</c:v>
                </c:pt>
                <c:pt idx="7">
                  <c:v>248.0</c:v>
                </c:pt>
                <c:pt idx="8">
                  <c:v>150.0</c:v>
                </c:pt>
                <c:pt idx="9">
                  <c:v>315.0</c:v>
                </c:pt>
                <c:pt idx="10">
                  <c:v>321.0</c:v>
                </c:pt>
                <c:pt idx="11">
                  <c:v>271.0</c:v>
                </c:pt>
                <c:pt idx="12">
                  <c:v>352.0</c:v>
                </c:pt>
                <c:pt idx="13">
                  <c:v>332.0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19/09</c:v>
                </c:pt>
                <c:pt idx="1">
                  <c:v>20/09</c:v>
                </c:pt>
                <c:pt idx="2">
                  <c:v>21/09</c:v>
                </c:pt>
                <c:pt idx="3">
                  <c:v>22/09</c:v>
                </c:pt>
                <c:pt idx="4">
                  <c:v>23/09</c:v>
                </c:pt>
                <c:pt idx="5">
                  <c:v>24/09</c:v>
                </c:pt>
                <c:pt idx="6">
                  <c:v>25/09</c:v>
                </c:pt>
                <c:pt idx="7">
                  <c:v>26/09</c:v>
                </c:pt>
                <c:pt idx="8">
                  <c:v>27/09</c:v>
                </c:pt>
                <c:pt idx="9">
                  <c:v>28/09</c:v>
                </c:pt>
                <c:pt idx="10">
                  <c:v>29/09</c:v>
                </c:pt>
                <c:pt idx="11">
                  <c:v>30/09</c:v>
                </c:pt>
                <c:pt idx="12">
                  <c:v>01/10</c:v>
                </c:pt>
                <c:pt idx="13">
                  <c:v>02/10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209.0</c:v>
                </c:pt>
                <c:pt idx="1">
                  <c:v>177.0</c:v>
                </c:pt>
                <c:pt idx="2">
                  <c:v>269.0</c:v>
                </c:pt>
                <c:pt idx="3">
                  <c:v>271.0</c:v>
                </c:pt>
                <c:pt idx="4">
                  <c:v>247.0</c:v>
                </c:pt>
                <c:pt idx="5">
                  <c:v>254.0</c:v>
                </c:pt>
                <c:pt idx="6">
                  <c:v>239.0</c:v>
                </c:pt>
                <c:pt idx="7">
                  <c:v>173.0</c:v>
                </c:pt>
                <c:pt idx="8">
                  <c:v>131.0</c:v>
                </c:pt>
                <c:pt idx="9">
                  <c:v>241.0</c:v>
                </c:pt>
                <c:pt idx="10">
                  <c:v>240.0</c:v>
                </c:pt>
                <c:pt idx="11">
                  <c:v>239.0</c:v>
                </c:pt>
                <c:pt idx="12">
                  <c:v>238.0</c:v>
                </c:pt>
                <c:pt idx="13">
                  <c:v>225.0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-10,7% &amp; PS -21,0% MoM — Achievement Mencapai 5,8% (RE) / 4,9%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Menguat, PS Melemah pada 2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01–02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(-10,6%), Kupang Terdalam (-31,2%)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-10,6%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-27,5%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-31,2%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Sumbawa Timur Tertinggi (+26,2%), Bali Barat Terdalam (-53,1%)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Dompu Penyumbang PS Absolut Terbesar (+4), Ngada Tumbuh Tertinggi (+150,0%)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+16, Bottom 5 -89, dan perubahan PS regional -123.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50 Mbps Tumbuh Tertinggi (-9,3%), TSEL One &gt;30 Mbps Turun Terdalam (-66,7%)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-4,0%, Aktivitas DJP -3,1%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 (sumber WOK lama selama transisi)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5.249
Dikunjungi: 1.391 (26,5%)
Visit DJP: 3.827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1.404
Dikunjungi: 1.181 (84,1%)
Visit DJP: 3.630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01–02 Okt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20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 / 310 (16,8%)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-17,5%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351 (22,8%)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-7,0%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136 (18,4%)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 | Turun 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150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 | Turun 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139 (18,7%)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-25,7%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152 (19,1%)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16 (37,5%)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 / 213 (26,3%)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 / 240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 / 58 (41,4%)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+4,3%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159 / 798 (19,9%)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-7,0% | Turun 117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216 / 924 (23,4%)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-4,4% | Turun 154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-23,0%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-48,5%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+383,3%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-38,9%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351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240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58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798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117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924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154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Wira Anggrawan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DARUSSALAM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JANUARIUS PAULUS KOPONG HADA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 Setyawan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WINARSIH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HENDRA KARJAYA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PUTU SETIASIH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JULIAN RUDYBEL LAPEBESI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SHINTIA SRIGANTINY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BAYU KRISNA ADHYATMA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Komang Iwan Sugiarta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WINARSIH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Ignasius paga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helmina dianafri jon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ALBERTO CARLOS X K KOBAN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DEWA AGUNG GEDE ADI UTAMA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ARMANA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DEWI PURNAMAWATI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YUNIARTI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GEDE JULIANTARA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JEPRIANUS MUJI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RIZKI MUSTAQIM K LONGSO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Reno dhika nur febriansyah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TAHIR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 FILIPUS FAY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MISION NARIS POIK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Harry Mulia Sobari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Taslim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01–02 Okt 2026 vs MTD-1 01–02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01–02 Okt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01–02 Okt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01–02 Okt 2026 vs MTD-1 01–02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766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101,3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252 | MoM -10,6%
PS: 216 | MoM -4,0%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189 | Active 23,7% | MoM -12,5%
  PS: 159 | Active 19,9% | MoM -3,6%
• Greenfield
  RE: 29 | Active 50,0% | MoM -3,3%
  PS: 24 | Active 41,4% | MoM -4,0%
• Junior Plus
  RE: 17 | Active 85,0% | MoM -10,5%
  PS: 16 | Active 80,0% | MoM -11,1%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0,0%, Gap 0
• Flores: PS +23,1%, Gap +3
• Kupang: PS 0,0%, Gap 0
• Mataram: PS -41,2%, Gap -7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Amlapura (Denpasar): -100,0%, Gap -1
• Grapari Ubud (Denpasar): -100,0%, Gap -1
• Grapari Malaka (Kupang): -100,0%, Gap -1
• Grapari Waingapu (Kupang): -100,0%, Gap -1
• Grapari Mataram (Mataram): -87,5%, Gap -7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-38 (-38,0%), PS -56 (-57,1%)
• Bali Timur: RE -23 (-43,4%), PS -12 (-33,3%)
• Lombok: RE -14 (-13,0%), PS -11 (-13,8%)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-3 (-37,5%), PS -4 (-66,7%)
• Ende Sikka: RE -2 (-66,7%), PS -3 (-100,0%)
• Manggarai: RE -2 (-50,0%), PS -1 (-100,0%)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(-33,3%), PS -1 (-33,3%)
• Bali Timur: RE 0 (0,0%), PS -1 (-100,0%)
• Flores Timur: RE 0 (0,0%),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-1 (-100,0%),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44,619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130,612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27.0%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22.2%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19.8%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17.9%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