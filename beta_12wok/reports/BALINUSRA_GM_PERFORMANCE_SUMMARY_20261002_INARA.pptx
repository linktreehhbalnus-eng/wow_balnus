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267.0</c:v>
                </c:pt>
                <c:pt idx="1">
                  <c:v>193.0</c:v>
                </c:pt>
                <c:pt idx="2">
                  <c:v>378.0</c:v>
                </c:pt>
                <c:pt idx="3">
                  <c:v>316.0</c:v>
                </c:pt>
                <c:pt idx="4">
                  <c:v>299.0</c:v>
                </c:pt>
                <c:pt idx="5">
                  <c:v>309.0</c:v>
                </c:pt>
                <c:pt idx="6">
                  <c:v>303.0</c:v>
                </c:pt>
                <c:pt idx="7">
                  <c:v>248.0</c:v>
                </c:pt>
                <c:pt idx="8">
                  <c:v>150.0</c:v>
                </c:pt>
                <c:pt idx="9">
                  <c:v>315.0</c:v>
                </c:pt>
                <c:pt idx="10">
                  <c:v>321.0</c:v>
                </c:pt>
                <c:pt idx="11">
                  <c:v>271.0</c:v>
                </c:pt>
                <c:pt idx="12">
                  <c:v>352.0</c:v>
                </c:pt>
                <c:pt idx="13">
                  <c:v>332.0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209.0</c:v>
                </c:pt>
                <c:pt idx="1">
                  <c:v>177.0</c:v>
                </c:pt>
                <c:pt idx="2">
                  <c:v>269.0</c:v>
                </c:pt>
                <c:pt idx="3">
                  <c:v>271.0</c:v>
                </c:pt>
                <c:pt idx="4">
                  <c:v>247.0</c:v>
                </c:pt>
                <c:pt idx="5">
                  <c:v>254.0</c:v>
                </c:pt>
                <c:pt idx="6">
                  <c:v>239.0</c:v>
                </c:pt>
                <c:pt idx="7">
                  <c:v>173.0</c:v>
                </c:pt>
                <c:pt idx="8">
                  <c:v>131.0</c:v>
                </c:pt>
                <c:pt idx="9">
                  <c:v>241.0</c:v>
                </c:pt>
                <c:pt idx="10">
                  <c:v>240.0</c:v>
                </c:pt>
                <c:pt idx="11">
                  <c:v>239.0</c:v>
                </c:pt>
                <c:pt idx="12">
                  <c:v>238.0</c:v>
                </c:pt>
                <c:pt idx="13">
                  <c:v>225.0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-10,7% &amp; PS -21,0% MoM — Achievement Mencapai 5,8% (RE) / 4,9%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Melemah pada 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(-10,6%), Kupang Terdalam (-31,2%)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(+26,2%), Bali Barat Terdalam (-53,1%)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(+4), Ngada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5 -89, dan perubahan PS regional -123.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(-9,3%),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-4,0%, Aktivitas DJP -3,1%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DARUSSALAM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HENDRA KARJAYA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SETIASIH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 RUDYBEL LAPEBESI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Iwan Sugiarta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Ignasius paga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helmina dianafri jon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ALBERTO CARLOS X K KOBAN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DEWA AGUNG GEDE ADI UTAMA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ARMANA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GEDE JULIANTARA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Taslim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252 | MoM -10,6%
PS: 216 | MoM -4,0%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189 | Active 23,7% | MoM -12,5%
  PS: 159 | Active 19,9% | MoM -3,6%
• Greenfield
  RE: 29 | Active 50,0% | MoM -3,3%
  PS: 24 | Active 41,4% | MoM -4,0%
• Junior Plus
  RE: 17 | Active 85,0% | MoM -10,5%
  PS: 16 | Active 80,0% | MoM -11,1%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0,0%, Gap 0
• Flores: PS +23,1%, Gap +3
• Kupang: PS 0,0%, Gap 0
• Mataram: PS -41,2%,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Ubud (Denpasar): -100,0%, Gap -1
• Grapari Malaka (Kupang): -100,0%, Gap -1
• Grapari Waingapu (Kupang): -100,0%, Gap -1
• Grapari Mataram (Mataram): -87,5%, Gap 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Lombok: RE -14 (-13,0%), PS -11 (-13,8%)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(-37,5%), PS -4 (-66,7%)
• Ende Sikka: RE -2 (-66,7%), PS -3 (-100,0%)
• Manggarai: RE -2 (-50,0%), PS -1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(-33,3%), PS -1 (-33,3%)
• Bali Timur: RE 0 (0,0%), PS -1 (-100,0%)
• Flores Timur: RE 0 (0,0%),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58 (41,4%)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159 / 798 (19,9%)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216 / 924 (23,4%)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+383,3%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