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  <c:pt idx="25">
                  <c:v>29.0</c:v>
                </c:pt>
                <c:pt idx="26">
                  <c:v>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  <c:pt idx="25">
                  <c:v>14.0</c:v>
                </c:pt>
                <c:pt idx="26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  <c:pt idx="25">
                  <c:v>5.0</c:v>
                </c:pt>
                <c:pt idx="26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  <c:pt idx="25">
                  <c:v>10.0</c:v>
                </c:pt>
                <c:pt idx="26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  <c:pt idx="25">
                  <c:v>24.0</c:v>
                </c:pt>
                <c:pt idx="26">
                  <c:v>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  <c:pt idx="25">
                  <c:v>11.0</c:v>
                </c:pt>
                <c:pt idx="26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  <c:pt idx="25">
                  <c:v>1.0</c:v>
                </c:pt>
                <c:pt idx="26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  <c:pt idx="25">
                  <c:v>12.0</c:v>
                </c:pt>
                <c:pt idx="26">
                  <c:v>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93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-14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2.395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 / 137 (47,4%)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-17,7%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78 / 151 (51,7%)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21 (61,9%)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23 (60,9%)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 / 71 (43,7%)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78 (48,7%)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13 (84,6%)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137 (12,4%)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 / 151 (18,5%)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45 (24,4%)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50 (32,0%)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7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71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78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82 | MoM -11,8%
PS: 78 | MoM -15,2%
• Junior
  RE: 69 | Active 50,4% | MoM -12,7%
  PS: 65 | Active 47,4% | MoM -16,7%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-16,7%, Gap -2
• Grapari Ende: PS -21,1%, Gap -8
• Grapari Kalabahi: PS +15,8%, Gap 3
• Grapari Labuan Bajo: PS -29,4%, Gap 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-53,8%, Gap -7
• Grapari Maumere: PS +66,7%, Gap 10
• Grapari Ruteng: PS -20,0%,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-82 (-36,0%), PS -62 (-36,7%)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-2 (-13,3%), PS -2 (-16,7%)
• Manggarai: RE -7 (-29,2%), PS -2 (-18,2%)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3 (+75,0%), PS -2 (-50,0%)
• Flores Timur: RE 1 (+50,0%), PS -2 (-100,0%)
• Manggarai: RE -4 (-57,1%),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(-25,0%), PS -4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SPDUA96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ROBERTUS JUNAIDI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ROB7687647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91.23%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92.77% | MoM -1.54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-5.47 pp | Rp-558.8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90.35%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91.76% | MoM -1.41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Rp9.32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Rp9.43 M | MoM -1.2%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91.23%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-1.54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90.35%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Rp9.32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-5.47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91.72%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Rp3.68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-3.86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83.85%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83.46%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Rp-283.8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93.68%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93.00%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Rp3.78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-3.02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Rp-121.8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96.50% / +0.44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96.92% / +1.71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92.16% / -5.41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98.61% / +2.62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89.82% / 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90.48% / +0.85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85.60% / -6.01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92.07% / +2.95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84.48% / -2.42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84.67% / -0.22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77.08% / -11.14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88.98% / +0.97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87.44% / -1.83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87.04% / -0.80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82.21% / -8.65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90.80% / +0.88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89.25% / -1.87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89.92% / -0.98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80.75% / -9.32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92.45% / +0.66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93.20% / -1.47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95.69% / +0.72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85.37% / -9.57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95.06% / +0.84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 | MoM -33.3%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28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14,501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5,607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78.7%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90.0%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79.4%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95.3%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79.3%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75.1%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80.4%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76.4%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72.0%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77.9%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61.8%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76.3%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67.9%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59.1%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56.5%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63.8%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53.2%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51.7%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57.6%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59.4%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49.1%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46.1%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64.7%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