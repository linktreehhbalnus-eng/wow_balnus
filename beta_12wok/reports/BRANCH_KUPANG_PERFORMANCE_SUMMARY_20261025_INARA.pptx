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113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2.298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+5,4%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59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63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151 (15,9%)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164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58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+71,4%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65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59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63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125 | MoM +10,6%
PS: 117 | MoM +6,4%
• Junior
  RE: 113 | Active 74,8% | MoM +10,8%
  PS: 105 | Active 69,5% | MoM 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-12,5%, Gap -1
• Grapari Kupang: PS -23,1%,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+75,0%, Gap 3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-38 (-17,9%), PS -38 (-20,7%)
• Malaka Timtim Belu: RE 7 (+2,5%), PS -21 (-8,8%)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(+9,1%),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90.95%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91.34% | MoM -0.39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-4.88 pp | Rp-754.1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90.40% | MoM -0.21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Rp14.04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Rp14.15 M | MoM -0.7%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Rp7.92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Rp-326.8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Rp-278.9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94.62% / +1.54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94.75% / +0.26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94.12% / +4.44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95.06% / -0.48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88.04% / +3.42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88.57% / +1.60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85.14% / +5.77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91.54% / +2.13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83.23% / -1.01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85.18% / +0.75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81.66% / -1.29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81.44% / 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86.74% / -1.00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87.80% / +0.01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84.41% / -1.65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88.45% / -2.24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88.02% / -0.63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88.85%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86.10%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88.71%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93.24%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93.91%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92.12% / -0.36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92.37% / -0.97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 | MoM -12.1%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17,308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11,573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66.6%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72.4%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69.1%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60.3%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68.0%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46.1%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66.1%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39.8%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