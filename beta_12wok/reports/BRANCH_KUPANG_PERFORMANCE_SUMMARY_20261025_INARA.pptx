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  <c:pt idx="22">
                  <c:v>26.0</c:v>
                </c:pt>
                <c:pt idx="23">
                  <c:v>22.0</c:v>
                </c:pt>
                <c:pt idx="24">
                  <c:v>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  <c:pt idx="22">
                  <c:v>9.0</c:v>
                </c:pt>
                <c:pt idx="23">
                  <c:v>14.0</c:v>
                </c:pt>
                <c:pt idx="24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  <c:pt idx="22">
                  <c:v>15.0</c:v>
                </c:pt>
                <c:pt idx="23">
                  <c:v>6.0</c:v>
                </c:pt>
                <c:pt idx="24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  <c:pt idx="22">
                  <c:v>29.0</c:v>
                </c:pt>
                <c:pt idx="23">
                  <c:v>21.0</c:v>
                </c:pt>
                <c:pt idx="24">
                  <c:v>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  <c:pt idx="22">
                  <c:v>12.0</c:v>
                </c:pt>
                <c:pt idx="23">
                  <c:v>9.0</c:v>
                </c:pt>
                <c:pt idx="24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  <c:pt idx="22">
                  <c:v>13.0</c:v>
                </c:pt>
                <c:pt idx="23">
                  <c:v>9.0</c:v>
                </c:pt>
                <c:pt idx="24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  <c:pt idx="22">
                  <c:v>4.0</c:v>
                </c:pt>
                <c:pt idx="23">
                  <c:v>3.0</c:v>
                </c:pt>
                <c:pt idx="24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113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110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2.298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151 (69,5%)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+5,0%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117 / 164 (71,3%)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+5,4%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58 (81,0%)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65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+3,9%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59 (69,5%)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+7,9%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63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 / 151 (15,9%)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+4,3%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 / 164 (16,5%)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58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+71,4%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65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+62,5%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59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63 (12,7%)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34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36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125 | MoM +10,6%
PS: 117 | MoM +6,4%
• Junior
  RE: 113 | Active 74,8% | MoM +10,8%
  PS: 105 | Active 69,5% | MoM +6,1%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-12,5%, Gap -1
• Grapari Kupang: PS -23,1%,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-60,0%, Gap -3
• Grapari Waikabubak: PS +75,0%, Gap 3
• Grapari Waingapu: PS -20,0%,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-38 (-17,9%), PS -38 (-20,7%)
• Malaka Timtim Belu: RE 7 (+2,5%), PS -21 (-8,8%)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(+9,1%), PS -5 (-71,4%)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 (-25,0%), PS -2 (-66,7%)
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Didina M Freitas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DID8448187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SPNIM78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90.09%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90.02% | MoM +0.06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-5.74 pp | Rp-886.8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89.25%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88.98% | MoM +0.26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Rp13.91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Rp13.94 M | MoM -0.2%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Rp13.91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Rp-886.8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91.28%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Rp-391.9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86.68%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Rp3.38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Rp-318.8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89.33%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Rp-176.1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94.12% / +1.73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94.19% / +0.40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93.92% / +4.49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94.25% / +0.11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87.02% / +4.15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87.66% / +1.95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83.89% / +6.73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90.67% / +3.21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81.87% / -0.74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83.96% / +1.54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80.12% / -1.71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80.17% / -4.90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85.34% / -0.83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86.34% / -0.18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82.98% / -0.88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87.26% / -2.20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86.64% / 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87.51% / +0.09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84.61% / -1.21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87.37% / +0.42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92.65% / 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93.41% / +0.24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91.45% / +0.06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91.59% / -0.43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31 | MoM -12.9%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 / -4.0%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17,308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59.9%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11,573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69.1%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66.6%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72.4%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69.1%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60.3%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68.0%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46.1%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55.7%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66.1%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45.1%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34.6%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39.8%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