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  <c:pt idx="15">
                  <c:v>20.0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  <c:pt idx="15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  <c:pt idx="15">
                  <c:v>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Sheet1!$E$2:$E$17</c:f>
              <c:numCache>
                <c:formatCode>General</c:formatCode>
                <c:ptCount val="16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  <c:pt idx="15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Sheet1!$F$2:$F$17</c:f>
              <c:numCache>
                <c:formatCode>General</c:formatCode>
                <c:ptCount val="1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  <c:pt idx="15">
                  <c:v>20.0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  <c:pt idx="15">
                  <c:v>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  <c:pt idx="15">
                  <c:v>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Sheet1!$E$2:$E$17</c:f>
              <c:numCache>
                <c:formatCode>General</c:formatCode>
                <c:ptCount val="16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  <c:pt idx="15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Sheet1!$F$2:$F$17</c:f>
              <c:numCache>
                <c:formatCode>General</c:formatCode>
                <c:ptCount val="1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-15,9%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-12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1.787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59 / 129 (45,7%)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-16,9% | Turun 35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72 / 143 (50,3%)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-15,3%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45 (42,2%)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50 (48,0%)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21 (52,4%)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-26,7%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23 (52,2%)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-29,4%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63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-12,1%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70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13 (53,8%)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129 (7,8%)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35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 / 143 (11,9%)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-5,6%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45 (15,6%)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50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63 (1,6%)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70 (5,7%)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74 | MoM -15,9%
PS: 72 | MoM -14,3%
• Junior
  RE: 61 | Active 47,3% | MoM -17,6%
  PS: 59 | Active 45,7% | MoM -15,7%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-16,7%, Gap -1
• Grapari Ende: PS +27,8%, Gap 5
• Grapari Kalabahi: PS +15,4%, Gap 2
• Grapari Labuan Bajo: PS -20,0%,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-40,0%, Gap -2
• Grapari Maumere: PS +142,9%, Gap 10
• Grapari Ruteng: PS -28,6%,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-54 (-38,6%), PS -38 (-36,2%)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-2 (-14,3%), PS -3 (-33,3%)
• Flores Timur: RE -4 (-57,1%), PS -1 (-33,3%)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 (+50,0%), PS -2 (-100,0%)
• Flores Timur: RE 1 (+100,0%), PS -2 (-100,0%)
• Manggarai: RE -3 (-60,0%), PS -2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ALI4809280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Laurensia Golang keraf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LAU1820563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26.92%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26.53% | MoM +0.39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-69.78 pp | Rp-7.13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26.07%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25.47% | MoM +0.60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Rp2.75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Rp2.70 M | MoM +2.0%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26.92%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26.07%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-69.78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Rp-7.13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25.56%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24.34%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Rp1.01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-71.14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25.77%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25.42%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Rp569.3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-70.93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Rp-1.57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+1.89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Rp1.17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-67.81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Rp-2.74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60.65% / -1.25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56.36% / -1.69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56.74% / -13.22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67.63% / +6.80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38.14% / +3.68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32.80% / +1.03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39.38% / +4.13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43.32% / +6.39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23.23% / -0.38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21.44% / +0.52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20.16% / -4.97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27.01% / +1.75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23.06% / +1.65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19.43% / +1.47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24.61% / -0.13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25.92% / +2.65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21.75% / +0.83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18.15% / +0.75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22.87% / -1.04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24.50% / +1.90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27.78% / 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27.75% / +0.10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25.51% / -1.59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29.04% / +0.56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 | MoM -66.7%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4,384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21.8%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15,724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47.0%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39.3%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15.1%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18.0%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38.7%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24.9%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17.1%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17.4%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10.5%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15.7%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16.1%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13.7%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22.6%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10.1%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11.3%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15.9%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16.7%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