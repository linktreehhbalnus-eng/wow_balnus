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45 (26,7%)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50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63 (34,9%)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70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-1,6%
PS: 54 | MoM -10,0%
• Junior
  RE: 50 | Active 38,8% | MoM -2,0%
  PS: 42 | Active 32,6% | MoM 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1
• Grapari Ende: PS +83,3%, Gap 5
• Grapari Kalabahi: PS -16,7%, Gap -1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+200,0%,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 (-7,1%), PS -11 (-26,8%)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-3 (-100,0%)
• Ende Sikka: RE 1 (+20,0%),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