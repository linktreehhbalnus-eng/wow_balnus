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63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60   Δ -6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514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 / 129 (32,6%)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54 / 143 (37,8%)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-11,5%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45 (26,7%)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-29,4%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50 (34,0%)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-22,7%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21 (38,1%)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23 (39,1%)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63 (34,9%)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+15,8%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 / 70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129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62 | MoM -1,6%
PS: 54 | MoM -10,0%
• Junior
  RE: 50 | Active 38,8% | MoM -2,0%
  PS: 42 | Active 32,6% | MoM -10,6%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+9,1%
  PS: 12 | Active 92,3%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+100,0%, Gap 1
• Grapari Ende: PS +83,3%, Gap 5
• Grapari Kalabahi: PS -16,7%, Gap -1
• Grapari Labuan Bajo: PS -40,0%,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-50,0%, Gap -1
• Grapari Maumere: PS 0,0%, Gap 0
• Grapari Ruteng: PS +200,0%,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-4 (-7,1%), PS -11 (-26,8%)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0 (0,0%), PS -3 (-100,0%)
• Ende Sikka: RE 1 (+20,0%), PS -1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(N/A), PS -1 (-100,0%)
• Flores Timur: RE 0 (0,0%),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ANM2815952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Santorio De Jesus Koro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SAN5304530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ANM2815952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FIRMUS YURIUS SUNI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FIR5719098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MAR7897934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Roni Ratu Kaho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RON5251958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Valentina isabela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MAR3906643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