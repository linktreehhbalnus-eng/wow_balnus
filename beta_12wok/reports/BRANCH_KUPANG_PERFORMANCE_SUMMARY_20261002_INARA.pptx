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48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-11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-25,8%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3.511   Δ -905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(26,8%)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31 | MoM -35,4%
PS: 29 | MoM -27,5%
• Junior
  RE: 25 | Active 18,0% | MoM -40,5%
  PS: 26 | Active 18,7% | MoM -23,5%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22,2% | MoM 0,0%
  PS: 0 | Active 0,0% | MoM -100,0%
• Junior Plus
  RE: 4 | Active 100,0% | MoM 0,0%
  PS: 3 | Active 75,0% | MoM -25,0%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+100,0%, Gap 1
• Grapari Kupang: PS -50,0%, Gap -1
• Grapari Malaka: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0,0%, Gap 0
• Grapari Waingapu: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2 (+6,9%), PS -10 (-33,3%)
• Malaka Timtim Belu: RE -21 (-61,8%), PS -10 (-43,5%)
• Sumba: RE -9 (-40,9%), PS -7 (-43,8%)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MIRANDA DODO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DIA6573568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MARKUS RUA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SPXRUA94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SPNMN65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SPCJO63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