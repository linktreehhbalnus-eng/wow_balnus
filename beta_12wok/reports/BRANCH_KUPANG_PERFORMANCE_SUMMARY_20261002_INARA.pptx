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</c:v>
                </c:pt>
                <c:pt idx="1">
                  <c:v>22.0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48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-27,5%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40   Δ -11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2.606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3.542   Δ -936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-25,7%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152 (19,1%)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-29,3%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105 (26,8%)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131 (78,4%)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31 | MoM -35,4%
PS: 29 | MoM -27,5%
• Junior
  RE: 25 | Active 18,0% | MoM -40,5%
  PS: 26 | Active 18,7% | MoM -23,5%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22,2% | MoM 0,0%
  PS: 0 | Active 0,0% | MoM -100,0%
• Junior Plus
  RE: 4 | Active 100,0% | MoM 0,0%
  PS: 3 | Active 75,0% | MoM -25,0%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+100,0%, Gap 1
• Grapari Kupang: PS -50,0%, Gap -1
• Grapari Malaka: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0,0%, Gap 0
• Grapari Waingapu: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-19 (-30,2%), PS -20 (-37,7%)
• Sumba: RE -9 (-40,9%), PS -7 (-43,8%)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JULIAN RUDYBEL LAPEBESI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MIRANDA DODO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DIA6573568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STE1390576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MARKUS RUA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SPXRUA94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SPNMN65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SPCJO63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