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01 Oct</c:v>
                </c:pt>
                <c:pt idx="1">
                  <c:v>02 Oct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23.0</c:v>
                </c:pt>
                <c:pt idx="1">
                  <c:v>22.0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01 Oct</c:v>
                </c:pt>
                <c:pt idx="1">
                  <c:v>02 Oct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48   Δ -17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-27,5%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40   Δ 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3.542   Δ -936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 / 139 (18,7%)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-25,7%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 / 152 (19,1%)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-29,3%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105 (26,8%)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131 (78,4%)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540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31 | MoM -35,4%
PS: 29 | MoM -27,5%
• Junior
  RE: 25 | Active 18,0% | MoM -40,5%
  PS: 26 | Active 18,7% | MoM -23,5%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2 | Active 22,2% | MoM 0,0%
  PS: 0 | Active 0,0% | MoM -100,0%
• Junior Plus
  RE: 4 | Active 100,0% | MoM 0,0%
  PS: 3 | Active 75,0% | MoM -25,0%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N/A, Gap 1
• Grapari Kefamenanu: PS +100,0%, Gap 1
• Grapari Kupang: PS -50,0%, Gap -1
• Grapari Malaka: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Soe: PS N/A, Gap 1
• Grapari Waikabubak: PS 0,0%, Gap 0
• Grapari Waingapu: PS -100,0%,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2 (+6,9%), PS -10 (-33,3%)
• Malaka Timtim Belu: RE -21 (-61,8%), PS -10 (-43,5%)
• Sumba: RE -9 (-40,9%), PS -7 (-43,8%)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JULIAN RUDYBEL LAPEBESI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SPXRYN88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MIRANDA DODO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SPXXMD19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HARMAN NDAJANG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SPSKU99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JANUARDO MAUKO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SPNOU25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 Bonita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DIA6573568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STE1390576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SPNII66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SPOSE99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JANUARDO MAUKO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SPNOU25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MARKUS RUA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SPXRUA94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SPNMN65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Oct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SPUUE13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MUL6427400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JACOB BESSIE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SPCJO63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DEDI FILIPUS FAY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SPLIS04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14 | MoM +35.7%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+42.9%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