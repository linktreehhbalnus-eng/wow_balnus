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  <c:pt idx="29">
                  <c:v>52.0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  <c:pt idx="29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5.690   Δ -770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471 (34,2%)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1.181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505 (92,0%)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194 | MoM +2,1%
• Performer
  RE: 1 | Active 100,0% | MoM 0,0%
  PS: 1 | Active 100,0% | MoM 0,0%
• Junior
  RE: 171 | Active 80,3% | MoM -0,6%
  PS: 167 | Active 78,4%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16 | Active 100,0%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+9,5%, Gap 4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-25,0%, Gap -1
• Grapari Mataram: PS -26,2%, Gap -16
• Grapari Sumbawa: PS +42,9%, Gap 3
• Grapari Taliwang: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-80 (-5,8%), PS -76 (-6,8%)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(-11,5%), PS -3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
• Sumbawa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ANN8965485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GEO3569992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FAT6827977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MSA6880413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NAN8343680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BAI9847746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NIZ3447990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