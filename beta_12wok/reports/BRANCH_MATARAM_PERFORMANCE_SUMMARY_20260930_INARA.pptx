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  <c:pt idx="18">
                  <c:v>55.0</c:v>
                </c:pt>
                <c:pt idx="19">
                  <c:v>37.0</c:v>
                </c:pt>
                <c:pt idx="20">
                  <c:v>63.0</c:v>
                </c:pt>
                <c:pt idx="21">
                  <c:v>51.0</c:v>
                </c:pt>
                <c:pt idx="22">
                  <c:v>50.0</c:v>
                </c:pt>
                <c:pt idx="23">
                  <c:v>53.0</c:v>
                </c:pt>
                <c:pt idx="24">
                  <c:v>54.0</c:v>
                </c:pt>
                <c:pt idx="25">
                  <c:v>48.0</c:v>
                </c:pt>
                <c:pt idx="26">
                  <c:v>33.0</c:v>
                </c:pt>
                <c:pt idx="27">
                  <c:v>52.0</c:v>
                </c:pt>
                <c:pt idx="28">
                  <c:v>56.0</c:v>
                </c:pt>
                <c:pt idx="29">
                  <c:v>52.0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  <c:pt idx="18">
                  <c:v>45.0</c:v>
                </c:pt>
                <c:pt idx="19">
                  <c:v>32.0</c:v>
                </c:pt>
                <c:pt idx="20">
                  <c:v>56.0</c:v>
                </c:pt>
                <c:pt idx="21">
                  <c:v>50.0</c:v>
                </c:pt>
                <c:pt idx="22">
                  <c:v>42.0</c:v>
                </c:pt>
                <c:pt idx="23">
                  <c:v>48.0</c:v>
                </c:pt>
                <c:pt idx="24">
                  <c:v>45.0</c:v>
                </c:pt>
                <c:pt idx="25">
                  <c:v>38.0</c:v>
                </c:pt>
                <c:pt idx="26">
                  <c:v>20.0</c:v>
                </c:pt>
                <c:pt idx="27">
                  <c:v>46.0</c:v>
                </c:pt>
                <c:pt idx="28">
                  <c:v>51.0</c:v>
                </c:pt>
                <c:pt idx="29">
                  <c:v>53.0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-96,9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-120,1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-75,7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-0,5%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199   Δ 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190   Δ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180   Δ 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4.920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5.690   Δ -770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 / 16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167 / 213 (78,4%)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194 / 240 (80,8%)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+2,1%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1.275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1.779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16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41 / 213 (19,2%)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-19,6% | Turun 80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60 / 240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-10,4% | Turun 93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2.344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3.077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1.379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471 (34,2%)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1.181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505 (92,0%)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1.580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453,1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198 | MoM -0,5%
PS: 194 | MoM +2,1%
• Performer
  RE: 1 | Active 100,0% | MoM 0,0%
  PS: 1 | Active 100,0% | MoM 0,0%
• Junior
  RE: 171 | Active 80,3% | MoM -0,6%
  PS: 167 | Active 78,4% | MoM +2,5%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16 | Active 100,0% | MoM 0,0%
  PS: 16 | Active 100,0% | MoM 0,0%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+9,5%, Gap 4
• Grapari Dompu: PS +11,1%, Gap 1
• Grapari Lombok Timur: PS -50,0%, Gap -2
• Grapari Lombok Utara: PS -50,0%,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-25,0%, Gap -1
• Grapari Mataram: PS -26,2%, Gap -16
• Grapari Sumbawa: PS +42,9%, Gap 3
• Grapari Taliwang: PS +71,4%, Gap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-80 (-5,8%), PS -76 (-6,8%)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(-11,5%), PS -3 (-20,0%)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-5 (-62,5%), PS -3 (-100,0%)
• Sumbawa Barat: RE 0 (0,0%),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549,3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ISM5793541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YUD8751940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SAPUTRA WIJAYA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SPJTN56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WAH3361599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SPMRR82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ALV9273981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ANN8965485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puri artini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NIL9865359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ISM5793541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YUD8751940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ALV9273981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GEORANO INDRIANTO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GEO3569992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Fatimatuzzahrah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FAT6827977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Wahyu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WAH3361599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SAPUTRA WIJAYA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SPJTN56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SPFIK90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MIFTAHUL JANNAH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SPKPG04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01–30 Sep 2026 vs MTD-1 01–30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MTA3993829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IBA3828413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SAIRIN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MSA6880413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Erwin Tri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ERW4280040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RIS8726199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Nanda Yuliastini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NAN8343680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HUM5823335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NAD2517008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SPRAY50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SPANTI5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MTA3993829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IBA3828413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Erwin Tri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ERW4280040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BAI9847746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RIS8726199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Humairoh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HUM5823335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NAD2517008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SPRAY50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Nizma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NIZ3447990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MATARAM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28.12%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97.45% | Gap -69.33 pp | M-1 32.56%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Rp309.289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Rp313.758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Rp298.590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43.94%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-12.42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-4.96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-3.79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-3.37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-4.86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