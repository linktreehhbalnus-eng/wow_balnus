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  <c:pt idx="25">
                  <c:v>48.0</c:v>
                </c:pt>
                <c:pt idx="26">
                  <c:v>33.0</c:v>
                </c:pt>
                <c:pt idx="27">
                  <c:v>52.0</c:v>
                </c:pt>
                <c:pt idx="28">
                  <c:v>56.0</c:v>
                </c:pt>
                <c:pt idx="29">
                  <c:v>52.0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  <c:pt idx="25">
                  <c:v>38.0</c:v>
                </c:pt>
                <c:pt idx="26">
                  <c:v>20.0</c:v>
                </c:pt>
                <c:pt idx="27">
                  <c:v>46.0</c:v>
                </c:pt>
                <c:pt idx="28">
                  <c:v>51.0</c:v>
                </c:pt>
                <c:pt idx="29">
                  <c:v>53.0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199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4.920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5.690   Δ -770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16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167 / 213 (78,4%)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194 / 240 (80,8%)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1.779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 / 213 (19,2%)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-19,6%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240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471 (34,2%)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1.181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505 (92,0%)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1.580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198 | MoM -0,5%
PS: 194 | MoM +2,1%
• Performer
  RE: 1 | Active 100,0% | MoM 0,0%
  PS: 1 | Active 100,0% | MoM 0,0%
• Junior
  RE: 171 | Active 80,3% | MoM -0,6%
  PS: 167 | Active 78,4% | MoM +2,5%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0,0%
  PS: 16 | Active 100,0%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+9,5%, Gap 4
• Grapari Dompu: PS +11,1%, Gap 1
• Grapari Lombok Timur: PS -50,0%, Gap -2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-25,0%, Gap -1
• Grapari Mataram: PS -26,2%, Gap -16
• Grapari Sumbawa: PS +42,9%, Gap 3
• Grapari Taliwang: PS +71,4%,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-80 (-5,8%), PS -76 (-6,8%)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(-11,5%), PS -3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(-62,5%), PS -3 (-100,0%)
• Sumbawa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SPJTN56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WAH3361599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ANN8965485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GEO3569992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Fatimatuzzahrah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FAT6827977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WAH3361599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SPJTN56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SPFIK90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MTA3993829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IBA3828413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MSA6880413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ERW4280040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RIS8726199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Nanda Yuliastini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NAN8343680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HUM5823335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NAD2517008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SPRAY50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MTA3993829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IBA3828413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ERW4280040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BAI9847746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RIS8726199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HUM5823335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NAD2517008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SPRAY50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NIZ3447990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