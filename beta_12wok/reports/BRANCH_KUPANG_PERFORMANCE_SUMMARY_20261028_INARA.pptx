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  <c:pt idx="18">
                  <c:v>39.0</c:v>
                </c:pt>
                <c:pt idx="19">
                  <c:v>34.0</c:v>
                </c:pt>
                <c:pt idx="20">
                  <c:v>29.0</c:v>
                </c:pt>
                <c:pt idx="21">
                  <c:v>35.0</c:v>
                </c:pt>
                <c:pt idx="22">
                  <c:v>26.0</c:v>
                </c:pt>
                <c:pt idx="23">
                  <c:v>22.0</c:v>
                </c:pt>
                <c:pt idx="24">
                  <c:v>12.0</c:v>
                </c:pt>
                <c:pt idx="25">
                  <c:v>28.0</c:v>
                </c:pt>
                <c:pt idx="26">
                  <c:v>25.0</c:v>
                </c:pt>
                <c:pt idx="27">
                  <c:v>28.0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  <c:pt idx="18">
                  <c:v>20.0</c:v>
                </c:pt>
                <c:pt idx="19">
                  <c:v>11.0</c:v>
                </c:pt>
                <c:pt idx="20">
                  <c:v>17.0</c:v>
                </c:pt>
                <c:pt idx="21">
                  <c:v>16.0</c:v>
                </c:pt>
                <c:pt idx="22">
                  <c:v>9.0</c:v>
                </c:pt>
                <c:pt idx="23">
                  <c:v>14.0</c:v>
                </c:pt>
                <c:pt idx="24">
                  <c:v>6.0</c:v>
                </c:pt>
                <c:pt idx="25">
                  <c:v>17.0</c:v>
                </c:pt>
                <c:pt idx="26">
                  <c:v>10.0</c:v>
                </c:pt>
                <c:pt idx="27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  <c:pt idx="18">
                  <c:v>13.0</c:v>
                </c:pt>
                <c:pt idx="19">
                  <c:v>13.0</c:v>
                </c:pt>
                <c:pt idx="20">
                  <c:v>10.0</c:v>
                </c:pt>
                <c:pt idx="21">
                  <c:v>13.0</c:v>
                </c:pt>
                <c:pt idx="22">
                  <c:v>15.0</c:v>
                </c:pt>
                <c:pt idx="23">
                  <c:v>6.0</c:v>
                </c:pt>
                <c:pt idx="24">
                  <c:v>4.0</c:v>
                </c:pt>
                <c:pt idx="25">
                  <c:v>8.0</c:v>
                </c:pt>
                <c:pt idx="26">
                  <c:v>10.0</c:v>
                </c:pt>
                <c:pt idx="27">
                  <c:v>14.0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  <c:pt idx="18">
                  <c:v>6.0</c:v>
                </c:pt>
                <c:pt idx="19">
                  <c:v>10.0</c:v>
                </c:pt>
                <c:pt idx="20">
                  <c:v>2.0</c:v>
                </c:pt>
                <c:pt idx="21">
                  <c:v>6.0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3.0</c:v>
                </c:pt>
                <c:pt idx="26">
                  <c:v>5.0</c:v>
                </c:pt>
                <c:pt idx="27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  <c:pt idx="18">
                  <c:v>29.0</c:v>
                </c:pt>
                <c:pt idx="19">
                  <c:v>34.0</c:v>
                </c:pt>
                <c:pt idx="20">
                  <c:v>28.0</c:v>
                </c:pt>
                <c:pt idx="21">
                  <c:v>25.0</c:v>
                </c:pt>
                <c:pt idx="22">
                  <c:v>29.0</c:v>
                </c:pt>
                <c:pt idx="23">
                  <c:v>21.0</c:v>
                </c:pt>
                <c:pt idx="24">
                  <c:v>12.0</c:v>
                </c:pt>
                <c:pt idx="25">
                  <c:v>25.0</c:v>
                </c:pt>
                <c:pt idx="26">
                  <c:v>20.0</c:v>
                </c:pt>
                <c:pt idx="27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  <c:pt idx="18">
                  <c:v>15.0</c:v>
                </c:pt>
                <c:pt idx="19">
                  <c:v>12.0</c:v>
                </c:pt>
                <c:pt idx="20">
                  <c:v>17.0</c:v>
                </c:pt>
                <c:pt idx="21">
                  <c:v>10.0</c:v>
                </c:pt>
                <c:pt idx="22">
                  <c:v>12.0</c:v>
                </c:pt>
                <c:pt idx="23">
                  <c:v>9.0</c:v>
                </c:pt>
                <c:pt idx="24">
                  <c:v>7.0</c:v>
                </c:pt>
                <c:pt idx="25">
                  <c:v>11.0</c:v>
                </c:pt>
                <c:pt idx="26">
                  <c:v>10.0</c:v>
                </c:pt>
                <c:pt idx="27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  <c:pt idx="18">
                  <c:v>9.0</c:v>
                </c:pt>
                <c:pt idx="19">
                  <c:v>13.0</c:v>
                </c:pt>
                <c:pt idx="20">
                  <c:v>7.0</c:v>
                </c:pt>
                <c:pt idx="21">
                  <c:v>11.0</c:v>
                </c:pt>
                <c:pt idx="22">
                  <c:v>13.0</c:v>
                </c:pt>
                <c:pt idx="23">
                  <c:v>9.0</c:v>
                </c:pt>
                <c:pt idx="24">
                  <c:v>1.0</c:v>
                </c:pt>
                <c:pt idx="25">
                  <c:v>11.0</c:v>
                </c:pt>
                <c:pt idx="26">
                  <c:v>6.0</c:v>
                </c:pt>
                <c:pt idx="27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  <c:pt idx="18">
                  <c:v>5.0</c:v>
                </c:pt>
                <c:pt idx="19">
                  <c:v>9.0</c:v>
                </c:pt>
                <c:pt idx="20">
                  <c:v>4.0</c:v>
                </c:pt>
                <c:pt idx="21">
                  <c:v>4.0</c:v>
                </c:pt>
                <c:pt idx="22">
                  <c:v>4.0</c:v>
                </c:pt>
                <c:pt idx="23">
                  <c:v>3.0</c:v>
                </c:pt>
                <c:pt idx="24">
                  <c:v>4.0</c:v>
                </c:pt>
                <c:pt idx="25">
                  <c:v>3.0</c:v>
                </c:pt>
                <c:pt idx="26">
                  <c:v>4.0</c:v>
                </c:pt>
                <c:pt idx="27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118   Δ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115   Δ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73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2.441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12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109 / 148 (73,6%)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+6,9%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122 / 164 (74,4%)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+7,0%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58 (82,8%)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+4,3%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 / 67 (82,1%)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+5,8%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59 (74,6%)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+12,8%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64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+11,6%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31 (54,8%)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33 (57,6%)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687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778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12 (8,3%)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 / 148 (20,9%)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+29,2%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35 / 164 (21,3%)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8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58 (27,6%)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67 (25,4%)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+88,9%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59 (15,3%)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64 (17,2%)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31 (19,4%)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33 (21,2%)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128 | MoM +8,5%
PS: 122 | MoM +6,1%
• Junior
  RE: 115 | Active 77,7% | MoM +9,5%
  PS: 109 | Active 73,6% | MoM +6,9%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9 | Active 75,0% | MoM 0,0%
  PS: 9 | Active 75,0% | MoM 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-25,0%, Gap -1
• Grapari Baa Rote: PS -66,7%, Gap -2
• Grapari Kefamenanu: PS 0,0%, Gap 0
• Grapari Kupang: PS -15,4%,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-75,0%, Gap -3
• Grapari Soe: PS -66,7%, Gap -4
• Grapari Waikabubak: PS +100,0%, Gap 4
• Grapari Waingapu: PS -42,9%,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-39 (-17,0%), PS -38 (-19,2%)
• Malaka Timtim Belu: RE 30 (+10,1%), PS -4 (-1,6%)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3 (+27,3%), PS -5 (-71,4%)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-1 (-25,0%), PS -2 (-66,7%)
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Stela yunike manno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STE1780980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AND7493129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Didina M Freitas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DID8448187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Herti valentia pade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HER1812009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Fera Marselin Djo Miha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FER6092649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Stela yunike manno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STE1780980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NIMROT SUAN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SPNIM78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ARJAN IMANUEL SETTE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SPEUS86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Jovitria Arias 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JOV9993067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Chelvin Jeremy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CHE8882793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ALDIAN YULEX LAYBOIS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SPYSI61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Veronika Birina Dos Santos soares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VER2090285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Chelvin Jeremy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CHE8882793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93.02%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93.07% | MoM -0.04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-2.81 pp | Rp-433.4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92.42%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92.30% | MoM +0.12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Rp14.36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Rp14.41 M | MoM -0.4%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93.02%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Rp14.36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Rp-433.4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93.67%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93.03%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Rp-185.5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90.76%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-4.49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Rp-173.5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93.33%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92.89%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Rp2.77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Rp-74.4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96.15% / -0.54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96.27% / -0.69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95.58% / +0.07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96.73% / -1.35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90.41% / +1.70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90.36% / -0.13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88.74% / +3.92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93.20% / +1.00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85.97% / -0.89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87.48% / +0.77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84.97% / -1.39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84.12% / -4.37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90.00% / -0.06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90.15% / +0.07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88.73% / -0.01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92.06% / -0.37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90.66% / 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91.20% / -0.06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89.26% / -0.11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91.33% / +0.36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94.91% / -0.09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95.25% / -0.09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94.10% / +0.27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94.71% / -0.45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36 | MoM -13.9%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 / -14.3%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+25.0%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25 / -13.8%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 / 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19,571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67.8%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9,310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93.8%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86.0%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82.2%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79.9%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79.3%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96.6%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94.4%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85.9%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80.7%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76.8%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91.8%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78.0%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82.0%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96.5%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95.6%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90.6%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82.5%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80.5%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78.5%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72.2%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69.4%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76.1%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76.2%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77.6%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65.8%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77.3%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71.4%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82.2%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83.9%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83.7%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81.1%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76.9%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55.7%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58.9%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52.4%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51.2%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52.8%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64.3%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57.9%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71.8%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53.0%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53.5%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44.1%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51.2%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50.4%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49.1%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45.8%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59.2%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40.1%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47.2%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38.3%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50.9%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45.9%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