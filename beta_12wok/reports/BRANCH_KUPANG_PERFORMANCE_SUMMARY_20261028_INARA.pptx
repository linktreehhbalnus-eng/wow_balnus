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21.0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37.0</c:v>
                </c:pt>
                <c:pt idx="6">
                  <c:v>35.0</c:v>
                </c:pt>
                <c:pt idx="7">
                  <c:v>32.0</c:v>
                </c:pt>
                <c:pt idx="8">
                  <c:v>27.0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30.0</c:v>
                </c:pt>
                <c:pt idx="13">
                  <c:v>31.0</c:v>
                </c:pt>
                <c:pt idx="14">
                  <c:v>33.0</c:v>
                </c:pt>
                <c:pt idx="15">
                  <c:v>30.0</c:v>
                </c:pt>
                <c:pt idx="16">
                  <c:v>26.0</c:v>
                </c:pt>
                <c:pt idx="17">
                  <c:v>11.0</c:v>
                </c:pt>
                <c:pt idx="18">
                  <c:v>39.0</c:v>
                </c:pt>
                <c:pt idx="19">
                  <c:v>34.0</c:v>
                </c:pt>
                <c:pt idx="20">
                  <c:v>29.0</c:v>
                </c:pt>
                <c:pt idx="21">
                  <c:v>35.0</c:v>
                </c:pt>
                <c:pt idx="22">
                  <c:v>26.0</c:v>
                </c:pt>
                <c:pt idx="23">
                  <c:v>22.0</c:v>
                </c:pt>
                <c:pt idx="24">
                  <c:v>12.0</c:v>
                </c:pt>
                <c:pt idx="25">
                  <c:v>28.0</c:v>
                </c:pt>
                <c:pt idx="26">
                  <c:v>25.0</c:v>
                </c:pt>
                <c:pt idx="27">
                  <c:v>28.0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10.0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18.0</c:v>
                </c:pt>
                <c:pt idx="6">
                  <c:v>19.0</c:v>
                </c:pt>
                <c:pt idx="7">
                  <c:v>16.0</c:v>
                </c:pt>
                <c:pt idx="8">
                  <c:v>11.0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  <c:pt idx="12">
                  <c:v>10.0</c:v>
                </c:pt>
                <c:pt idx="13">
                  <c:v>9.0</c:v>
                </c:pt>
                <c:pt idx="14">
                  <c:v>13.0</c:v>
                </c:pt>
                <c:pt idx="15">
                  <c:v>13.0</c:v>
                </c:pt>
                <c:pt idx="16">
                  <c:v>14.0</c:v>
                </c:pt>
                <c:pt idx="17">
                  <c:v>4.0</c:v>
                </c:pt>
                <c:pt idx="18">
                  <c:v>20.0</c:v>
                </c:pt>
                <c:pt idx="19">
                  <c:v>11.0</c:v>
                </c:pt>
                <c:pt idx="20">
                  <c:v>17.0</c:v>
                </c:pt>
                <c:pt idx="21">
                  <c:v>16.0</c:v>
                </c:pt>
                <c:pt idx="22">
                  <c:v>9.0</c:v>
                </c:pt>
                <c:pt idx="23">
                  <c:v>14.0</c:v>
                </c:pt>
                <c:pt idx="24">
                  <c:v>6.0</c:v>
                </c:pt>
                <c:pt idx="25">
                  <c:v>17.0</c:v>
                </c:pt>
                <c:pt idx="26">
                  <c:v>10.0</c:v>
                </c:pt>
                <c:pt idx="27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  <c:pt idx="12">
                  <c:v>14.0</c:v>
                </c:pt>
                <c:pt idx="13">
                  <c:v>14.0</c:v>
                </c:pt>
                <c:pt idx="14">
                  <c:v>14.0</c:v>
                </c:pt>
                <c:pt idx="15">
                  <c:v>11.0</c:v>
                </c:pt>
                <c:pt idx="16">
                  <c:v>7.0</c:v>
                </c:pt>
                <c:pt idx="17">
                  <c:v>4.0</c:v>
                </c:pt>
                <c:pt idx="18">
                  <c:v>13.0</c:v>
                </c:pt>
                <c:pt idx="19">
                  <c:v>13.0</c:v>
                </c:pt>
                <c:pt idx="20">
                  <c:v>10.0</c:v>
                </c:pt>
                <c:pt idx="21">
                  <c:v>13.0</c:v>
                </c:pt>
                <c:pt idx="22">
                  <c:v>15.0</c:v>
                </c:pt>
                <c:pt idx="23">
                  <c:v>6.0</c:v>
                </c:pt>
                <c:pt idx="24">
                  <c:v>4.0</c:v>
                </c:pt>
                <c:pt idx="25">
                  <c:v>8.0</c:v>
                </c:pt>
                <c:pt idx="26">
                  <c:v>10.0</c:v>
                </c:pt>
                <c:pt idx="27">
                  <c:v>14.0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6.0</c:v>
                </c:pt>
                <c:pt idx="13">
                  <c:v>8.0</c:v>
                </c:pt>
                <c:pt idx="14">
                  <c:v>6.0</c:v>
                </c:pt>
                <c:pt idx="15">
                  <c:v>6.0</c:v>
                </c:pt>
                <c:pt idx="16">
                  <c:v>5.0</c:v>
                </c:pt>
                <c:pt idx="17">
                  <c:v>3.0</c:v>
                </c:pt>
                <c:pt idx="18">
                  <c:v>6.0</c:v>
                </c:pt>
                <c:pt idx="19">
                  <c:v>10.0</c:v>
                </c:pt>
                <c:pt idx="20">
                  <c:v>2.0</c:v>
                </c:pt>
                <c:pt idx="21">
                  <c:v>6.0</c:v>
                </c:pt>
                <c:pt idx="22">
                  <c:v>2.0</c:v>
                </c:pt>
                <c:pt idx="23">
                  <c:v>2.0</c:v>
                </c:pt>
                <c:pt idx="24">
                  <c:v>2.0</c:v>
                </c:pt>
                <c:pt idx="25">
                  <c:v>3.0</c:v>
                </c:pt>
                <c:pt idx="26">
                  <c:v>5.0</c:v>
                </c:pt>
                <c:pt idx="27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18.0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25.0</c:v>
                </c:pt>
                <c:pt idx="12">
                  <c:v>25.0</c:v>
                </c:pt>
                <c:pt idx="13">
                  <c:v>23.0</c:v>
                </c:pt>
                <c:pt idx="14">
                  <c:v>31.0</c:v>
                </c:pt>
                <c:pt idx="15">
                  <c:v>22.0</c:v>
                </c:pt>
                <c:pt idx="16">
                  <c:v>19.0</c:v>
                </c:pt>
                <c:pt idx="17">
                  <c:v>13.0</c:v>
                </c:pt>
                <c:pt idx="18">
                  <c:v>29.0</c:v>
                </c:pt>
                <c:pt idx="19">
                  <c:v>34.0</c:v>
                </c:pt>
                <c:pt idx="20">
                  <c:v>28.0</c:v>
                </c:pt>
                <c:pt idx="21">
                  <c:v>25.0</c:v>
                </c:pt>
                <c:pt idx="22">
                  <c:v>29.0</c:v>
                </c:pt>
                <c:pt idx="23">
                  <c:v>21.0</c:v>
                </c:pt>
                <c:pt idx="24">
                  <c:v>12.0</c:v>
                </c:pt>
                <c:pt idx="25">
                  <c:v>25.0</c:v>
                </c:pt>
                <c:pt idx="26">
                  <c:v>20.0</c:v>
                </c:pt>
                <c:pt idx="27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7.0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11.0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11.0</c:v>
                </c:pt>
                <c:pt idx="12">
                  <c:v>9.0</c:v>
                </c:pt>
                <c:pt idx="13">
                  <c:v>12.0</c:v>
                </c:pt>
                <c:pt idx="14">
                  <c:v>10.0</c:v>
                </c:pt>
                <c:pt idx="15">
                  <c:v>7.0</c:v>
                </c:pt>
                <c:pt idx="16">
                  <c:v>11.0</c:v>
                </c:pt>
                <c:pt idx="17">
                  <c:v>6.0</c:v>
                </c:pt>
                <c:pt idx="18">
                  <c:v>15.0</c:v>
                </c:pt>
                <c:pt idx="19">
                  <c:v>12.0</c:v>
                </c:pt>
                <c:pt idx="20">
                  <c:v>17.0</c:v>
                </c:pt>
                <c:pt idx="21">
                  <c:v>10.0</c:v>
                </c:pt>
                <c:pt idx="22">
                  <c:v>12.0</c:v>
                </c:pt>
                <c:pt idx="23">
                  <c:v>9.0</c:v>
                </c:pt>
                <c:pt idx="24">
                  <c:v>7.0</c:v>
                </c:pt>
                <c:pt idx="25">
                  <c:v>11.0</c:v>
                </c:pt>
                <c:pt idx="26">
                  <c:v>10.0</c:v>
                </c:pt>
                <c:pt idx="27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  <c:pt idx="12">
                  <c:v>11.0</c:v>
                </c:pt>
                <c:pt idx="13">
                  <c:v>5.0</c:v>
                </c:pt>
                <c:pt idx="14">
                  <c:v>13.0</c:v>
                </c:pt>
                <c:pt idx="15">
                  <c:v>11.0</c:v>
                </c:pt>
                <c:pt idx="16">
                  <c:v>2.0</c:v>
                </c:pt>
                <c:pt idx="17">
                  <c:v>4.0</c:v>
                </c:pt>
                <c:pt idx="18">
                  <c:v>9.0</c:v>
                </c:pt>
                <c:pt idx="19">
                  <c:v>13.0</c:v>
                </c:pt>
                <c:pt idx="20">
                  <c:v>7.0</c:v>
                </c:pt>
                <c:pt idx="21">
                  <c:v>11.0</c:v>
                </c:pt>
                <c:pt idx="22">
                  <c:v>13.0</c:v>
                </c:pt>
                <c:pt idx="23">
                  <c:v>9.0</c:v>
                </c:pt>
                <c:pt idx="24">
                  <c:v>1.0</c:v>
                </c:pt>
                <c:pt idx="25">
                  <c:v>11.0</c:v>
                </c:pt>
                <c:pt idx="26">
                  <c:v>6.0</c:v>
                </c:pt>
                <c:pt idx="27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  <c:pt idx="13">
                  <c:v>6.0</c:v>
                </c:pt>
                <c:pt idx="14">
                  <c:v>8.0</c:v>
                </c:pt>
                <c:pt idx="15">
                  <c:v>4.0</c:v>
                </c:pt>
                <c:pt idx="16">
                  <c:v>6.0</c:v>
                </c:pt>
                <c:pt idx="17">
                  <c:v>3.0</c:v>
                </c:pt>
                <c:pt idx="18">
                  <c:v>5.0</c:v>
                </c:pt>
                <c:pt idx="19">
                  <c:v>9.0</c:v>
                </c:pt>
                <c:pt idx="20">
                  <c:v>4.0</c:v>
                </c:pt>
                <c:pt idx="21">
                  <c:v>4.0</c:v>
                </c:pt>
                <c:pt idx="22">
                  <c:v>4.0</c:v>
                </c:pt>
                <c:pt idx="23">
                  <c:v>3.0</c:v>
                </c:pt>
                <c:pt idx="24">
                  <c:v>4.0</c:v>
                </c:pt>
                <c:pt idx="25">
                  <c:v>3.0</c:v>
                </c:pt>
                <c:pt idx="26">
                  <c:v>4.0</c:v>
                </c:pt>
                <c:pt idx="2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164  (+7,9%)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117   Δ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114   Δ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72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2.328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108 / 151 (71,5%)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+8,0% | Turun 46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120 / 164 (73,2%)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+8,1% | Turun 52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 / 58 (82,8%)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+4,3%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 / 65 (83,1%)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59 (72,9%)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+13,2%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63 (74,6%)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+11,9%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36 (52,8%)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661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9 (11,1%)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30 / 151 (19,9%)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+30,4% | Turun 46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33 / 164 (20,1%)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+22,2% | Turun 52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58 (27,6%)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+128,6%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65 (26,2%)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+112,5%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59 (13,6%)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63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34 (17,6%)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36 (19,4%)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2.321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127 | MoM +8,5%
PS: 120 | MoM +5,3%
• Junior
  RE: 115 | Active 76,2% | MoM +9,5%
  PS: 108 | Active 71,5% | MoM +5,9%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0,0%
  PS: 8 | Active 88,9% | MoM 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-50,0%, Gap -2
• Grapari Baa Rote: PS -66,7%, Gap -2
• Grapari Kefamenanu: PS -12,5%, Gap -1
• Grapari Kupang: PS -15,4%,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-75,0%, Gap -3
• Grapari Soe: PS -66,7%, Gap -4
• Grapari Waikabubak: PS +75,0%, Gap 3
• Grapari Waingapu: PS -42,9%, Gap 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-39 (-17,0%), PS -44 (-22,2%)
• Malaka Timtim Belu: RE 30 (+10,1%), PS -17 (-6,7%)
• Unknown: RE -1 (-100,0%), PS -1 (-100,0%)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3 (+27,3%), PS -5 (-71,4%)
• Malaka Timtim Belu: RE 2 (+13,3%), PS -1 (-9,1%)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Rote: RE -1 (-25,0%), PS -2 (-66,7%)
• Malaka Timtim Belu: RE -2 (-100,0%),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Stela yunike manno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STE1780980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Herti valentia pade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HER1812009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AND7493129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Didina M Freitas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DID8448187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Fera Marselin Djo Miha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FER6092649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Stela yunike manno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STE1780980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ARJAN IMANUEL SETTE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SPEUS86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NIMROT SUAN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SPNIM78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DJO4406952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Jovitria Arias Malo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JOV9993067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EMRIS FERDINAND KALE DJOH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EMR3927543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Chelvin Jeremy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CHE8882793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ALDIAN YULEX LAYBOIS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SPYSI61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Veronika Birina Dos Santos soares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VER2090285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EMRIS FERDINAND KALE DJOH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EMR3927543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Chelvin Jeremy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CHE8882793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10/26/2026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91.84%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92.02% | MoM -0.18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-3.99 pp | Rp-615.9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91.13%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91.17% | MoM -0.04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Rp14.18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Rp14.25 M | MoM -0.5%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Rp15.44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91.84%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91.13%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Rp14.18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Rp-615.9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92.79%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92.05%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Rp7.99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-3.04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Rp-261.4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89.68%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88.97%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Rp3.46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-6.15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Rp-237.5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91.37%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Rp2.73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Rp-117.0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95.30% / +0.06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95.33% / -1.24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94.99% / +3.03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95.66% / -2.02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88.83% / +2.53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89.13% / +0.41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86.20% / +5.42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92.39% / +0.92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84.27% / -0.74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86.24% / +1.12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82.75% / -1.14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82.34% / -5.02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88.09% / -0.68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88.70% / +0.04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86.32% / -1.00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89.89% / -1.84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89.17% / -0.26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89.94% / -0.15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87.34% / -0.75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89.87% / +0.30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93.99% / -0.22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94.57% / -0.14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92.90% / -0.04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93.37% / -0.63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34 | MoM -11.8%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-9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 / -14.3%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 / +25.0%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 / 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 / -12.5%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 / 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28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28,881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19,413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67.2%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9,468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95.9%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93.2%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85.1%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81.9%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79.1%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78.8%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408 / 95.8%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93.9%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498 / 85.1%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591 / 83.1%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79.9%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643 / 76.2%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308 / 95.8%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303 / 90.8%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373 / 81.8%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480 / 79.8%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522 / 77.6%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479 / 81.6%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227 / 96.0%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205 / 95.1%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90.6%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83.6%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80.6%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80.0%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77.4%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77.8%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78.1%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72.2%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68.2%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75.6%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596 / 75.7%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77.0%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554 / 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597 / 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64.9%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562 / 77.9%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78.0%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77.1%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71.7%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291 / 70.5%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69.7%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81.4%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217 / 83.4%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208 / 83.2%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78.2%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 / 80.0%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225 / 76.0%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63.6%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55.6%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57.9%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629 / 62.5%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603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703 / 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621 / 51.0%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644 / 51.4%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352 / 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367 / 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386 / 65.5%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309 / 62.1%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314 / 63.7%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197 / 74.6%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63.2%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174 / 71.3%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54.0%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52.6%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53.3%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47.4%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47.4%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43.8%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51.1%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678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53.6%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48.8%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698 / 47.0%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649 / 45.5%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58.8%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305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374 / 40.1%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46.9%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240 / 37.9%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218 / 59.2%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202 / 56.9%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190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173 / 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181 / 45.9%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