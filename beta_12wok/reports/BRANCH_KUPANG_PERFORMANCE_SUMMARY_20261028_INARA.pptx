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Sheet1!$B$2:$B$29</c:f>
              <c:numCache>
                <c:formatCode>General</c:formatCode>
                <c:ptCount val="28"/>
                <c:pt idx="0">
                  <c:v>21.0</c:v>
                </c:pt>
                <c:pt idx="1">
                  <c:v>22.0</c:v>
                </c:pt>
                <c:pt idx="2">
                  <c:v>16.0</c:v>
                </c:pt>
                <c:pt idx="3">
                  <c:v>11.0</c:v>
                </c:pt>
                <c:pt idx="4">
                  <c:v>33.0</c:v>
                </c:pt>
                <c:pt idx="5">
                  <c:v>37.0</c:v>
                </c:pt>
                <c:pt idx="6">
                  <c:v>35.0</c:v>
                </c:pt>
                <c:pt idx="7">
                  <c:v>32.0</c:v>
                </c:pt>
                <c:pt idx="8">
                  <c:v>27.0</c:v>
                </c:pt>
                <c:pt idx="9">
                  <c:v>22.0</c:v>
                </c:pt>
                <c:pt idx="10">
                  <c:v>13.0</c:v>
                </c:pt>
                <c:pt idx="11">
                  <c:v>23.0</c:v>
                </c:pt>
                <c:pt idx="12">
                  <c:v>30.0</c:v>
                </c:pt>
                <c:pt idx="13">
                  <c:v>31.0</c:v>
                </c:pt>
                <c:pt idx="14">
                  <c:v>33.0</c:v>
                </c:pt>
                <c:pt idx="15">
                  <c:v>30.0</c:v>
                </c:pt>
                <c:pt idx="16">
                  <c:v>26.0</c:v>
                </c:pt>
                <c:pt idx="17">
                  <c:v>11.0</c:v>
                </c:pt>
                <c:pt idx="18">
                  <c:v>39.0</c:v>
                </c:pt>
                <c:pt idx="19">
                  <c:v>34.0</c:v>
                </c:pt>
                <c:pt idx="20">
                  <c:v>29.0</c:v>
                </c:pt>
                <c:pt idx="21">
                  <c:v>35.0</c:v>
                </c:pt>
                <c:pt idx="22">
                  <c:v>26.0</c:v>
                </c:pt>
                <c:pt idx="23">
                  <c:v>22.0</c:v>
                </c:pt>
                <c:pt idx="24">
                  <c:v>12.0</c:v>
                </c:pt>
                <c:pt idx="25">
                  <c:v>28.0</c:v>
                </c:pt>
                <c:pt idx="26">
                  <c:v>25.0</c:v>
                </c:pt>
                <c:pt idx="27">
                  <c:v>28.0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Sheet1!$C$2:$C$29</c:f>
              <c:numCache>
                <c:formatCode>General</c:formatCode>
                <c:ptCount val="28"/>
                <c:pt idx="0">
                  <c:v>10.0</c:v>
                </c:pt>
                <c:pt idx="1">
                  <c:v>11.0</c:v>
                </c:pt>
                <c:pt idx="2">
                  <c:v>9.0</c:v>
                </c:pt>
                <c:pt idx="3">
                  <c:v>4.0</c:v>
                </c:pt>
                <c:pt idx="4">
                  <c:v>14.0</c:v>
                </c:pt>
                <c:pt idx="5">
                  <c:v>18.0</c:v>
                </c:pt>
                <c:pt idx="6">
                  <c:v>19.0</c:v>
                </c:pt>
                <c:pt idx="7">
                  <c:v>16.0</c:v>
                </c:pt>
                <c:pt idx="8">
                  <c:v>11.0</c:v>
                </c:pt>
                <c:pt idx="9">
                  <c:v>11.0</c:v>
                </c:pt>
                <c:pt idx="10">
                  <c:v>5.0</c:v>
                </c:pt>
                <c:pt idx="11">
                  <c:v>12.0</c:v>
                </c:pt>
                <c:pt idx="12">
                  <c:v>10.0</c:v>
                </c:pt>
                <c:pt idx="13">
                  <c:v>9.0</c:v>
                </c:pt>
                <c:pt idx="14">
                  <c:v>13.0</c:v>
                </c:pt>
                <c:pt idx="15">
                  <c:v>13.0</c:v>
                </c:pt>
                <c:pt idx="16">
                  <c:v>14.0</c:v>
                </c:pt>
                <c:pt idx="17">
                  <c:v>4.0</c:v>
                </c:pt>
                <c:pt idx="18">
                  <c:v>20.0</c:v>
                </c:pt>
                <c:pt idx="19">
                  <c:v>11.0</c:v>
                </c:pt>
                <c:pt idx="20">
                  <c:v>17.0</c:v>
                </c:pt>
                <c:pt idx="21">
                  <c:v>16.0</c:v>
                </c:pt>
                <c:pt idx="22">
                  <c:v>9.0</c:v>
                </c:pt>
                <c:pt idx="23">
                  <c:v>14.0</c:v>
                </c:pt>
                <c:pt idx="24">
                  <c:v>6.0</c:v>
                </c:pt>
                <c:pt idx="25">
                  <c:v>17.0</c:v>
                </c:pt>
                <c:pt idx="26">
                  <c:v>10.0</c:v>
                </c:pt>
                <c:pt idx="27">
                  <c:v>10.0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Sheet1!$D$2:$D$29</c:f>
              <c:numCache>
                <c:formatCode>General</c:formatCode>
                <c:ptCount val="28"/>
                <c:pt idx="0">
                  <c:v>6.0</c:v>
                </c:pt>
                <c:pt idx="1">
                  <c:v>7.0</c:v>
                </c:pt>
                <c:pt idx="2">
                  <c:v>3.0</c:v>
                </c:pt>
                <c:pt idx="3">
                  <c:v>5.0</c:v>
                </c:pt>
                <c:pt idx="4">
                  <c:v>13.0</c:v>
                </c:pt>
                <c:pt idx="5">
                  <c:v>11.0</c:v>
                </c:pt>
                <c:pt idx="6">
                  <c:v>10.0</c:v>
                </c:pt>
                <c:pt idx="7">
                  <c:v>10.0</c:v>
                </c:pt>
                <c:pt idx="8">
                  <c:v>10.0</c:v>
                </c:pt>
                <c:pt idx="9">
                  <c:v>6.0</c:v>
                </c:pt>
                <c:pt idx="10">
                  <c:v>4.0</c:v>
                </c:pt>
                <c:pt idx="11">
                  <c:v>5.0</c:v>
                </c:pt>
                <c:pt idx="12">
                  <c:v>14.0</c:v>
                </c:pt>
                <c:pt idx="13">
                  <c:v>14.0</c:v>
                </c:pt>
                <c:pt idx="14">
                  <c:v>14.0</c:v>
                </c:pt>
                <c:pt idx="15">
                  <c:v>11.0</c:v>
                </c:pt>
                <c:pt idx="16">
                  <c:v>7.0</c:v>
                </c:pt>
                <c:pt idx="17">
                  <c:v>4.0</c:v>
                </c:pt>
                <c:pt idx="18">
                  <c:v>13.0</c:v>
                </c:pt>
                <c:pt idx="19">
                  <c:v>13.0</c:v>
                </c:pt>
                <c:pt idx="20">
                  <c:v>10.0</c:v>
                </c:pt>
                <c:pt idx="21">
                  <c:v>13.0</c:v>
                </c:pt>
                <c:pt idx="22">
                  <c:v>15.0</c:v>
                </c:pt>
                <c:pt idx="23">
                  <c:v>6.0</c:v>
                </c:pt>
                <c:pt idx="24">
                  <c:v>4.0</c:v>
                </c:pt>
                <c:pt idx="25">
                  <c:v>8.0</c:v>
                </c:pt>
                <c:pt idx="26">
                  <c:v>10.0</c:v>
                </c:pt>
                <c:pt idx="27">
                  <c:v>14.0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Sheet1!$E$2:$E$29</c:f>
              <c:numCache>
                <c:formatCode>General</c:formatCode>
                <c:ptCount val="28"/>
                <c:pt idx="0">
                  <c:v>5.0</c:v>
                </c:pt>
                <c:pt idx="1">
                  <c:v>4.0</c:v>
                </c:pt>
                <c:pt idx="2">
                  <c:v>4.0</c:v>
                </c:pt>
                <c:pt idx="3">
                  <c:v>2.0</c:v>
                </c:pt>
                <c:pt idx="4">
                  <c:v>6.0</c:v>
                </c:pt>
                <c:pt idx="5">
                  <c:v>8.0</c:v>
                </c:pt>
                <c:pt idx="6">
                  <c:v>6.0</c:v>
                </c:pt>
                <c:pt idx="7">
                  <c:v>6.0</c:v>
                </c:pt>
                <c:pt idx="8">
                  <c:v>6.0</c:v>
                </c:pt>
                <c:pt idx="9">
                  <c:v>5.0</c:v>
                </c:pt>
                <c:pt idx="10">
                  <c:v>4.0</c:v>
                </c:pt>
                <c:pt idx="11">
                  <c:v>6.0</c:v>
                </c:pt>
                <c:pt idx="12">
                  <c:v>6.0</c:v>
                </c:pt>
                <c:pt idx="13">
                  <c:v>8.0</c:v>
                </c:pt>
                <c:pt idx="14">
                  <c:v>6.0</c:v>
                </c:pt>
                <c:pt idx="15">
                  <c:v>6.0</c:v>
                </c:pt>
                <c:pt idx="16">
                  <c:v>5.0</c:v>
                </c:pt>
                <c:pt idx="17">
                  <c:v>3.0</c:v>
                </c:pt>
                <c:pt idx="18">
                  <c:v>6.0</c:v>
                </c:pt>
                <c:pt idx="19">
                  <c:v>10.0</c:v>
                </c:pt>
                <c:pt idx="20">
                  <c:v>2.0</c:v>
                </c:pt>
                <c:pt idx="21">
                  <c:v>6.0</c:v>
                </c:pt>
                <c:pt idx="22">
                  <c:v>2.0</c:v>
                </c:pt>
                <c:pt idx="23">
                  <c:v>2.0</c:v>
                </c:pt>
                <c:pt idx="24">
                  <c:v>2.0</c:v>
                </c:pt>
                <c:pt idx="25">
                  <c:v>3.0</c:v>
                </c:pt>
                <c:pt idx="26">
                  <c:v>5.0</c:v>
                </c:pt>
                <c:pt idx="27">
                  <c:v>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Sheet1!$B$2:$B$29</c:f>
              <c:numCache>
                <c:formatCode>General</c:formatCode>
                <c:ptCount val="28"/>
                <c:pt idx="0">
                  <c:v>18.0</c:v>
                </c:pt>
                <c:pt idx="1">
                  <c:v>16.0</c:v>
                </c:pt>
                <c:pt idx="2">
                  <c:v>16.0</c:v>
                </c:pt>
                <c:pt idx="3">
                  <c:v>14.0</c:v>
                </c:pt>
                <c:pt idx="4">
                  <c:v>22.0</c:v>
                </c:pt>
                <c:pt idx="5">
                  <c:v>25.0</c:v>
                </c:pt>
                <c:pt idx="6">
                  <c:v>25.0</c:v>
                </c:pt>
                <c:pt idx="7">
                  <c:v>25.0</c:v>
                </c:pt>
                <c:pt idx="8">
                  <c:v>24.0</c:v>
                </c:pt>
                <c:pt idx="9">
                  <c:v>21.0</c:v>
                </c:pt>
                <c:pt idx="10">
                  <c:v>9.0</c:v>
                </c:pt>
                <c:pt idx="11">
                  <c:v>25.0</c:v>
                </c:pt>
                <c:pt idx="12">
                  <c:v>25.0</c:v>
                </c:pt>
                <c:pt idx="13">
                  <c:v>23.0</c:v>
                </c:pt>
                <c:pt idx="14">
                  <c:v>31.0</c:v>
                </c:pt>
                <c:pt idx="15">
                  <c:v>22.0</c:v>
                </c:pt>
                <c:pt idx="16">
                  <c:v>19.0</c:v>
                </c:pt>
                <c:pt idx="17">
                  <c:v>13.0</c:v>
                </c:pt>
                <c:pt idx="18">
                  <c:v>29.0</c:v>
                </c:pt>
                <c:pt idx="19">
                  <c:v>34.0</c:v>
                </c:pt>
                <c:pt idx="20">
                  <c:v>28.0</c:v>
                </c:pt>
                <c:pt idx="21">
                  <c:v>25.0</c:v>
                </c:pt>
                <c:pt idx="22">
                  <c:v>29.0</c:v>
                </c:pt>
                <c:pt idx="23">
                  <c:v>21.0</c:v>
                </c:pt>
                <c:pt idx="24">
                  <c:v>12.0</c:v>
                </c:pt>
                <c:pt idx="25">
                  <c:v>25.0</c:v>
                </c:pt>
                <c:pt idx="26">
                  <c:v>20.0</c:v>
                </c:pt>
                <c:pt idx="27">
                  <c:v>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Sheet1!$C$2:$C$29</c:f>
              <c:numCache>
                <c:formatCode>General</c:formatCode>
                <c:ptCount val="28"/>
                <c:pt idx="0">
                  <c:v>7.0</c:v>
                </c:pt>
                <c:pt idx="1">
                  <c:v>7.0</c:v>
                </c:pt>
                <c:pt idx="2">
                  <c:v>7.0</c:v>
                </c:pt>
                <c:pt idx="3">
                  <c:v>7.0</c:v>
                </c:pt>
                <c:pt idx="4">
                  <c:v>12.0</c:v>
                </c:pt>
                <c:pt idx="5">
                  <c:v>11.0</c:v>
                </c:pt>
                <c:pt idx="6">
                  <c:v>17.0</c:v>
                </c:pt>
                <c:pt idx="7">
                  <c:v>13.0</c:v>
                </c:pt>
                <c:pt idx="8">
                  <c:v>11.0</c:v>
                </c:pt>
                <c:pt idx="9">
                  <c:v>9.0</c:v>
                </c:pt>
                <c:pt idx="10">
                  <c:v>6.0</c:v>
                </c:pt>
                <c:pt idx="11">
                  <c:v>11.0</c:v>
                </c:pt>
                <c:pt idx="12">
                  <c:v>9.0</c:v>
                </c:pt>
                <c:pt idx="13">
                  <c:v>12.0</c:v>
                </c:pt>
                <c:pt idx="14">
                  <c:v>10.0</c:v>
                </c:pt>
                <c:pt idx="15">
                  <c:v>7.0</c:v>
                </c:pt>
                <c:pt idx="16">
                  <c:v>11.0</c:v>
                </c:pt>
                <c:pt idx="17">
                  <c:v>6.0</c:v>
                </c:pt>
                <c:pt idx="18">
                  <c:v>15.0</c:v>
                </c:pt>
                <c:pt idx="19">
                  <c:v>12.0</c:v>
                </c:pt>
                <c:pt idx="20">
                  <c:v>17.0</c:v>
                </c:pt>
                <c:pt idx="21">
                  <c:v>10.0</c:v>
                </c:pt>
                <c:pt idx="22">
                  <c:v>12.0</c:v>
                </c:pt>
                <c:pt idx="23">
                  <c:v>9.0</c:v>
                </c:pt>
                <c:pt idx="24">
                  <c:v>7.0</c:v>
                </c:pt>
                <c:pt idx="25">
                  <c:v>11.0</c:v>
                </c:pt>
                <c:pt idx="26">
                  <c:v>10.0</c:v>
                </c:pt>
                <c:pt idx="27">
                  <c:v>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Sheet1!$D$2:$D$29</c:f>
              <c:numCache>
                <c:formatCode>General</c:formatCode>
                <c:ptCount val="28"/>
                <c:pt idx="0">
                  <c:v>6.0</c:v>
                </c:pt>
                <c:pt idx="1">
                  <c:v>6.0</c:v>
                </c:pt>
                <c:pt idx="2">
                  <c:v>4.0</c:v>
                </c:pt>
                <c:pt idx="3">
                  <c:v>6.0</c:v>
                </c:pt>
                <c:pt idx="4">
                  <c:v>6.0</c:v>
                </c:pt>
                <c:pt idx="5">
                  <c:v>9.0</c:v>
                </c:pt>
                <c:pt idx="6">
                  <c:v>6.0</c:v>
                </c:pt>
                <c:pt idx="7">
                  <c:v>8.0</c:v>
                </c:pt>
                <c:pt idx="8">
                  <c:v>7.0</c:v>
                </c:pt>
                <c:pt idx="9">
                  <c:v>7.0</c:v>
                </c:pt>
                <c:pt idx="10">
                  <c:v>2.0</c:v>
                </c:pt>
                <c:pt idx="11">
                  <c:v>5.0</c:v>
                </c:pt>
                <c:pt idx="12">
                  <c:v>11.0</c:v>
                </c:pt>
                <c:pt idx="13">
                  <c:v>5.0</c:v>
                </c:pt>
                <c:pt idx="14">
                  <c:v>13.0</c:v>
                </c:pt>
                <c:pt idx="15">
                  <c:v>11.0</c:v>
                </c:pt>
                <c:pt idx="16">
                  <c:v>2.0</c:v>
                </c:pt>
                <c:pt idx="17">
                  <c:v>4.0</c:v>
                </c:pt>
                <c:pt idx="18">
                  <c:v>9.0</c:v>
                </c:pt>
                <c:pt idx="19">
                  <c:v>13.0</c:v>
                </c:pt>
                <c:pt idx="20">
                  <c:v>7.0</c:v>
                </c:pt>
                <c:pt idx="21">
                  <c:v>11.0</c:v>
                </c:pt>
                <c:pt idx="22">
                  <c:v>13.0</c:v>
                </c:pt>
                <c:pt idx="23">
                  <c:v>9.0</c:v>
                </c:pt>
                <c:pt idx="24">
                  <c:v>1.0</c:v>
                </c:pt>
                <c:pt idx="25">
                  <c:v>11.0</c:v>
                </c:pt>
                <c:pt idx="26">
                  <c:v>6.0</c:v>
                </c:pt>
                <c:pt idx="27">
                  <c:v>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Sheet1!$E$2:$E$29</c:f>
              <c:numCache>
                <c:formatCode>General</c:formatCode>
                <c:ptCount val="28"/>
                <c:pt idx="0">
                  <c:v>5.0</c:v>
                </c:pt>
                <c:pt idx="1">
                  <c:v>3.0</c:v>
                </c:pt>
                <c:pt idx="2">
                  <c:v>6.0</c:v>
                </c:pt>
                <c:pt idx="3">
                  <c:v>1.0</c:v>
                </c:pt>
                <c:pt idx="4">
                  <c:v>4.0</c:v>
                </c:pt>
                <c:pt idx="5">
                  <c:v>5.0</c:v>
                </c:pt>
                <c:pt idx="6">
                  <c:v>2.0</c:v>
                </c:pt>
                <c:pt idx="7">
                  <c:v>4.0</c:v>
                </c:pt>
                <c:pt idx="8">
                  <c:v>6.0</c:v>
                </c:pt>
                <c:pt idx="9">
                  <c:v>5.0</c:v>
                </c:pt>
                <c:pt idx="10">
                  <c:v>1.0</c:v>
                </c:pt>
                <c:pt idx="11">
                  <c:v>9.0</c:v>
                </c:pt>
                <c:pt idx="12">
                  <c:v>5.0</c:v>
                </c:pt>
                <c:pt idx="13">
                  <c:v>6.0</c:v>
                </c:pt>
                <c:pt idx="14">
                  <c:v>8.0</c:v>
                </c:pt>
                <c:pt idx="15">
                  <c:v>4.0</c:v>
                </c:pt>
                <c:pt idx="16">
                  <c:v>6.0</c:v>
                </c:pt>
                <c:pt idx="17">
                  <c:v>3.0</c:v>
                </c:pt>
                <c:pt idx="18">
                  <c:v>5.0</c:v>
                </c:pt>
                <c:pt idx="19">
                  <c:v>9.0</c:v>
                </c:pt>
                <c:pt idx="20">
                  <c:v>4.0</c:v>
                </c:pt>
                <c:pt idx="21">
                  <c:v>4.0</c:v>
                </c:pt>
                <c:pt idx="22">
                  <c:v>4.0</c:v>
                </c:pt>
                <c:pt idx="23">
                  <c:v>3.0</c:v>
                </c:pt>
                <c:pt idx="24">
                  <c:v>4.0</c:v>
                </c:pt>
                <c:pt idx="25">
                  <c:v>3.0</c:v>
                </c:pt>
                <c:pt idx="26">
                  <c:v>4.0</c:v>
                </c:pt>
                <c:pt idx="27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1.511,8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1.227,8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67,7%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78,9%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74,3%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62,6%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156,9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67,7%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 Daya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152 → 164  (+7,9%)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128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118   Δ 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+5,2%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115   Δ 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73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2.337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2.337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1.320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+9,3%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 / 12 (75,0%)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+28,6%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108 / 148 (73,0%)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+8,0% | Turun 46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121 / 164 (73,8%)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+9,0% | Turun 53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8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48 / 58 (82,8%)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+4,3%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55 / 67 (82,1%)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+7,8%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43 / 59 (72,9%)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+13,2%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47 / 64 (73,4%)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+11,9% | Turun 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31 (54,8%)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+6,2%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33 (57,6%)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+5,6%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661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748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236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12 (8,3%)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30 / 148 (20,3%)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+30,4% | Turun 46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33 / 164 (20,1%)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+22,2% | Turun 53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8 (12,5%)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58 (27,6%)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+128,6%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67 (25,4%)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+112,5%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59 (13,6%)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 / 64 (14,1%)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-18,2% | Turun 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31 (19,4%)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 / 33 (21,2%)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-12,5%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2.323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5.090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452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241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128 | MoM +8,5%
PS: 121 | MoM +5,2%
• Junior
  RE: 115 | Active 77,7% | MoM +9,5%
  PS: 108 | Active 73,0% | MoM +5,9%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9 | Active 75,0% | MoM 0,0%
  PS: 9 | Active 75,0% | MoM 0,0%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-50,0%, Gap -2
• Grapari Baa Rote: PS -66,7%, Gap -2
• Grapari Kefamenanu: PS -12,5%, Gap -1
• Grapari Kupang: PS -15,4%,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-75,0%, Gap -3
• Grapari Soe: PS -66,7%, Gap -4
• Grapari Waikabubak: PS +75,0%, Gap 3
• Grapari Waingapu: PS -42,9%, Gap -3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-39 (-17,0%), PS -44 (-22,2%)
• Malaka Timtim Belu: RE 30 (+10,1%), PS -17 (-6,7%)
• Unknown: RE -1 (-100,0%), PS -1 (-100,0%)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3 (+27,3%), PS -5 (-71,4%)
• Malaka Timtim Belu: RE 2 (+13,3%), PS -1 (-9,1%)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Rote: RE -1 (-25,0%), PS -2 (-66,7%)
• Malaka Timtim Belu: RE -2 (-100,0%), PS -2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Stela yunike manno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STE1780980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Andrianus Umbu Engge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AND7493129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Didina M Freitas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DID8448187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Herti valentia pade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HER1812009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SEB6384011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Fera Marselin Djo Miha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FER6092649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Stela yunike manno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STE1780980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SEB6384011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ARJAN IMANUEL SETTE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SPEUS86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NIMROT SUAN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SPNIM78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DJORGHY RIZALDHY GA LONI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DJO4406952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DEL6256816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ARIS AGUSTA MANSULA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ABDIL RAHMAN MUSA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SPUHH88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SPXLDA74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Jovitria Arias Malo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JOV9993067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Chelvin Jeremy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CHE8882793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EMRIS FERDINAND KALE DJOH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EMR3927543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ALDIAN YULEX LAYBOIS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SPYSI61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DEL6256816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ARIS AGUSTA MANSULA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ABDIL RAHMAN MUSA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SPUHH88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SPXLDA74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Septania Rice Dapawole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SEP5137402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Veronika Birina Dos Santos soares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VER2090285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Chelvin Jeremy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CHE8882793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EMRIS FERDINAND KALE DJOH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EMR3927543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10/28/2026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93.02%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93.07% | MoM -0.04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95.83%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-2.81 pp | Rp-433.4 Jt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92.42%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92.30% | MoM +0.12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Rp14.36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Rp14.41 M | MoM -0.4%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Rp15.44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-0.3%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93.02%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92.42%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Rp14.36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-2.81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Rp-433.4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93.67%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+0.00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93.03%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Rp8.06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-2.16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Rp-185.5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91.34%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90.76%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Rp3.53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-4.49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Rp-173.5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93.33%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-0.48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92.89%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-0.38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Rp2.77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-2.50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Rp-74.4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96.15% / -0.54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96.27% / -0.69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95.58% / +0.07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96.73% / -1.35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90.41% / +1.70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90.36% / -0.13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88.74% / +3.92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93.20% / +1.00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85.97% / -0.89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87.48% / +0.77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84.97% / -1.39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84.12% / -4.37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90.00% / -0.06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90.15% / +0.07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88.73% / -0.01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92.06% / -0.37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90.66% / -0.01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91.20% / -0.06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89.26% / -0.11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91.33% / +0.36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94.91% / -0.09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95.25% / -0.09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94.10% / +0.27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94.71% / -0.45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10/27/2026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36 | MoM -13.9%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-5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 / -14.3%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 / +25.0%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25 / -13.8%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15 / -16.7%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 / -20.0%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29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28,881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19,571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67.8%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9,310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943 / 96.5%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951 / 93.8%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1,104 / 86.0%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1,284 / 82.2%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1,369 / 79.9%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1,342 / 79.3%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408 / 96.6%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443 / 94.4%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498 / 85.9%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591 / 83.1%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636 / 80.7%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643 / 76.8%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308 / 96.4%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303 / 91.8%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373 / 83.1%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480 / 80.6%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522 / 78.0%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479 / 82.0%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227 / 96.5%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205 / 95.6%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233 / 90.6%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213 / 83.6%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211 / 82.5%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220 / 80.5%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1,509 / 78.3%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1,276 / 78.4%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78.5%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1,088 / 73.0%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1,063 / 72.2%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1,247 / 69.4%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700 / 76.1%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596 / 76.2%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575 / 77.6%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554 / 71.3%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597 / 70.5%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672 / 65.8%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562 / 79.2%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463 / 78.6%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463 / 77.3%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72.8%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291 / 70.5%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350 / 71.4%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247 / 82.2%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217 / 83.9%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208 / 83.7%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170 / 78.8%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 / 81.1%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225 / 76.9%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66.0%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1,273 / 64.1%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63.6%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1,295 / 56.1%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1,163 / 55.7%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1,132 / 58.9%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629 / 63.0%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709 / 60.1%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603 / 59.9%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703 / 52.4%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621 / 51.2%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644 / 52.8%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352 / 67.6%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367 / 66.2%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386 / 66.1%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372 / 58.9%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309 / 63.1%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314 / 64.3%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221 / 72.0%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197 / 74.6%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213 / 69.5%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220 / 63.6%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233 / 57.9%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174 / 71.8%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1,262 / 54.3%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1,180 / 53.0%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1,207 / 53.5%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47.5%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1,227 / 47.7%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1,070 / 44.1%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685 / 51.2%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678 / 50.4%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700 / 53.6%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682 / 49.1%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698 / 47.1%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649 / 45.8%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359 / 56.5%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59.2%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305 / 50.8%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374 / 40.1%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47.2%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240 / 38.3%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218 / 60.1%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191 / 51.8%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202 / 57.4%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190 / 56.3%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173 / 50.9%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181 / 45.9%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