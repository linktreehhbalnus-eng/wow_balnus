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13/10</c:v>
                </c:pt>
                <c:pt idx="1">
                  <c:v>14/10</c:v>
                </c:pt>
                <c:pt idx="2">
                  <c:v>15/10</c:v>
                </c:pt>
                <c:pt idx="3">
                  <c:v>16/10</c:v>
                </c:pt>
                <c:pt idx="4">
                  <c:v>17/10</c:v>
                </c:pt>
                <c:pt idx="5">
                  <c:v>18/10</c:v>
                </c:pt>
                <c:pt idx="6">
                  <c:v>19/10</c:v>
                </c:pt>
                <c:pt idx="7">
                  <c:v>20/10</c:v>
                </c:pt>
                <c:pt idx="8">
                  <c:v>21/10</c:v>
                </c:pt>
                <c:pt idx="9">
                  <c:v>22/10</c:v>
                </c:pt>
                <c:pt idx="10">
                  <c:v>23/10</c:v>
                </c:pt>
                <c:pt idx="11">
                  <c:v>24/10</c:v>
                </c:pt>
                <c:pt idx="12">
                  <c:v>25/10</c:v>
                </c:pt>
                <c:pt idx="13">
                  <c:v>26/10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276.0</c:v>
                </c:pt>
                <c:pt idx="1">
                  <c:v>273.0</c:v>
                </c:pt>
                <c:pt idx="2">
                  <c:v>281.0</c:v>
                </c:pt>
                <c:pt idx="3">
                  <c:v>283.0</c:v>
                </c:pt>
                <c:pt idx="4">
                  <c:v>216.0</c:v>
                </c:pt>
                <c:pt idx="5">
                  <c:v>206.0</c:v>
                </c:pt>
                <c:pt idx="6">
                  <c:v>321.0</c:v>
                </c:pt>
                <c:pt idx="7">
                  <c:v>341.0</c:v>
                </c:pt>
                <c:pt idx="8">
                  <c:v>273.0</c:v>
                </c:pt>
                <c:pt idx="9">
                  <c:v>298.0</c:v>
                </c:pt>
                <c:pt idx="10">
                  <c:v>244.0</c:v>
                </c:pt>
                <c:pt idx="11">
                  <c:v>214.0</c:v>
                </c:pt>
                <c:pt idx="12">
                  <c:v>157.0</c:v>
                </c:pt>
                <c:pt idx="13">
                  <c:v>288.0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13/10</c:v>
                </c:pt>
                <c:pt idx="1">
                  <c:v>14/10</c:v>
                </c:pt>
                <c:pt idx="2">
                  <c:v>15/10</c:v>
                </c:pt>
                <c:pt idx="3">
                  <c:v>16/10</c:v>
                </c:pt>
                <c:pt idx="4">
                  <c:v>17/10</c:v>
                </c:pt>
                <c:pt idx="5">
                  <c:v>18/10</c:v>
                </c:pt>
                <c:pt idx="6">
                  <c:v>19/10</c:v>
                </c:pt>
                <c:pt idx="7">
                  <c:v>20/10</c:v>
                </c:pt>
                <c:pt idx="8">
                  <c:v>21/10</c:v>
                </c:pt>
                <c:pt idx="9">
                  <c:v>22/10</c:v>
                </c:pt>
                <c:pt idx="10">
                  <c:v>23/10</c:v>
                </c:pt>
                <c:pt idx="11">
                  <c:v>24/10</c:v>
                </c:pt>
                <c:pt idx="12">
                  <c:v>25/10</c:v>
                </c:pt>
                <c:pt idx="13">
                  <c:v>26/10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225.0</c:v>
                </c:pt>
                <c:pt idx="1">
                  <c:v>212.0</c:v>
                </c:pt>
                <c:pt idx="2">
                  <c:v>206.0</c:v>
                </c:pt>
                <c:pt idx="3">
                  <c:v>212.0</c:v>
                </c:pt>
                <c:pt idx="4">
                  <c:v>190.0</c:v>
                </c:pt>
                <c:pt idx="5">
                  <c:v>146.0</c:v>
                </c:pt>
                <c:pt idx="6">
                  <c:v>256.0</c:v>
                </c:pt>
                <c:pt idx="7">
                  <c:v>261.0</c:v>
                </c:pt>
                <c:pt idx="8">
                  <c:v>249.0</c:v>
                </c:pt>
                <c:pt idx="9">
                  <c:v>220.0</c:v>
                </c:pt>
                <c:pt idx="10">
                  <c:v>197.0</c:v>
                </c:pt>
                <c:pt idx="11">
                  <c:v>189.0</c:v>
                </c:pt>
                <c:pt idx="12">
                  <c:v>119.0</c:v>
                </c:pt>
                <c:pt idx="13">
                  <c:v>209.0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-12,2% &amp; PS -13,1% MoM — Achievement Mencapai 60,1% (RE) / 58,3%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26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01–26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(-4,0%), Denpasar Terdalam (-21,0%)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72,3%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(+9,7%), Flores Timur Terdalam (-36,2%)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(+27), Lombok Utara Tumbuh Tertinggi (+32,7%)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+98, Bottom 5 -583, dan perubahan PS regional -814.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(-6,7%), TSEL One &gt;30 Mbps Turun Terdalam (-36,4%)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-9,8%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83.596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5.509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1.842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4.630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Okt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 / 337 (43,0%)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-20,3% | Turun 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184 / 378 (48,7%)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107 / 151 (70,9%)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 / 164 (72,6%)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+7,2%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 / 227 (65,2%)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171 / 253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465 / 852 (54,6%)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 | Turun 286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554 / 965 (57,4%)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 | Turun 347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1.868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3.080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4.728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337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-27,0% | Turun 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378 (13,2%)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 | Turun 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137 (12,4%)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+21,7%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164 (18,9%)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+14,8%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227 (18,1%)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+20,6%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253 (21,3%)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58 (34,5%)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113 / 852 (13,3%)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 | Turun 286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 / 965 (17,0%)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-4,7% | Turun 347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pinky priyantini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Nuroktavia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SONYA IMELDA TUTFAUT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Okt 2026 vs MTD-1 01–26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Okt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2.215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5.407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2.715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Okt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Okt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7.866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6.908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6.221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5.407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6.617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5.796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5.413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574 | MoM -9,5%
PS: 552 | MoM -9,8%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488 | Active 57,3% | MoM -10,1%
  PS: 465 | Active 54,6% | MoM -11,1%
• Greenfield
  RE: 52 | Active 89,7% | MoM -7,1%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-40,6%, Gap -43
• Flores: PS -12,2%, Gap -15
• Kupang: PS -24,4%, Gap -11
• Mataram: PS -19,3%, Gap 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Baa Rote (Kupang): -66,7%, Gap -2
• Grapari Larantuka (Flores): -61,5%, Gap -8
• Grapari Gatsu Tengah (Denpasar): -60,0%, Gap -3
• Grapari Negara (Denpasar): -60,0%, Gap 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-255 (-29,4%), PS -260 (-34,1%)
• Bali Tengah: RE -228 (-15,3%), PS -194 (-15,6%)
• Lombok: RE -134 (-11,7%), PS -91 (-10,0%)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+5 (+9,8%), PS -10 (-25,6%)
• Sumbawa Barat: RE -11 (-42,3%), PS -10 (-66,7%)
• Bali Tengah: RE -17 (-10,3%), PS -9 (-7,8%)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+1 (+5,6%), PS -7 (-53,8%)
• Bali Tengah: RE -14 (-26,4%), PS -4 (-12,5%)
• Ende Sikka: RE +2 (+50,0%),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-3 (-75,0%), PS -4 (-100,0%)
• Bali Tengah: RE -3 (-50,0%), PS -3 (-60,0%)
• Bali Timur: RE -1 (-16,7%),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93.76%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94.22% | MoM -0.46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-3.45 pp | Rp-3.70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93.26%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93.52% | MoM -0.26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Rp100.33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Rp100.29 M | MoM +0.0%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Rp53.67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89.65%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88.74%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Rp9.15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Rp-719.4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90.95%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Rp14.04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Rp-754.1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93.39%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Rp23.46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Rp-342.5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95.57%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Rp-636.3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Rp12.96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Rp-227.6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92.07%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Rp3.65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Rp-183.5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80.96%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80.65%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Rp-347.7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91.24%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Rp7.92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Rp-326.8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88.61%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Rp3.42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-7.22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Rp-278.9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Rp-188.2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Rp-148.4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94.24%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Rp12.95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Rp-440.7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92.54%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92.25%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91.64%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Rp-344.6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93.76%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-0.46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95.94%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96.16% / -2.10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95.85% / +1.28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94.62% / +1.54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96.31% / +1.47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90.28% / +0.53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90.92% / -0.40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88.31% / -0.15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88.04% / +3.42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91.29% / -0.01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86.42% / -0.60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82.41% / -3.32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83.23% / -1.01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89.82% / +0.22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89.57% / -0.65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91.49%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85.74% / -2.17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86.74% / -1.00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90.35% / -0.24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91.14% / -0.57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93.06% / -0.31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87.38% / -2.44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88.02% / 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91.19% / -0.26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95.44% / -0.45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96.78%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91.76% / -2.27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93.24% / -0.46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94.74% / -0.68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M-1 623 | MoM -1.1%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26778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103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</a:tr>
              <a:tr h="267791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501 / 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409 / -1.4%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65 / -9.7%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27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124,007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70.8%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51,224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88.6%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79.5%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79.7%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81.3%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68.4%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77.6%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67.4%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60.0%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58.1%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60.5%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52.0%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54.9%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51.6%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