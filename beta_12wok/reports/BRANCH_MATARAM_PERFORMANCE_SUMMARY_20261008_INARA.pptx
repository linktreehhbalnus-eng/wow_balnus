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2.380,5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146   Δ -16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127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111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1.783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+44,4%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106 / 210 (50,5%)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130 / 237 (54,9%)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+2,4%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 / 128 (46,1%)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 / 145 (50,3%)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35 (45,7%)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38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47 (66,0%)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54 (70,4%)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210 (1,0%)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-60,0%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237 (2,5%)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62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128 (0,8%)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145 (2,8%)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47 (2,1%)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54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8.997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130 | MoM -11,0%
PS: 130 | MoM +2,4%
• Performer
  RE: 1 | Active 100,0% | MoM 0,0%
  PS: 1 | Active 100,0% | MoM 0,0%
• Junior
  RE: 107 | Active 51,0% | MoM -12,3%
  PS: 106 | Active 50,5% | MoM -0,9%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-7,7%
  PS: 13 | Active 81,2% | MoM +44,4%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-53,3%, Gap -8
• Grapari Dompu: PS +133,3%, Gap 4
• Grapari Lombok Timur: PS 0,0%, Gap 0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2
• Grapari Mataram: PS -66,7%, Gap -14
• Grapari Sumbawa: PS -50,0%, Gap -2
• Grapari Taliwang: PS N/A,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-48 (-14,3%), PS -33 (-12,3%)
• Sumbawa Barat: RE -42 (-35,3%), PS -10 (-15,4%)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2 (+10,0%), PS -5 (-31,2%)
• Sumbawa Timur: RE -5 (-35,7%), PS -5 (-71,4%)
• Sumbawa Barat: RE -5 (-62,5%), PS -3 (-42,9%)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-6 (-75,0%), PS -2 (-40,0%)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SPYYU45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SPKEMO5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SPAUU79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SPDROOP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SUR9462371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RENI HENDRIANI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HILUL AHYANI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HIL8510118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SPKEMO5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LAL6459400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 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SPAAM23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RIZAL HAKIKY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SPXHQQ94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