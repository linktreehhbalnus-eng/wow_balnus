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169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160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3.045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130 / 210 (61,9%)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-3,7% | Turun 72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154 / 237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 / 128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 / 145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35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38 (60,5%)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47 (78,7%)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54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210 (4,8%)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72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237 (7,6%)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-21,7%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128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145 (6,9%)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38 (2,6%)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47 (8,5%)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54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156 | MoM -7,7%
PS: 154 | MoM -3,8%
• Performer
  RE: 1 | Active 100,0% | MoM 0,0%
  PS: 1 | Active 100,0% | MoM 0,0%
• Junior
  RE: 133 | Active 63,3% | MoM -7,0%
  PS: 130 | Active 61,9% | MoM -3,7%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-20,0%
  PS: 13 | Active 81,2% | MoM -7,1%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-47,6%, Gap -10
• Grapari Dompu: PS +66,7%, Gap 4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-53,6%, Gap -15
• Grapari Sumbawa: PS -71,4%, Gap -5
• Grapari Taliwang: PS +600,0%,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-104 (-17,4%), PS -60 (-13,2%)
• Sumbawa Barat: RE -50 (-27,5%), PS -9 (-8,3%)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-9 (-33,3%), PS -7 (-50,0%)
• Sumbawa Barat: RE -10 (-71,4%), PS -3 (-42,9%)
• Lombok: RE 6 (+19,4%), PS -1 (-4,5%)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-4 (-30,8%), PS -1 (-16,7%)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(-66,7%),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Rusmiyati Chania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RUS9743616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ARY9911997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Mardiastuti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RAT8710290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SPUPU46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28.12%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32.56% | MoM -4.44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-69.33 pp | Rp-17.42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31.75% | MoM -4.30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Rp7.06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Rp8.05 M | MoM -12.3%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Rp-17.42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Rp-8.64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Rp-3.43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Rp-5.35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43.94% / -12.42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44.13% / -11.97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47.89% / -6.43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41.66% / -16.72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33.64% / -4.96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37.37% / -9.61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29.23% / -0.84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27.58% / -1.62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28.12% / -3.79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35.00% / -5.25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24.11% / -2.77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19.02% / -3.14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26.62% / -2.62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34.83% / -2.36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23.84% / -3.10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16.47% / -2.01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23.26% / -3.37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30.18% / -4.48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22.39% / -2.30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12.23% / -2.41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28.83% / -4.86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35.06% / -5.27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25.89% / -4.57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16.49% / -3.93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