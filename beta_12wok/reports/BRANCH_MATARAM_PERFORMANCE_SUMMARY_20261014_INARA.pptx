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1.857,1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169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160   Δ -6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169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3.045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3.045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130 / 210 (61,9%)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-3,7% | Turun 72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154 / 237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 / 128 (57,0%)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-6,4%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 / 145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35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38 (60,5%)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47 (78,7%)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54 (81,5%)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210 (4,8%)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72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 / 237 (7,6%)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-21,7%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128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145 (6,9%)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38 (2,6%)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47 (8,5%)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54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156 | MoM -7,7%
PS: 154 | MoM -3,8%
• Performer
  RE: 1 | Active 100,0% | MoM 0,0%
  PS: 1 | Active 100,0% | MoM 0,0%
• Junior
  RE: 133 | Active 63,3% | MoM -7,0%
  PS: 130 | Active 61,9% | MoM -3,7%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-20,0%
  PS: 13 | Active 81,2% | MoM -7,1%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-47,6%, Gap -10
• Grapari Dompu: PS +66,7%, Gap 4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-53,6%, Gap -15
• Grapari Sumbawa: PS -71,4%, Gap -5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-104 (-17,4%), PS -60 (-13,2%)
• Sumbawa Barat: RE -50 (-27,5%), PS -9 (-8,3%)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-9 (-33,3%), PS -7 (-50,0%)
• Sumbawa Barat: RE -10 (-71,4%), PS -3 (-42,9%)
• Lombok: RE 6 (+19,4%), PS -1 (-4,5%)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-4 (-30,8%), PS -1 (-16,7%)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-2 (-66,7%),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Rusmiyati Chania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RUS9743616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ARY APRILYANSYAH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ARY9911997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Mardiastuti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RAT8710290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SPUPU46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30.37%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30.26% | MoM +0.10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-67.08 pp | Rp-16.85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29.55%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29.55% | MoM +0.00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Rp7.63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Rp7.48 M | MoM +2.0%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30.37%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29.55%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Rp7.63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37.28%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36.77%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Rp5.12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27.20%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26.74%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Rp1.30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-79.14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Rp-5.24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46.34% / -6.21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46.82% / -5.24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49.51% / -2.70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43.90% / -10.23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35.59% / -0.57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39.45% / -4.61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31.03% / +2.93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29.34% / +2.01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30.00% / +0.34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36.90% / -1.11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26.14% / +1.93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20.74% / +0.63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28.54% / +1.37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37.29% / +2.42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25.20% / +0.13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17.94% / +1.22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24.82% / +0.09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32.10% / -0.33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23.72% / +0.61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13.38% / +0.28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31.33% / +0.04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38.05% / +0.18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27.93% / -0.16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18.21% / +0.04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48 | MoM +4.2%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-8.1%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11,424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34,107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34.3%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35.4%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27.9%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24.0%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42.2%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20.7%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28.5%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20.7%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23.5%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26.9%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16.9%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17.2%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15.3%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10.3%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