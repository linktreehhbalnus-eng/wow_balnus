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3.045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128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145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35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38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47 (78,7%)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54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128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145 (6,9%)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47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54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156 | MoM -7,7%
PS: 154 | MoM -3,8%
• Performer
  RE: 1 | Active 100,0% | MoM 0,0%
  PS: 1 | Active 100,0% | MoM 0,0%
• Junior
  RE: 133 | Active 63,3% | MoM -7,0%
  PS: 130 | Active 61,9% | MoM -3,7%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-20,0%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-47,6%, Gap -10
• Grapari Dompu: PS +66,7%, Gap 4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-53,6%, Gap -15
• Grapari Sumbawa: PS -71,4%, Gap -5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-104 (-17,4%), PS -60 (-13,2%)
• Sumbawa Barat: RE -50 (-27,5%), PS -9 (-8,3%)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-9 (-33,3%), PS -7 (-50,0%)
• Sumbawa Barat: RE -10 (-71,4%), PS -3 (-42,9%)
• Lombok: RE 6 (+19,4%), PS -1 (-4,5%)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Mardiastuti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RAT8710290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30.37%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30.26% | MoM +0.10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-67.08 pp | Rp-16.85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29.55%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29.55% | MoM +0.00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Rp7.63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Rp7.48 M | MoM +2.0%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46.82% / -5.24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49.51% / -2.70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-10.23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39.45% / -4.61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31.03% / +2.93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29.34% / +2.01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36.90% / -1.11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26.14% / +1.93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20.74%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37.29% / +2.42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25.20% / +0.13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32.10% / -0.33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23.72% / +0.61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13.38%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38.05% / +0.18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27.93% / -0.16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18.21%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48 | MoM +4.2%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-8.1%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