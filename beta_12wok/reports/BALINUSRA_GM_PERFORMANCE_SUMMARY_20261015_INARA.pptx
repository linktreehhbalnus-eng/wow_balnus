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02/10</c:v>
                </c:pt>
                <c:pt idx="1">
                  <c:v>03/10</c:v>
                </c:pt>
                <c:pt idx="2">
                  <c:v>04/10</c:v>
                </c:pt>
                <c:pt idx="3">
                  <c:v>05/10</c:v>
                </c:pt>
                <c:pt idx="4">
                  <c:v>06/10</c:v>
                </c:pt>
                <c:pt idx="5">
                  <c:v>07/10</c:v>
                </c:pt>
                <c:pt idx="6">
                  <c:v>08/10</c:v>
                </c:pt>
                <c:pt idx="7">
                  <c:v>09/10</c:v>
                </c:pt>
                <c:pt idx="8">
                  <c:v>10/10</c:v>
                </c:pt>
                <c:pt idx="9">
                  <c:v>11/10</c:v>
                </c:pt>
                <c:pt idx="10">
                  <c:v>12/10</c:v>
                </c:pt>
                <c:pt idx="11">
                  <c:v>13/10</c:v>
                </c:pt>
                <c:pt idx="12">
                  <c:v>14/10</c:v>
                </c:pt>
                <c:pt idx="13">
                  <c:v>15/10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325.0</c:v>
                </c:pt>
                <c:pt idx="1">
                  <c:v>252.0</c:v>
                </c:pt>
                <c:pt idx="2">
                  <c:v>183.0</c:v>
                </c:pt>
                <c:pt idx="3">
                  <c:v>319.0</c:v>
                </c:pt>
                <c:pt idx="4">
                  <c:v>293.0</c:v>
                </c:pt>
                <c:pt idx="5">
                  <c:v>322.0</c:v>
                </c:pt>
                <c:pt idx="6">
                  <c:v>300.0</c:v>
                </c:pt>
                <c:pt idx="7">
                  <c:v>225.0</c:v>
                </c:pt>
                <c:pt idx="8">
                  <c:v>231.0</c:v>
                </c:pt>
                <c:pt idx="9">
                  <c:v>159.0</c:v>
                </c:pt>
                <c:pt idx="10">
                  <c:v>287.0</c:v>
                </c:pt>
                <c:pt idx="11">
                  <c:v>276.0</c:v>
                </c:pt>
                <c:pt idx="12">
                  <c:v>273.0</c:v>
                </c:pt>
                <c:pt idx="13">
                  <c:v>281.0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02/10</c:v>
                </c:pt>
                <c:pt idx="1">
                  <c:v>03/10</c:v>
                </c:pt>
                <c:pt idx="2">
                  <c:v>04/10</c:v>
                </c:pt>
                <c:pt idx="3">
                  <c:v>05/10</c:v>
                </c:pt>
                <c:pt idx="4">
                  <c:v>06/10</c:v>
                </c:pt>
                <c:pt idx="5">
                  <c:v>07/10</c:v>
                </c:pt>
                <c:pt idx="6">
                  <c:v>08/10</c:v>
                </c:pt>
                <c:pt idx="7">
                  <c:v>09/10</c:v>
                </c:pt>
                <c:pt idx="8">
                  <c:v>10/10</c:v>
                </c:pt>
                <c:pt idx="9">
                  <c:v>11/10</c:v>
                </c:pt>
                <c:pt idx="10">
                  <c:v>12/10</c:v>
                </c:pt>
                <c:pt idx="11">
                  <c:v>13/10</c:v>
                </c:pt>
                <c:pt idx="12">
                  <c:v>14/10</c:v>
                </c:pt>
                <c:pt idx="13">
                  <c:v>15/10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223.0</c:v>
                </c:pt>
                <c:pt idx="1">
                  <c:v>204.0</c:v>
                </c:pt>
                <c:pt idx="2">
                  <c:v>150.0</c:v>
                </c:pt>
                <c:pt idx="3">
                  <c:v>230.0</c:v>
                </c:pt>
                <c:pt idx="4">
                  <c:v>214.0</c:v>
                </c:pt>
                <c:pt idx="5">
                  <c:v>278.0</c:v>
                </c:pt>
                <c:pt idx="6">
                  <c:v>236.0</c:v>
                </c:pt>
                <c:pt idx="7">
                  <c:v>238.0</c:v>
                </c:pt>
                <c:pt idx="8">
                  <c:v>184.0</c:v>
                </c:pt>
                <c:pt idx="9">
                  <c:v>121.0</c:v>
                </c:pt>
                <c:pt idx="10">
                  <c:v>206.0</c:v>
                </c:pt>
                <c:pt idx="11">
                  <c:v>225.0</c:v>
                </c:pt>
                <c:pt idx="12">
                  <c:v>212.0</c:v>
                </c:pt>
                <c:pt idx="13">
                  <c:v>206.0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-12,4% &amp; PS -13,1% MoM — Achievement Mencapai 35,5% (RE) / 34,1%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15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01–15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(+1,7%), Denpasar Terdalam (-22,4%)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-22,4%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33,2%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(+14,8%), Bali Barat Terdalam (-38,9%)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(+33), Sumbawa Barat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Nagekeo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+95, Bottom 5 -365, dan perubahan PS regional -477.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(-5,9%), TSEL One &gt;30 Mbps Turun Terdalam (-25,0%)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-5,5%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5.346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1.554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4.057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1.657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1.627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3.304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 / 306 (41,5%)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 / 347 (47,3%)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-8,9% | Turun 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129 (45,0%)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143 (49,7%)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 / 143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 | Turun 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 / 156 (64,7%)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 / 210 (64,3%)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 / 237 (67,1%)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 / 58 (87,9%)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409 / 788 (51,9%)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-7,3% | Turun 252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495 / 901 (54,9%)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305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1.740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2.751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306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-31,6%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347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-23,8% | Turun 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129 (7,0%)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143 (10,5%)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156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210 (5,7%)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237 (9,3%)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58 (15,5%)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 / 788 (5,1%)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-25,9% | Turun 252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77 / 901 (8,5%)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-20,6% | Turun 305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AGUS IKHSAN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AGUS IKHSAN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Kristiana Liva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SATURNINO PAULO DE DEUS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Haryono Christanto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LABA GOLE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4.642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4.067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3.159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709,0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3.946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603,6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504 | MoM -9,2%
PS: 495 | MoM -5,5%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420 | Active 53,3% | MoM -9,9%
  PS: 409 | Active 51,9% | MoM -6,6%
• Greenfield
  RE: 49 | Active 84,5% | MoM -7,5%
  PS: 51 | Active 87,9% | MoM +2,0%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-32,2%, Gap -19
• Flores: PS +13,3%, Gap +8
• Kupang: PS -25,0%, Gap -7
• Mataram: PS -22,4%, Gap 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Timur (Mataram): -100,0%, Gap -1
• Grapari Tabanan (Denpasar): -80,0%, Gap -4
• Grapari Sumbawa (Mataram): -75,0%, Gap -6
• Grapari Larantuka (Flores): -60,0%, Gap -3
• Grapari Kefamenanu (Kupang): -57,1%,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-182 (-34,7%), PS -184 (-39,5%)
• Bali Tengah: RE -124 (-13,7%), PS -117 (-15,3%)
• Lombok: RE -111 (-16,8%), PS -79 (-15,5%)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-6 (-6,3%), PS -9 (-12,7%)
• Sumbawa Timur: RE -10 (-33,3%), PS -6 (-42,9%)
• Bali Timur: RE +2 (+6,7%), PS -5 (-22,7%)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+1 (+50,0%), PS -2 (-100,0%)
• Flores Timur: RE +1 (+100,0%), PS -2 (-100,0%)
• Bali Timur: RE -3 (-33,3%), PS -1 (-20,0%)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 (-25,0%), PS -2 (-50,0%)
• Bali Timur: RE -1 (-33,3%), PS -2 (-66,7%)
• Malaka Timtim Belu: RE -2 (-100,0%),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36.51%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36.83% | MoM -0.32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-60.70 pp | Rp-64.96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36.30%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36.65% | MoM -0.35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Rp39.07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Rp39.20 M | MoM -0.3%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41.97%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41.80%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Rp23.60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-55.61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Rp-31.27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26.92%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26.07%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-69.78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Rp-7.13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-66.56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Rp-10.28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32.63%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31.66%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-64.82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Rp-16.29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38.35%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37.18%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Rp4.26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-59.23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44.73%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45.11%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Rp14.14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Rp-16.70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38.48%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37.92%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24.34%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-71.14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25.42%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Rp569.3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-70.93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Rp-1.57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32.55%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31.39%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23.41%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22.56%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Rp904.3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26.67%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Rp813.3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-68.46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39.69%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39.06%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Rp5.45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-57.76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29.53%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28.88%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Rp1.41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-67.92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Rp-3.24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20.20%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19.20%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-77.25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Rp-5.12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36.51%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-0.32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54.15% / -5.37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58.65% / -4.55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60.65% / -1.25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47.48% / -5.65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48.56% / -7.80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38.39%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41.48% / -2.32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38.14% / +3.68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31.39% / +2.75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37.65% / -0.95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30.77% / -0.61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35.44% / -1.61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23.23% / -0.38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24.23% / 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32.05% / +0.13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30.99% / +0.91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36.49% / +0.55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23.06% / +1.65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24.59% / +1.25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30.44% / +1.21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29.09%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34.51% / -0.90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21.75% / +0.83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22.39% / +0.25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26.59% / -0.04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38.73% / -0.37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43.90% / -0.75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27.78% / -0.08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31.87% / +0.29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33.79% / +0.11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354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M-1 357 | MoM -0.8%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-323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60 / +7.1%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12 / +100.0%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285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224 / -7.4%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 / +63.6%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 / -4.5%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