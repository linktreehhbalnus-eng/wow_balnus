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02/10</c:v>
                </c:pt>
                <c:pt idx="1">
                  <c:v>03/10</c:v>
                </c:pt>
                <c:pt idx="2">
                  <c:v>04/10</c:v>
                </c:pt>
                <c:pt idx="3">
                  <c:v>05/10</c:v>
                </c:pt>
                <c:pt idx="4">
                  <c:v>06/10</c:v>
                </c:pt>
                <c:pt idx="5">
                  <c:v>07/10</c:v>
                </c:pt>
                <c:pt idx="6">
                  <c:v>08/10</c:v>
                </c:pt>
                <c:pt idx="7">
                  <c:v>09/10</c:v>
                </c:pt>
                <c:pt idx="8">
                  <c:v>10/10</c:v>
                </c:pt>
                <c:pt idx="9">
                  <c:v>11/10</c:v>
                </c:pt>
                <c:pt idx="10">
                  <c:v>12/10</c:v>
                </c:pt>
                <c:pt idx="11">
                  <c:v>13/10</c:v>
                </c:pt>
                <c:pt idx="12">
                  <c:v>14/10</c:v>
                </c:pt>
                <c:pt idx="13">
                  <c:v>15/10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325.0</c:v>
                </c:pt>
                <c:pt idx="1">
                  <c:v>252.0</c:v>
                </c:pt>
                <c:pt idx="2">
                  <c:v>183.0</c:v>
                </c:pt>
                <c:pt idx="3">
                  <c:v>319.0</c:v>
                </c:pt>
                <c:pt idx="4">
                  <c:v>293.0</c:v>
                </c:pt>
                <c:pt idx="5">
                  <c:v>322.0</c:v>
                </c:pt>
                <c:pt idx="6">
                  <c:v>300.0</c:v>
                </c:pt>
                <c:pt idx="7">
                  <c:v>225.0</c:v>
                </c:pt>
                <c:pt idx="8">
                  <c:v>231.0</c:v>
                </c:pt>
                <c:pt idx="9">
                  <c:v>159.0</c:v>
                </c:pt>
                <c:pt idx="10">
                  <c:v>287.0</c:v>
                </c:pt>
                <c:pt idx="11">
                  <c:v>276.0</c:v>
                </c:pt>
                <c:pt idx="12">
                  <c:v>273.0</c:v>
                </c:pt>
                <c:pt idx="13">
                  <c:v>281.0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02/10</c:v>
                </c:pt>
                <c:pt idx="1">
                  <c:v>03/10</c:v>
                </c:pt>
                <c:pt idx="2">
                  <c:v>04/10</c:v>
                </c:pt>
                <c:pt idx="3">
                  <c:v>05/10</c:v>
                </c:pt>
                <c:pt idx="4">
                  <c:v>06/10</c:v>
                </c:pt>
                <c:pt idx="5">
                  <c:v>07/10</c:v>
                </c:pt>
                <c:pt idx="6">
                  <c:v>08/10</c:v>
                </c:pt>
                <c:pt idx="7">
                  <c:v>09/10</c:v>
                </c:pt>
                <c:pt idx="8">
                  <c:v>10/10</c:v>
                </c:pt>
                <c:pt idx="9">
                  <c:v>11/10</c:v>
                </c:pt>
                <c:pt idx="10">
                  <c:v>12/10</c:v>
                </c:pt>
                <c:pt idx="11">
                  <c:v>13/10</c:v>
                </c:pt>
                <c:pt idx="12">
                  <c:v>14/10</c:v>
                </c:pt>
                <c:pt idx="13">
                  <c:v>15/10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223.0</c:v>
                </c:pt>
                <c:pt idx="1">
                  <c:v>204.0</c:v>
                </c:pt>
                <c:pt idx="2">
                  <c:v>150.0</c:v>
                </c:pt>
                <c:pt idx="3">
                  <c:v>230.0</c:v>
                </c:pt>
                <c:pt idx="4">
                  <c:v>214.0</c:v>
                </c:pt>
                <c:pt idx="5">
                  <c:v>278.0</c:v>
                </c:pt>
                <c:pt idx="6">
                  <c:v>236.0</c:v>
                </c:pt>
                <c:pt idx="7">
                  <c:v>238.0</c:v>
                </c:pt>
                <c:pt idx="8">
                  <c:v>184.0</c:v>
                </c:pt>
                <c:pt idx="9">
                  <c:v>121.0</c:v>
                </c:pt>
                <c:pt idx="10">
                  <c:v>206.0</c:v>
                </c:pt>
                <c:pt idx="11">
                  <c:v>225.0</c:v>
                </c:pt>
                <c:pt idx="12">
                  <c:v>212.0</c:v>
                </c:pt>
                <c:pt idx="13">
                  <c:v>206.0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-12,4% &amp; PS -13,1% MoM — Achievement Mencapai 35,5% (RE) / 34,1%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15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01–15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(+1,7%), Denpasar Terdalam (-22,4%)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33,2%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(+14,8%), Bali Barat Terdalam (-38,9%)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(+33),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+95, Bottom 5 -365, dan perubahan PS regional -477.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(-5,9%),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-5,5%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4.057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1.657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1.627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 / 306 (41,5%)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347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 / 143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 | Turun 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 / 156 (64,7%)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 / 210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237 (67,1%)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 / 58 (87,9%)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409 / 788 (51,9%)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252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495 / 901 (54,9%)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305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1.740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306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347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 | Turun 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129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143 (10,5%)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210 (5,7%)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237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 / 788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-25,9% | Turun 252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77 / 901 (8,5%)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-20,6% | Turun 305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AGUS IKHSAN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AGUS IKHSAN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SATURNINO PAULO DE DEUS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01–15 Okt 2026 vs MTD-1 01–15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01–15 Okt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4.067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3.159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709,0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3.946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504 | MoM -9,2%
PS: 495 | MoM -5,5%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420 | Active 53,3% | MoM -9,9%
  PS: 409 | Active 51,9% | MoM -6,6%
• Greenfield
  RE: 49 | Active 84,5% | MoM -7,5%
  PS: 51 | Active 87,9% | MoM +2,0%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-32,2%, Gap -19
• Flores: PS +13,3%, Gap +8
• Kupang: PS -25,0%, Gap -7
• Mataram: PS -22,4%, Gap -15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Sumbawa (Mataram): -75,0%, Gap -6
• Grapari Larantuka (Flores): -60,0%, Gap -3
• Grapari Kefamenanu (Kupang):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-182 (-34,7%), PS -184 (-39,5%)
• Bali Tengah: RE -124 (-13,7%), PS -117 (-15,3%)
• Lombok: RE -111 (-16,8%), PS -79 (-15,5%)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-6 (-6,3%), PS -9 (-12,7%)
• Sumbawa Timur: RE -10 (-33,3%), PS -6 (-42,9%)
• Bali Timur: RE +2 (+6,7%), PS -5 (-22,7%)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+1 (+50,0%), PS -2 (-100,0%)
• Flores Timur: RE +1 (+100,0%), PS -2 (-100,0%)
• Bali Timur: RE -3 (-33,3%), PS -1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(-25,0%), PS -2 (-50,0%)
• Bali Timur: RE -1 (-33,3%), PS -2 (-66,7%)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34.35% | MoM +0.22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-62.64 pp | Rp-67.03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34.23% | MoM +0.20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Rp36.99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Rp36.56 M | MoM 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+0.22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52.12% / -4.24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36.51% / +0.23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29.04%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29.32% / +1.19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27.45%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36.68% / +0.26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M-1 336 | MoM -1.8%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 / 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265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