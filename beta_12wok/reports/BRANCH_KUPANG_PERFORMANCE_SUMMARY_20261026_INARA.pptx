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  <c:pt idx="23">
                  <c:v>22.0</c:v>
                </c:pt>
                <c:pt idx="24">
                  <c:v>12.0</c:v>
                </c:pt>
                <c:pt idx="25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  <c:pt idx="23">
                  <c:v>14.0</c:v>
                </c:pt>
                <c:pt idx="24">
                  <c:v>6.0</c:v>
                </c:pt>
                <c:pt idx="25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  <c:pt idx="23">
                  <c:v>6.0</c:v>
                </c:pt>
                <c:pt idx="24">
                  <c:v>4.0</c:v>
                </c:pt>
                <c:pt idx="25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  <c:pt idx="23">
                  <c:v>21.0</c:v>
                </c:pt>
                <c:pt idx="24">
                  <c:v>12.0</c:v>
                </c:pt>
                <c:pt idx="25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  <c:pt idx="23">
                  <c:v>9.0</c:v>
                </c:pt>
                <c:pt idx="24">
                  <c:v>7.0</c:v>
                </c:pt>
                <c:pt idx="25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  <c:pt idx="23">
                  <c:v>9.0</c:v>
                </c:pt>
                <c:pt idx="24">
                  <c:v>1.0</c:v>
                </c:pt>
                <c:pt idx="25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  <c:pt idx="23">
                  <c:v>3.0</c:v>
                </c:pt>
                <c:pt idx="24">
                  <c:v>4.0</c:v>
                </c:pt>
                <c:pt idx="25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115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110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2.328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107 / 151 (70,9%)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+7,0%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119 / 164 (72,6%)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+7,2%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58 (81,0%)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65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+3,9%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59 (72,9%)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63 (74,6%)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+21,7%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164 (18,9%)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+14,8%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58 (25,9%)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+114,3%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65 (24,6%)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59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63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34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36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125 | MoM +8,7%
PS: 119 | MoM +8,2%
• Junior
  RE: 113 | Active 74,8% | MoM +9,7%
  PS: 107 | Active 70,9% | MoM +8,1%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0,0%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-12,5%, Gap -1
• Grapari Kupang: PS -23,1%,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-60,0%, Gap -3
• Grapari Waikabubak: PS +75,0%, Gap 3
• Grapari Waingapu: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-38 (-17,5%), PS -37 (-19,8%)
• Malaka Timtim Belu: RE 13 (+4,6%), PS -12 (-4,9%)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2 (+18,2%),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 (-25,0%),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Didina M Freitas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DID8448187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Fera Marselin Djo Miha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FER6092649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SPEUS86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SPNIM78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91.84%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92.02% | MoM -0.18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-3.99 pp | Rp-615.9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91.13%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91.17% | MoM -0.04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Rp14.18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Rp14.25 M | MoM -0.5%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Rp-615.9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92.79%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92.05%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Rp7.99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Rp-261.4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Rp-237.5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Rp-117.0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95.30% / 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95.33% / -1.24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94.99% / +3.03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95.66% / -2.02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88.83% / +2.53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89.13% / +0.41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86.20% / +5.42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92.39% / +0.92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84.27% / -0.74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86.24% / +1.12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82.75% / -1.14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82.34% / -5.02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88.09% / 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88.70% / +0.04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86.32% / -1.00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89.89% / -1.84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89.17% / -0.26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89.94% / -0.15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87.34% / -0.75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89.87% / +0.30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93.99% / -0.22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94.57%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92.90% / -0.04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93.37% / -0.63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34 | MoM -11.8%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 / 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27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19,202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66.5%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9,679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84.5%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75.4%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95.8%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80.7%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75.5%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80.0%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78.6%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74.7%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64.3%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76.2%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69.1%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75.1%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59.1%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59.4%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51.5%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50.9%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64.5%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60.8%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62.4%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70.1%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45.0%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37.5%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49.7%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45.3%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