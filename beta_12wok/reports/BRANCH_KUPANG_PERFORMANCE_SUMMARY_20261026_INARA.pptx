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  <c:pt idx="20">
                  <c:v>29.0</c:v>
                </c:pt>
                <c:pt idx="21">
                  <c:v>35.0</c:v>
                </c:pt>
                <c:pt idx="22">
                  <c:v>26.0</c:v>
                </c:pt>
                <c:pt idx="23">
                  <c:v>22.0</c:v>
                </c:pt>
                <c:pt idx="24">
                  <c:v>12.0</c:v>
                </c:pt>
                <c:pt idx="25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  <c:pt idx="20">
                  <c:v>17.0</c:v>
                </c:pt>
                <c:pt idx="21">
                  <c:v>16.0</c:v>
                </c:pt>
                <c:pt idx="22">
                  <c:v>9.0</c:v>
                </c:pt>
                <c:pt idx="23">
                  <c:v>14.0</c:v>
                </c:pt>
                <c:pt idx="24">
                  <c:v>6.0</c:v>
                </c:pt>
                <c:pt idx="25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  <c:pt idx="20">
                  <c:v>10.0</c:v>
                </c:pt>
                <c:pt idx="21">
                  <c:v>13.0</c:v>
                </c:pt>
                <c:pt idx="22">
                  <c:v>15.0</c:v>
                </c:pt>
                <c:pt idx="23">
                  <c:v>6.0</c:v>
                </c:pt>
                <c:pt idx="24">
                  <c:v>4.0</c:v>
                </c:pt>
                <c:pt idx="25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  <c:pt idx="20">
                  <c:v>2.0</c:v>
                </c:pt>
                <c:pt idx="21">
                  <c:v>6.0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  <c:pt idx="20">
                  <c:v>28.0</c:v>
                </c:pt>
                <c:pt idx="21">
                  <c:v>25.0</c:v>
                </c:pt>
                <c:pt idx="22">
                  <c:v>29.0</c:v>
                </c:pt>
                <c:pt idx="23">
                  <c:v>21.0</c:v>
                </c:pt>
                <c:pt idx="24">
                  <c:v>12.0</c:v>
                </c:pt>
                <c:pt idx="25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  <c:pt idx="20">
                  <c:v>17.0</c:v>
                </c:pt>
                <c:pt idx="21">
                  <c:v>10.0</c:v>
                </c:pt>
                <c:pt idx="22">
                  <c:v>12.0</c:v>
                </c:pt>
                <c:pt idx="23">
                  <c:v>9.0</c:v>
                </c:pt>
                <c:pt idx="24">
                  <c:v>7.0</c:v>
                </c:pt>
                <c:pt idx="25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  <c:pt idx="20">
                  <c:v>7.0</c:v>
                </c:pt>
                <c:pt idx="21">
                  <c:v>11.0</c:v>
                </c:pt>
                <c:pt idx="22">
                  <c:v>13.0</c:v>
                </c:pt>
                <c:pt idx="23">
                  <c:v>9.0</c:v>
                </c:pt>
                <c:pt idx="24">
                  <c:v>1.0</c:v>
                </c:pt>
                <c:pt idx="25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  <c:pt idx="20">
                  <c:v>4.0</c:v>
                </c:pt>
                <c:pt idx="21">
                  <c:v>4.0</c:v>
                </c:pt>
                <c:pt idx="22">
                  <c:v>4.0</c:v>
                </c:pt>
                <c:pt idx="23">
                  <c:v>3.0</c:v>
                </c:pt>
                <c:pt idx="24">
                  <c:v>4.0</c:v>
                </c:pt>
                <c:pt idx="25">
                  <c:v>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115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110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2.328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107 / 151 (70,9%)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+7,0%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119 / 164 (72,6%)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+7,2%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58 (81,0%)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65 (81,5%)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+3,9%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59 (72,9%)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+13,2%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63 (74,6%)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+11,9%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36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 / 151 (18,5%)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+21,7%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164 (18,9%)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+14,8%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58 (25,9%)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+114,3%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65 (24,6%)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59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63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34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36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2.321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125 | MoM +8,7%
PS: 119 | MoM +8,2%
• Junior
  RE: 113 | Active 74,8% | MoM +9,7%
  PS: 107 | Active 70,9% | MoM +8,1%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0,0%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-66,7%, Gap -2
• Grapari Kefamenanu: PS -12,5%, Gap -1
• Grapari Kupang: PS -23,1%,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-75,0%, Gap -3
• Grapari Soe: PS -60,0%, Gap -3
• Grapari Waikabubak: PS +75,0%, Gap 3
• Grapari Waingapu: PS -20,0%,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-38 (-17,5%), PS -37 (-19,8%)
• Malaka Timtim Belu: RE 13 (+4,6%), PS -12 (-4,9%)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2 (+18,2%), PS -5 (-71,4%)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 (-25,0%), PS -2 (-66,7%)
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Didina M Freitas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DID8448187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AND7493129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Fera Marselin Djo Miha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FER6092649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ARJAN IMANUEL SETTE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SPEUS86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NIMROT SUAN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SPNIM78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SPYSI61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90.95%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91.34% | MoM -0.39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-4.88 pp | Rp-754.1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90.19%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90.40% | MoM -0.21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Rp14.04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Rp14.15 M | MoM -0.7%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90.95%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Rp14.04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-4.88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Rp-754.1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92.03%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Rp7.92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Rp-326.8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88.61%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87.82%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-7.22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Rp-278.9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Rp2.70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Rp-148.4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94.62% / +1.54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94.75% / +0.26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94.12% / +4.44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95.06% / -0.48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88.04% / +3.42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88.57% / +1.60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85.14% / +5.77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91.54% / +2.13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83.23% / -1.01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85.18% / +0.75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81.66% / -1.29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81.44% / 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86.74% / -1.00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87.80% / +0.01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84.41% / -1.65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88.45% / -2.24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88.02% / -0.63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88.85% / -0.54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86.10% / -1.09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88.71% / -0.07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93.24% / -0.46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93.91% / -0.33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92.12% / -0.36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92.37% / -0.97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33 | MoM -12.1%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+33.3%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 / 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-12.5%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 / 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27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19,202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66.5%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9,679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95.6%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93.2%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84.5%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75.4%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95.8%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80.7%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75.5%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80.0%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95.6%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94.6%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89.7%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78.6%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75.1%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74.7%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76.3%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64.3%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76.2%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70.6%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69.1%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82.5%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77.1%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77.1%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75.1%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59.1%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59.4%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51.5%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50.4%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50.9%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65.9%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64.5%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60.8%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62.4%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70.1%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46.4%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45.0%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49.5%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37.5%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49.7%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45.3%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