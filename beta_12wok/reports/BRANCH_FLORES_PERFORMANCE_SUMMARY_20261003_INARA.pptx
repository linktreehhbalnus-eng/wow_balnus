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1.422,0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48   Δ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43   Δ 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   Δ -22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274   Δ -274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 / 129 (24,0%)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-6,1% | Turun 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 / 143 (29,4%)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-4,5% | Turun 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129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50 | MoM +4,2%
PS: 42 | MoM -2,3%
• Junior
  RE: 38 | Active 29,5% | MoM 0,0%
  PS: 31 | Active 24,0% | MoM -3,1%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92,3% | MoM +33,3%
  PS: 11 | Active 84,6% | MoM +10,0%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0,0%, Gap 0
• Grapari Ende: PS +50,0%, Gap 2
• Grapari Kalabahi: PS 0,0%, Gap 0
• Grapari Labuan Bajo: PS -33,3%,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0,0%, Gap 0
• Grapari Ruteng: PS +100,0%,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2 (+4,0%), PS -11 (-26,8%)
• Flores Timur: RE 10 (+43,5%), PS -6 (-26,1%)
• Manggarai: RE 10 (+21,3%), PS -1 (-3,1%)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-1 (-33,3%), PS -2 (-66,7%)
• Flores Timur: RE -2 (-66,7%), PS -1 (-100,0%)
• Manggarai: RE -2 (-50,0%), PS -1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 (N/A), PS -1 (-100,0%)
• Flores Timur: RE 0 (0,0%),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MAR3906643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MAR3906643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SPRTO97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SPRTO97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ALB4124293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ALB4124293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FRA3131744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FRA3131744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YAS9341063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YAS9341063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FIR5719098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FIR5719098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YAS9341063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YAS9341063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MAR3906643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MAR3906643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 | MoM -50.0%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4,384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15,724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24.9%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17.1%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17.4%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10.5%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13.7%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22.6%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11.3%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