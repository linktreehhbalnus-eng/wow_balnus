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1.422,0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1.201,7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54,4%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49   Δ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44   Δ -2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+33,3%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54   Δ 18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2.576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+29,2%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1.994   Δ 582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13 (84,6%)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 / 136 (22,8%)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 / 150 (28,0%)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150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99 (43,6%)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173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107 (89,9%)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50 | MoM +2,0%
PS: 42 | MoM -4,5%
• Junior
  RE: 38 | Active 27,9% | MoM -2,6%
  PS: 31 | Active 22,8% | MoM -6,1%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92,3% | MoM +33,3%
  PS: 11 | Active 84,6% | MoM +10,0%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0,0%, Gap 0
• Grapari Ende: PS +50,0%, Gap 2
• Grapari Kalabahi: PS 0,0%, Gap 0
• Grapari Labuan Bajo: PS -33,3%,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0,0%, Gap 0
• Grapari Ruteng: PS +100,0%,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(+4,0%), PS -11 (-26,8%)
• Flores Timur: RE 10 (+43,5%), PS -6 (-26,1%)
• Manggarai: RE 10 (+21,3%), PS -1 (-3,1%)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-1 (-33,3%), PS -2 (-66,7%)
• Flores Timur: RE -2 (-66,7%), PS -1 (-100,0%)
• Manggarai: RE -2 (-50,0%), PS -1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1 (N/A), PS -1 (-100,0%)
• Flores Timur: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Valentina isabela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SPRTO97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AGUSTINO OSWALDUS SUDIN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ALB4124293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paskarini dua gokun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MAR8199897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NDAGANG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YASINTA MBASI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YAS9341063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SPUAN24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YASINTA MBASI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YAS9341063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SPUAN24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Valentina isabela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MAR3510076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