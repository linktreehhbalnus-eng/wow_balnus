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34.0</c:v>
                </c:pt>
                <c:pt idx="1">
                  <c:v>32.0</c:v>
                </c:pt>
                <c:pt idx="2">
                  <c:v>24.0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1.602,0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1.422,0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1.201,7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54,4%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-18,7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143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48   Δ 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-2,3%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43   Δ -1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22   Δ -22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274   Δ -274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 / 13 (84,6%)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31 / 129 (24,0%)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-6,1% | Turun 23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42 / 143 (29,4%)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-4,5% | Turun 26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129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143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50 | MoM +4,2%
PS: 42 | MoM -2,3%
• Junior
  RE: 38 | Active 29,5% | MoM 0,0%
  PS: 31 | Active 24,0% | MoM -3,1%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92,3% | MoM +33,3%
  PS: 11 | Active 84,6% | MoM +10,0%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0,0%, Gap 0
• Grapari Ende: PS +50,0%, Gap 2
• Grapari Kalabahi: PS 0,0%, Gap 0
• Grapari Labuan Bajo: PS -33,3%,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0,0%, Gap 0
• Grapari Maumere: PS 0,0%, Gap 0
• Grapari Ruteng: PS +100,0%,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2 (+4,0%), PS -11 (-26,8%)
• Flores Timur: RE 10 (+43,5%), PS -6 (-26,1%)
• Manggarai: RE 10 (+21,3%), PS -1 (-3,1%)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-1 (-33,3%), PS -2 (-66,7%)
• Flores Timur: RE -2 (-66,7%), PS -1 (-100,0%)
• Manggarai: RE -2 (-50,0%), PS -1 (-100,0%)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1 (N/A), PS -1 (-100,0%)
• Flores Timur: RE 0 (0,0%),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MAR3906643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MAR3906643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SPNTI75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SPNTI75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YOH3951876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YOH3951876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SPRTO97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SPRTO97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SPOLS08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SPOLS08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YOH3951876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YOH3951876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SPNTI75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SPNTI75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ALB4124293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ALB4124293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FRA3131744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FRA3131744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YAS9341063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YAS9341063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BER6428042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BER6428042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FIR5719098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FIR5719098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YAS9341063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YAS9341063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BER6428042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BER6428042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KLA3857151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KLA3857151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MAR3906643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MAR3906643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SPOLS08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SPOLS08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VIN2925601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VIN2925601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22.66%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96.70% | Gap -74.04 pp | M-1 26.53%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Rp319.857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Rp300.803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Rp332.479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-6.82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20.22%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-3.40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-1.70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18.24%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-2.68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-4.79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