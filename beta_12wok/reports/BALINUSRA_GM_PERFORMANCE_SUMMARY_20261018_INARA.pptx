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319.0</c:v>
                </c:pt>
                <c:pt idx="1">
                  <c:v>293.0</c:v>
                </c:pt>
                <c:pt idx="2">
                  <c:v>322.0</c:v>
                </c:pt>
                <c:pt idx="3">
                  <c:v>300.0</c:v>
                </c:pt>
                <c:pt idx="4">
                  <c:v>225.0</c:v>
                </c:pt>
                <c:pt idx="5">
                  <c:v>231.0</c:v>
                </c:pt>
                <c:pt idx="6">
                  <c:v>159.0</c:v>
                </c:pt>
                <c:pt idx="7">
                  <c:v>287.0</c:v>
                </c:pt>
                <c:pt idx="8">
                  <c:v>276.0</c:v>
                </c:pt>
                <c:pt idx="9">
                  <c:v>273.0</c:v>
                </c:pt>
                <c:pt idx="10">
                  <c:v>281.0</c:v>
                </c:pt>
                <c:pt idx="11">
                  <c:v>283.0</c:v>
                </c:pt>
                <c:pt idx="12">
                  <c:v>216.0</c:v>
                </c:pt>
                <c:pt idx="13">
                  <c:v>206.0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214.0</c:v>
                </c:pt>
                <c:pt idx="2">
                  <c:v>278.0</c:v>
                </c:pt>
                <c:pt idx="3">
                  <c:v>236.0</c:v>
                </c:pt>
                <c:pt idx="4">
                  <c:v>238.0</c:v>
                </c:pt>
                <c:pt idx="5">
                  <c:v>184.0</c:v>
                </c:pt>
                <c:pt idx="6">
                  <c:v>121.0</c:v>
                </c:pt>
                <c:pt idx="7">
                  <c:v>206.0</c:v>
                </c:pt>
                <c:pt idx="8">
                  <c:v>225.0</c:v>
                </c:pt>
                <c:pt idx="9">
                  <c:v>212.0</c:v>
                </c:pt>
                <c:pt idx="10">
                  <c:v>206.0</c:v>
                </c:pt>
                <c:pt idx="11">
                  <c:v>212.0</c:v>
                </c:pt>
                <c:pt idx="12">
                  <c:v>190.0</c:v>
                </c:pt>
                <c:pt idx="13">
                  <c:v>146.0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-14,7% &amp; PS -15,8% MoM — Achievement Mencapai 41,8% (RE) / 40,0%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(-4,4%), Denpasar Terdalam (-24,3%)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43,4%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(+6,6%), Bali Barat Terdalam (-40,0%)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(+27), Sumbawa Barat Tumbuh Tertinggi (+33,3%)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+77, Bottom 5 -493, dan perubahan PS regional -698.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(-7,6%), TSEL One &gt;30 Mbps Turun Terdalam (-22,7%)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-8,5%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 / 378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 | Turun 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151 (61,6%)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164 (64,0%)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227 (60,8%)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 / 253 (63,6%)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 / 58 (87,9%)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422 / 852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270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509 / 965 (52,7%)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3.230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-25,5% | Turun 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137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151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151 (4,0%)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164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227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253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58 (22,4%)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852 (5,6%)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-31,4% | Turun 270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 / 965 (9,4%)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3.707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4.405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834,0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522 | MoM -9,8%
PS: 507 | MoM -8,5%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438 | Active 51,4% | MoM -10,6%
  PS: 422 | Active 49,5% | MoM -9,4%
• Greenfield
  RE: 50 | Active 86,2% | MoM -7,4%
  PS: 51 | Active 87,9% | MoM -3,8%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+33,3%, Gap +5
• Flores: PS +25,0%, Gap +4
• Kupang: PS -28,6%, Gap -2
• Mataram: PS 0,0%, Gap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Ruteng (Flores): -100,0%, Gap -1
• Grapari Kefamenanu (Kupang): -100,0%, Gap -1
• Grapari Waingapu (Kupang): -100,0%, Gap -1
• Grapari Sumbawa (Mataram): -100,0%, Gap -3
• Grapari Tabanan (Denpasar):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-236 (-36,5%), PS -230 (-41,1%)
• Bali Tengah: RE -174 (-16,1%), PS -167 (-18,2%)
• Lombok: RE -127 (-16,0%), PS -99 (-15,6%)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-10 (-8,8%), PS -9 (-11,0%)
• Sumbawa Barat: RE -13 (-65,0%), PS -7 (-63,6%)
• Sumbawa Timur: RE -5 (-14,7%), PS -6 (-33,3%)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Flores Timur: RE +1 (+100,0%), PS -2 (-100,0%)
• Lombok: RE +2 (+22,2%),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43.27%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43.29% | MoM -0.03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-53.94 pp | Rp-57.72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43.00%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43.00%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Rp46.30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Rp46.08 M | MoM +0.5%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49.02%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Rp27.68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Rp-27.19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34.98%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52.61%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Rp16.52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44.99%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Rp682.0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Rp-4.92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-67.38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Rp972.1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43.27%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-0.03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61.70% / -3.51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65.21% / -3.77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67.32% / +0.62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55.22% / -2.36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57.67% / -5.17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45.17% / +0.42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48.99%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43.76% / +4.43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37.31% / 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44.30% / -1.45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37.09%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42.30% / -0.92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28.66% / -0.90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29.55% / +0.43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38.71% / +0.54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36.94% / +1.00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43.09% / +0.60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27.42% / +0.89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29.79% / +1.20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36.65% / +1.93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35.05% / +0.12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41.05%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26.45% / +0.82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27.27%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32.70% / +0.70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45.76% / 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51.35%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34.14% / -0.66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37.87% / -0.03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40.65% / +0.40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M-1 444 | MoM -7.7%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-267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 / -1.9%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331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261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