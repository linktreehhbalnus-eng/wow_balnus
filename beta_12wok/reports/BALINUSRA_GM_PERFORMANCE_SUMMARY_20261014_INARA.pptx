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341.0</c:v>
                </c:pt>
                <c:pt idx="1">
                  <c:v>325.0</c:v>
                </c:pt>
                <c:pt idx="2">
                  <c:v>252.0</c:v>
                </c:pt>
                <c:pt idx="3">
                  <c:v>183.0</c:v>
                </c:pt>
                <c:pt idx="4">
                  <c:v>319.0</c:v>
                </c:pt>
                <c:pt idx="5">
                  <c:v>293.0</c:v>
                </c:pt>
                <c:pt idx="6">
                  <c:v>322.0</c:v>
                </c:pt>
                <c:pt idx="7">
                  <c:v>300.0</c:v>
                </c:pt>
                <c:pt idx="8">
                  <c:v>225.0</c:v>
                </c:pt>
                <c:pt idx="9">
                  <c:v>231.0</c:v>
                </c:pt>
                <c:pt idx="10">
                  <c:v>159.0</c:v>
                </c:pt>
                <c:pt idx="11">
                  <c:v>287.0</c:v>
                </c:pt>
                <c:pt idx="12">
                  <c:v>276.0</c:v>
                </c:pt>
                <c:pt idx="13">
                  <c:v>273.0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232.0</c:v>
                </c:pt>
                <c:pt idx="1">
                  <c:v>223.0</c:v>
                </c:pt>
                <c:pt idx="2">
                  <c:v>204.0</c:v>
                </c:pt>
                <c:pt idx="3">
                  <c:v>150.0</c:v>
                </c:pt>
                <c:pt idx="4">
                  <c:v>230.0</c:v>
                </c:pt>
                <c:pt idx="5">
                  <c:v>214.0</c:v>
                </c:pt>
                <c:pt idx="6">
                  <c:v>278.0</c:v>
                </c:pt>
                <c:pt idx="7">
                  <c:v>236.0</c:v>
                </c:pt>
                <c:pt idx="8">
                  <c:v>238.0</c:v>
                </c:pt>
                <c:pt idx="9">
                  <c:v>184.0</c:v>
                </c:pt>
                <c:pt idx="10">
                  <c:v>121.0</c:v>
                </c:pt>
                <c:pt idx="11">
                  <c:v>206.0</c:v>
                </c:pt>
                <c:pt idx="12">
                  <c:v>225.0</c:v>
                </c:pt>
                <c:pt idx="13">
                  <c:v>212.0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-12,2% MoM — Achievement Mencapai 33,1% (RE) / 31,9%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(+3,3%), Denpasar Terdalam (-21,2%)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(+13,6%), Bali Barat Terdalam (-38,8%)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(+31), Sumbawa Barat Tumbuh Tertinggi (+120,0%)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+89, Bottom 5 -321, dan perubahan PS regional -412.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(-4,6%),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-5,9%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 / 788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481 / 901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788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901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GALANG RAMADHAN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495 | MoM -8,8%
PS: 481 | MoM -5,9%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412 | Active 52,3% | MoM -9,5%
  PS: 397 | Active 50,4% | MoM -6,6%
• Greenfield
  RE: 48 | Active 82,8% | MoM -7,7%
  PS: 49 | Active 84,5% | MoM -2,0%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-34,5%, Gap -19
• Flores: PS +17,9%, Gap +10
• Kupang: PS -8,7%, Gap -2
• Mataram: PS -25,0%,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-71,4%, Gap -5
• Grapari Ubud (Denpasar): -57,1%, Gap -4
• Grapari Mataram (Mataram): -53,6%,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Lombok: RE -104 (-17,4%), PS -60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+1 (+3,4%), PS -8 (-36,4%)
• Sumbawa Timur: RE -9 (-33,3%), PS -7 (-50,0%)
• Manggarai: RE -5 (-35,7%), PS -5 (-55,6%)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0 (0,0%), PS -2 (-100,0%)
• Manggarai: RE -5 (-100,0%),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34.35% | MoM +0.22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-62.64 pp | Rp-67.03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34.23% | MoM +0.20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Rp36.99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Rp36.56 M | MoM +1.2%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+0.22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52.12% / -4.24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36.51% / +0.23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29.04%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29.32% / +1.19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27.45%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36.68% / +0.26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M-1 336 | MoM -1.8%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