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  <c:pt idx="20">
                  <c:v>29.0</c:v>
                </c:pt>
                <c:pt idx="21">
                  <c:v>35.0</c:v>
                </c:pt>
                <c:pt idx="22">
                  <c:v>26.0</c:v>
                </c:pt>
                <c:pt idx="23">
                  <c:v>22.0</c:v>
                </c:pt>
                <c:pt idx="24">
                  <c:v>12.0</c:v>
                </c:pt>
                <c:pt idx="25">
                  <c:v>28.0</c:v>
                </c:pt>
                <c:pt idx="26">
                  <c:v>25.0</c:v>
                </c:pt>
                <c:pt idx="27">
                  <c:v>28.0</c:v>
                </c:pt>
                <c:pt idx="28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  <c:pt idx="20">
                  <c:v>17.0</c:v>
                </c:pt>
                <c:pt idx="21">
                  <c:v>16.0</c:v>
                </c:pt>
                <c:pt idx="22">
                  <c:v>9.0</c:v>
                </c:pt>
                <c:pt idx="23">
                  <c:v>14.0</c:v>
                </c:pt>
                <c:pt idx="24">
                  <c:v>6.0</c:v>
                </c:pt>
                <c:pt idx="25">
                  <c:v>17.0</c:v>
                </c:pt>
                <c:pt idx="26">
                  <c:v>10.0</c:v>
                </c:pt>
                <c:pt idx="27">
                  <c:v>10.0</c:v>
                </c:pt>
                <c:pt idx="28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  <c:pt idx="20">
                  <c:v>10.0</c:v>
                </c:pt>
                <c:pt idx="21">
                  <c:v>13.0</c:v>
                </c:pt>
                <c:pt idx="22">
                  <c:v>15.0</c:v>
                </c:pt>
                <c:pt idx="23">
                  <c:v>6.0</c:v>
                </c:pt>
                <c:pt idx="24">
                  <c:v>4.0</c:v>
                </c:pt>
                <c:pt idx="25">
                  <c:v>8.0</c:v>
                </c:pt>
                <c:pt idx="26">
                  <c:v>10.0</c:v>
                </c:pt>
                <c:pt idx="27">
                  <c:v>14.0</c:v>
                </c:pt>
                <c:pt idx="2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  <c:pt idx="20">
                  <c:v>2.0</c:v>
                </c:pt>
                <c:pt idx="21">
                  <c:v>6.0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3.0</c:v>
                </c:pt>
                <c:pt idx="26">
                  <c:v>5.0</c:v>
                </c:pt>
                <c:pt idx="27">
                  <c:v>4.0</c:v>
                </c:pt>
                <c:pt idx="28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  <c:pt idx="20">
                  <c:v>28.0</c:v>
                </c:pt>
                <c:pt idx="21">
                  <c:v>25.0</c:v>
                </c:pt>
                <c:pt idx="22">
                  <c:v>29.0</c:v>
                </c:pt>
                <c:pt idx="23">
                  <c:v>21.0</c:v>
                </c:pt>
                <c:pt idx="24">
                  <c:v>12.0</c:v>
                </c:pt>
                <c:pt idx="25">
                  <c:v>25.0</c:v>
                </c:pt>
                <c:pt idx="26">
                  <c:v>20.0</c:v>
                </c:pt>
                <c:pt idx="27">
                  <c:v>26.0</c:v>
                </c:pt>
                <c:pt idx="28">
                  <c:v>18.0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Sheet1!$C$2:$C$30</c:f>
              <c:numCache>
                <c:formatCode>General</c:formatCode>
                <c:ptCount val="29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  <c:pt idx="20">
                  <c:v>17.0</c:v>
                </c:pt>
                <c:pt idx="21">
                  <c:v>10.0</c:v>
                </c:pt>
                <c:pt idx="22">
                  <c:v>12.0</c:v>
                </c:pt>
                <c:pt idx="23">
                  <c:v>9.0</c:v>
                </c:pt>
                <c:pt idx="24">
                  <c:v>7.0</c:v>
                </c:pt>
                <c:pt idx="25">
                  <c:v>11.0</c:v>
                </c:pt>
                <c:pt idx="26">
                  <c:v>10.0</c:v>
                </c:pt>
                <c:pt idx="27">
                  <c:v>10.0</c:v>
                </c:pt>
                <c:pt idx="28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Sheet1!$D$2:$D$30</c:f>
              <c:numCache>
                <c:formatCode>General</c:formatCode>
                <c:ptCount val="29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  <c:pt idx="20">
                  <c:v>7.0</c:v>
                </c:pt>
                <c:pt idx="21">
                  <c:v>11.0</c:v>
                </c:pt>
                <c:pt idx="22">
                  <c:v>13.0</c:v>
                </c:pt>
                <c:pt idx="23">
                  <c:v>9.0</c:v>
                </c:pt>
                <c:pt idx="24">
                  <c:v>1.0</c:v>
                </c:pt>
                <c:pt idx="25">
                  <c:v>11.0</c:v>
                </c:pt>
                <c:pt idx="26">
                  <c:v>6.0</c:v>
                </c:pt>
                <c:pt idx="27">
                  <c:v>11.0</c:v>
                </c:pt>
                <c:pt idx="28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Sheet1!$A$2:$A$30</c:f>
              <c:strCache>
                <c:ptCount val="2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</c:strCache>
            </c:strRef>
          </c:cat>
          <c:val>
            <c:numRef>
              <c:f>Sheet1!$E$2:$E$30</c:f>
              <c:numCache>
                <c:formatCode>General</c:formatCode>
                <c:ptCount val="29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  <c:pt idx="20">
                  <c:v>4.0</c:v>
                </c:pt>
                <c:pt idx="21">
                  <c:v>4.0</c:v>
                </c:pt>
                <c:pt idx="22">
                  <c:v>4.0</c:v>
                </c:pt>
                <c:pt idx="23">
                  <c:v>3.0</c:v>
                </c:pt>
                <c:pt idx="24">
                  <c:v>4.0</c:v>
                </c:pt>
                <c:pt idx="25">
                  <c:v>3.0</c:v>
                </c:pt>
                <c:pt idx="26">
                  <c:v>4.0</c:v>
                </c:pt>
                <c:pt idx="27">
                  <c:v>5.0</c:v>
                </c:pt>
                <c:pt idx="28">
                  <c:v>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118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2.511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12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110 / 148 (74,3%)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+6,8%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123 / 164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58 (82,8%)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+2,1%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55 / 67 (82,1%)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59 (76,3%)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64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31 (54,8%)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33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12 (8,3%)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33 / 148 (22,3%)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+26,9%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164 (22,6%)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+23,3%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8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58 (27,6%)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67 (25,4%)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+54,5%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59 (16,9%)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64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31 (22,6%)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33 (24,2%)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130 | MoM +10,2%
PS: 123 | MoM +6,0%
• Junior
  RE: 117 | Active 79,1% | MoM +11,4%
  PS: 110 | Active 74,3% | MoM +6,8%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9 | Active 75,0% | MoM 0,0%
  PS: 9 | Active 75,0% | MoM 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-75,0%, Gap -3
• Grapari Kefamenanu: PS 0,0%, Gap 0
• Grapari Kupang: PS -14,3%,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-66,7%, Gap -4
• Grapari Waikabubak: PS +60,0%, Gap 3
• Grapari Waingapu: PS -42,9%,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-43 (-17,9%), PS -40 (-19,7%)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4 (+36,4%),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Rote: RE -2 (-40,0%), PS -2 (-66,7%)
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Didina M Freitas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DID8448187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Fera Marselin Djo Miha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FER6092649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AND7493129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Stela yunike manno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STE1780980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SPNIM78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01–29 Oct 2026 vs MTD-1 01–29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JOV9993067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SPYSI61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SAT6551930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Chelvin Jeremy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CHE8882793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93.02%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93.07%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-2.81 pp | Rp-433.4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92.42%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92.30% | MoM +0.12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Rp14.36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Rp14.41 M | MoM -0.4%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Rp14.36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Rp-433.4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Rp-185.5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90.76%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Rp-74.4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96.15% / -0.54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96.27% / -0.69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95.58% / +0.07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96.73% / 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90.41% / +1.70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90.36% / -0.13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88.74% / +3.92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93.20% / +1.00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85.97% / -0.89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87.48% / +0.77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84.97% / -1.39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84.12% / -4.37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90.00% / -0.06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90.15% / +0.07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88.73% / -0.01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92.06% / -0.37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90.66% / -0.01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91.20%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89.26% / -0.11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91.33% / +0.36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94.91%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95.25%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94.10% / +0.27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94.71%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36 | MoM -13.9%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 / -13.8%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19,571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67.8%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9,310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96.6%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85.9%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80.7%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76.8%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91.8%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83.1%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82.0%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96.5%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90.6%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80.5%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69.4%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76.1%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76.2%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65.8%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70.5%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71.4%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83.9%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76.9%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58.9%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52.8%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64.3%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50.4%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45.8%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40.1%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38.3%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50.9%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45.9%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