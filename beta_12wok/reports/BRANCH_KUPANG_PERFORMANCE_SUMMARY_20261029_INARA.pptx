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  <c:pt idx="28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  <c:pt idx="28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  <c:pt idx="2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  <c:pt idx="2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26.0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10.0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11.0</c:v>
                </c:pt>
                <c:pt idx="2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5.0</c:v>
                </c:pt>
                <c:pt idx="28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59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64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+54,5%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59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64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31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33 (24,2%)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130 SF | MoM RE +4,7%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123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-1,6%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117 SF | Active 79,1% | MoM RE +11,2%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110 SF | Active 74,3% | MoM PS +4,6%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75,0% | MoM RE +15,4%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75,0% | MoM PS +30,8%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-35,5%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-41,4%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Atambua: PS 0,0%, Gap 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Kefamenanu: PS 0,0%, Gap 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-14,3%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Waikabubak: PS +60,0%, Gap 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Waingapu: PS </a:t>
            </a:r>
            <a:r>
              <a:rPr sz="850" b="1">
                <a:solidFill>
                  <a:srgbClr val="D73527"/>
                </a:solidFill>
                <a:latin typeface="Arial"/>
              </a:rPr>
              <a:t>-42,9%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</a:t>
            </a:r>
            <a:r>
              <a:rPr sz="830" b="1">
                <a:solidFill>
                  <a:srgbClr val="D73527"/>
                </a:solidFill>
                <a:latin typeface="Arial"/>
              </a:rPr>
              <a:t>-43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-19,7%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4 (+36,4%),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-71,4%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Malaka Timtim Belu: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SAT6551930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93.46%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-2.42 pp | Rp-373.8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92.72% | MoM +0.13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Rp14.42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Rp14.47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95.58% / -0.74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90.60%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89.22% / +3.40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87.87% / +0.79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85.91% / -1.33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-3.84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90.64%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89.36% / +0.22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91.53%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90.16%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91.81% / 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95.49%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94.40% / +0.16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39 | MoM -17.9%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19,692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9,189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77.3%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53.0%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65.0%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