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2.114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97 / 151 (64,2%)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+3,2%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 / 164 (66,5%)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+3,8%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58 (75,9%)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65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59 (62,7%)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+2,8%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63 (65,1%)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34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151 (5,3%)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164 (6,1%)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-28,6%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58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65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59 (1,7%)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63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34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36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118 | MoM +14,6%
PS: 109 | MoM +5,8%
• Junior
  RE: 106 | Active 70,2% | MoM +15,2%
  PS: 97 | Active 64,2% | MoM +5,4%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-14,3%, Gap -1
• Grapari Kupang: PS -50,0%, Gap 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-66,7%, Gap -2
• Grapari Soe: PS -33,3%, Gap -1
• Grapari Waikabubak: PS +200,0%, Gap 4
• Grapari Waingapu: PS -40,0%,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-20 (-12,8%), PS -24 (-17,4%)
• Malaka Timtim Belu: RE -2 (-1,0%), PS -19 (-11,0%)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(+11,1%), PS -3 (-60,0%)
• Malaka Timtim Belu: RE -2 (-16,7%), PS -1 (-12,5%)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IPR5851776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DIA6573568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SPLRA54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SPLRA54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01–19 Oct 2026 vs MTD-1 01–19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49.14%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50.86% | MoM -1.72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-46.69 pp | Rp-7.21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47.82%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49.27% | MoM -1.44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Rp7.59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Rp7.88 M | MoM -3.7%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49.14%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47.82%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Rp7.59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-46.69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52.70%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51.27%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-43.13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Rp-3.71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42.93%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41.69%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Rp1.66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-52.90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46.14%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-48.94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67.37% / -3.07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70.04% / +0.23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61.45% / -5.66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70.67% / -6.84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52.26% / -1.36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52.73% / -4.29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44.64% / +0.15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63.50% / -0.15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42.98% / -1.46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45.82% / -1.04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38.25% / -1.28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46.09% / -2.91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43.86% / +0.22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47.55% / +0.98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38.29% / -0.08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44.86% / 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40.21% / -1.34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43.58% / -1.07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35.34% / -1.17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38.34% / -1.87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52.41% / -2.11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55.70% / -2.11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47.16% / -1.90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47.94% / -2.33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 | MoM -8.3%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 / 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 / +18.2%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 / -37.5%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