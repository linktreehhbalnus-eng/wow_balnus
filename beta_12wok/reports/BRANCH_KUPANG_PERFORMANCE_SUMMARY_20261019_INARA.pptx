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2.114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97 / 151 (64,2%)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 / 164 (66,5%)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+3,8%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58 (75,9%)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65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59 (62,7%)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+2,8%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63 (65,1%)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34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151 (5,3%)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164 (6,1%)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58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65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59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63 (3,2%)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34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36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118 | MoM +14,6%
PS: 109 | MoM +5,8%
• Junior
  RE: 106 | Active 70,2% | MoM +15,2%
  PS: 97 | Active 64,2% | MoM +5,4%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-14,3%, Gap -1
• Grapari Kupang: PS -50,0%,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-66,7%, Gap -2
• Grapari Soe: PS -33,3%, Gap -1
• Grapari Waikabubak: PS +200,0%, Gap 4
• Grapari Waingapu: PS -40,0%,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-20 (-12,8%), PS -24 (-17,4%)
• Malaka Timtim Belu: RE -2 (-1,0%), PS -19 (-11,0%)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(+11,1%), PS -3 (-60,0%)
• Malaka Timtim Belu: RE -2 (-16,7%), PS -1 (-12,5%)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IPR5851776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DIA6573568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39.73%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42.55% | MoM -2.82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-56.10 pp | Rp-8.66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38.58%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41.02% | MoM -2.45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Rp6.13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Rp6.59 M | MoM -6.9%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38.58%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Rp6.13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-56.10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43.59%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42.28%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Rp-4.50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32.92%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-62.91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37.43%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-58.40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Rp-1.74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59.51% / -5.01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64.77% / -0.85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51.63% / -6.95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60.80% / -11.15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42.62% / -2.31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43.88% / -4.64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35.27% / +0.07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51.72% / -3.94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34.51% / -1.53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36.74% / -0.15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30.65% / -2.28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37.28% / -3.63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34.68% / -0.68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39.08% / +0.54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27.98% / -2.01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35.99% / -0.71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31.66% / -2.36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35.05% / -1.99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26.42% / -2.77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30.31% / -2.36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42.65% / -3.36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46.32% / -2.69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36.34% / -5.17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38.13% / -3.53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 | MoM -8.3%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 / 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13 / +18.2%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 / -37.5%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7,693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26.6%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21,188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34.4%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30.8%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28.3%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40.3%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30.5%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31.3%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32.7%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31.7%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34.4%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30.3%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29.3%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20.6%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39.6%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24.0%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31.6%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18.5%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20.6%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24.7%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20.8%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16.7%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14.6%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14.4%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