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2.114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97 / 151 (64,2%)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+3,2%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 / 164 (66,5%)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+3,8%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58 (75,9%)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65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59 (62,7%)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+2,8%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63 (65,1%)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34 (47,1%)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151 (5,3%)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164 (6,1%)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58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65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59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63 (3,2%)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34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36 (8,3%)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118 | MoM +14,6%
PS: 109 | MoM +5,8%
• Junior
  RE: 106 | Active 70,2% | MoM +15,2%
  PS: 97 | Active 64,2% | MoM +5,4%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-66,7%, Gap -2
• Grapari Kefamenanu: PS -14,3%, Gap -1
• Grapari Kupang: PS -50,0%, Gap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-66,7%, Gap -2
• Grapari Soe: PS -33,3%, Gap -1
• Grapari Waikabubak: PS +200,0%, Gap 4
• Grapari Waingapu: PS -40,0%,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-20 (-12,8%), PS -24 (-17,4%)
• Malaka Timtim Belu: RE -2 (-1,0%), PS -19 (-11,0%)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(+11,1%), PS -3 (-60,0%)
• Malaka Timtim Belu: RE -2 (-16,7%), PS -1 (-12,5%)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0 (0,0%),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Ipradictus Fransis Adipapa Blegur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IPR5851776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DIA6573568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SPLRA54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SPLRA54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37.48%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38.22% | MoM -0.74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-58.35 pp | Rp-9.01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36.30%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36.80% | MoM -0.51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Rp5.79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Rp5.92 M | MoM -2.2%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37.48%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-58.35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Rp-9.01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41.29%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39.94%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-54.54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Rp-4.69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30.65%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29.70%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Rp1.18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-65.18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Rp-2.52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35.30%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34.67%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Rp1.05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-60.53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Rp-1.80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58.01% / -2.26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63.82% / +4.86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49.94% / -6.49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58.58% / -11.21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40.28% / +0.32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41.98% / -2.39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32.39% / +0.98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49.32% / +2.86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32.10% / -0.03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34.41% / +1.13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28.34% / -0.24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34.44% / -2.72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32.43% / +0.69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36.76% / +1.94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25.69% / -1.13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34.04% / +1.51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29.47% / -0.84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32.67% / -0.27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24.14% / -1.42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28.76% / -1.17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40.39% / -1.02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44.02% / -0.49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34.13% / -2.49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35.91% / -1.07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19 | MoM +5.3%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18 / +20.0%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 / 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7,693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26.6%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21,188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45.9%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34.4%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30.8%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46.3%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42.2%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32.5%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28.3%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40.3%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30.5%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31.3%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32.7%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31.7%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34.4%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30.3%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29.3%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20.6%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39.6%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24.0%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31.6%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23.5%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20.1%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19.7%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18.5%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20.6%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24.7%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20.8%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16.7%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14.6%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14.4%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