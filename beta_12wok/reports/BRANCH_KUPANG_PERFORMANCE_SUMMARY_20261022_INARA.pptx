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  <c:pt idx="19">
                  <c:v>34.0</c:v>
                </c:pt>
                <c:pt idx="20">
                  <c:v>29.0</c:v>
                </c:pt>
                <c:pt idx="21">
                  <c:v>35.0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  <c:pt idx="19">
                  <c:v>11.0</c:v>
                </c:pt>
                <c:pt idx="20">
                  <c:v>17.0</c:v>
                </c:pt>
                <c:pt idx="21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  <c:pt idx="19">
                  <c:v>13.0</c:v>
                </c:pt>
                <c:pt idx="20">
                  <c:v>10.0</c:v>
                </c:pt>
                <c:pt idx="21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  <c:pt idx="19">
                  <c:v>10.0</c:v>
                </c:pt>
                <c:pt idx="20">
                  <c:v>2.0</c:v>
                </c:pt>
                <c:pt idx="21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  <c:pt idx="19">
                  <c:v>34.0</c:v>
                </c:pt>
                <c:pt idx="20">
                  <c:v>28.0</c:v>
                </c:pt>
                <c:pt idx="21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  <c:pt idx="19">
                  <c:v>12.0</c:v>
                </c:pt>
                <c:pt idx="20">
                  <c:v>17.0</c:v>
                </c:pt>
                <c:pt idx="21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  <c:pt idx="19">
                  <c:v>13.0</c:v>
                </c:pt>
                <c:pt idx="20">
                  <c:v>7.0</c:v>
                </c:pt>
                <c:pt idx="21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  <c:pt idx="19">
                  <c:v>9.0</c:v>
                </c:pt>
                <c:pt idx="20">
                  <c:v>4.0</c:v>
                </c:pt>
                <c:pt idx="21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108   Δ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107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2.192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104 / 151 (68,9%)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+6,1% | Turun 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116 / 164 (70,7%)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+6,4% | Turun 54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58 (81,0%)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+4,4%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65 (81,5%)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59 (67,8%)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+8,1%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63 (69,8%)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+7,3%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36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151 (11,3%)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+21,4% | Turun 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164 (12,2%)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54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58 (15,5%)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65 (15,4%)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59 (5,1%)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63 (6,3%)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34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36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123 | MoM +13,9%
PS: 116 | MoM +8,4%
• Junior
  RE: 111 | Active 73,5% | MoM +14,4%
  PS: 104 | Active 68,9% | MoM +8,3%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8 | Active 88,9% | MoM +14,3%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-66,7%, Gap -2
• Grapari Kefamenanu: PS -14,3%, Gap -1
• Grapari Kupang: PS -20,0%,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-75,0%, Gap -3
• Grapari Soe: PS -50,0%, Gap -2
• Grapari Waikabubak: PS +133,3%, Gap 4
• Grapari Waingapu: PS -20,0%,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-16 (-8,7%), PS -28 (-17,4%)
• Malaka Timtim Belu: RE 9 (+3,6%), PS -11 (-5,4%)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1 (+10,0%), PS -3 (-60,0%)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-1 (-25,0%), PS -2 (-66,7%)
• Malaka Timtim Belu: RE -2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Herti valentia pade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HER1812009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RAHMAHWATI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10/22/2026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85.32%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86.58% | MoM -1.25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-10.51 pp | Rp-1.62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84.15%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85.34% | MoM -1.19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Rp13.17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Rp13.41 M | MoM -1.7%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85.32%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84.15%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Rp13.17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-10.51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Rp-1.62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87.05%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85.87%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Rp7.49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-8.78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Rp-755.2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82.12%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80.85%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Rp3.17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Rp-529.8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84.48%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83.65%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Rp2.51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-11.35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Rp-337.2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90.21% / +0.77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91.70% / +0.76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88.28% / +2.13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90.15% / -1.32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81.91% / +3.28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83.08% / +2.14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77.70% / +4.85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86.13% / +1.55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76.06% / -2.74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78.32% / -1.21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74.11% / -3.26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74.28% / -5.73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78.72% / -2.70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80.42% / -1.63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76.06% / -3.13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79.38% / -4.44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80.65% / -2.03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81.62% / -2.64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78.45% / -2.26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81.36% / +0.22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88.61% / -1.00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89.88% / -0.77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86.80% / -1.10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86.65% / -1.60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30 | MoM -16.7%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 / -8.3%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17,308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59.9%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11,573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69.1%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87.6%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66.6%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89.3%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72.4%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89.9%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91.2%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81.1%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69.1%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58.0%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60.3%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69.7%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68.0%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49.7%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45.4%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46.1%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55.7%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63.4%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62.0%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66.1%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39.2%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45.1%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48.6%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44.1%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40.7%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35.3%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34.6%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54.1%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39.8%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