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  <c:pt idx="14">
                  <c:v>33.0</c:v>
                </c:pt>
                <c:pt idx="15">
                  <c:v>30.0</c:v>
                </c:pt>
                <c:pt idx="16">
                  <c:v>26.0</c:v>
                </c:pt>
                <c:pt idx="17">
                  <c:v>11.0</c:v>
                </c:pt>
                <c:pt idx="18">
                  <c:v>39.0</c:v>
                </c:pt>
                <c:pt idx="19">
                  <c:v>34.0</c:v>
                </c:pt>
                <c:pt idx="20">
                  <c:v>29.0</c:v>
                </c:pt>
                <c:pt idx="21">
                  <c:v>35.0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10.0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18.0</c:v>
                </c:pt>
                <c:pt idx="6">
                  <c:v>19.0</c:v>
                </c:pt>
                <c:pt idx="7">
                  <c:v>16.0</c:v>
                </c:pt>
                <c:pt idx="8">
                  <c:v>11.0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  <c:pt idx="13">
                  <c:v>9.0</c:v>
                </c:pt>
                <c:pt idx="14">
                  <c:v>13.0</c:v>
                </c:pt>
                <c:pt idx="15">
                  <c:v>13.0</c:v>
                </c:pt>
                <c:pt idx="16">
                  <c:v>14.0</c:v>
                </c:pt>
                <c:pt idx="17">
                  <c:v>4.0</c:v>
                </c:pt>
                <c:pt idx="18">
                  <c:v>20.0</c:v>
                </c:pt>
                <c:pt idx="19">
                  <c:v>11.0</c:v>
                </c:pt>
                <c:pt idx="20">
                  <c:v>17.0</c:v>
                </c:pt>
                <c:pt idx="21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14.0</c:v>
                </c:pt>
                <c:pt idx="13">
                  <c:v>14.0</c:v>
                </c:pt>
                <c:pt idx="14">
                  <c:v>14.0</c:v>
                </c:pt>
                <c:pt idx="15">
                  <c:v>11.0</c:v>
                </c:pt>
                <c:pt idx="16">
                  <c:v>7.0</c:v>
                </c:pt>
                <c:pt idx="17">
                  <c:v>4.0</c:v>
                </c:pt>
                <c:pt idx="18">
                  <c:v>13.0</c:v>
                </c:pt>
                <c:pt idx="19">
                  <c:v>13.0</c:v>
                </c:pt>
                <c:pt idx="20">
                  <c:v>10.0</c:v>
                </c:pt>
                <c:pt idx="21">
                  <c:v>13.0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Sheet1!$E$2:$E$23</c:f>
              <c:numCache>
                <c:formatCode>General</c:formatCode>
                <c:ptCount val="22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  <c:pt idx="14">
                  <c:v>6.0</c:v>
                </c:pt>
                <c:pt idx="15">
                  <c:v>6.0</c:v>
                </c:pt>
                <c:pt idx="16">
                  <c:v>5.0</c:v>
                </c:pt>
                <c:pt idx="17">
                  <c:v>3.0</c:v>
                </c:pt>
                <c:pt idx="18">
                  <c:v>6.0</c:v>
                </c:pt>
                <c:pt idx="19">
                  <c:v>10.0</c:v>
                </c:pt>
                <c:pt idx="20">
                  <c:v>2.0</c:v>
                </c:pt>
                <c:pt idx="21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  <c:pt idx="14">
                  <c:v>31.0</c:v>
                </c:pt>
                <c:pt idx="15">
                  <c:v>22.0</c:v>
                </c:pt>
                <c:pt idx="16">
                  <c:v>19.0</c:v>
                </c:pt>
                <c:pt idx="17">
                  <c:v>13.0</c:v>
                </c:pt>
                <c:pt idx="18">
                  <c:v>29.0</c:v>
                </c:pt>
                <c:pt idx="19">
                  <c:v>34.0</c:v>
                </c:pt>
                <c:pt idx="20">
                  <c:v>28.0</c:v>
                </c:pt>
                <c:pt idx="21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7.0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11.0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11.0</c:v>
                </c:pt>
                <c:pt idx="12">
                  <c:v>9.0</c:v>
                </c:pt>
                <c:pt idx="13">
                  <c:v>12.0</c:v>
                </c:pt>
                <c:pt idx="14">
                  <c:v>10.0</c:v>
                </c:pt>
                <c:pt idx="15">
                  <c:v>7.0</c:v>
                </c:pt>
                <c:pt idx="16">
                  <c:v>11.0</c:v>
                </c:pt>
                <c:pt idx="17">
                  <c:v>6.0</c:v>
                </c:pt>
                <c:pt idx="18">
                  <c:v>15.0</c:v>
                </c:pt>
                <c:pt idx="19">
                  <c:v>12.0</c:v>
                </c:pt>
                <c:pt idx="20">
                  <c:v>17.0</c:v>
                </c:pt>
                <c:pt idx="21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  <c:pt idx="13">
                  <c:v>5.0</c:v>
                </c:pt>
                <c:pt idx="14">
                  <c:v>13.0</c:v>
                </c:pt>
                <c:pt idx="15">
                  <c:v>11.0</c:v>
                </c:pt>
                <c:pt idx="16">
                  <c:v>2.0</c:v>
                </c:pt>
                <c:pt idx="17">
                  <c:v>4.0</c:v>
                </c:pt>
                <c:pt idx="18">
                  <c:v>9.0</c:v>
                </c:pt>
                <c:pt idx="19">
                  <c:v>13.0</c:v>
                </c:pt>
                <c:pt idx="20">
                  <c:v>7.0</c:v>
                </c:pt>
                <c:pt idx="21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Sheet1!$E$2:$E$23</c:f>
              <c:numCache>
                <c:formatCode>General</c:formatCode>
                <c:ptCount val="22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  <c:pt idx="14">
                  <c:v>8.0</c:v>
                </c:pt>
                <c:pt idx="15">
                  <c:v>4.0</c:v>
                </c:pt>
                <c:pt idx="16">
                  <c:v>6.0</c:v>
                </c:pt>
                <c:pt idx="17">
                  <c:v>3.0</c:v>
                </c:pt>
                <c:pt idx="18">
                  <c:v>5.0</c:v>
                </c:pt>
                <c:pt idx="19">
                  <c:v>9.0</c:v>
                </c:pt>
                <c:pt idx="20">
                  <c:v>4.0</c:v>
                </c:pt>
                <c:pt idx="21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164  (+7,9%)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+13,9%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108   Δ 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107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2.192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104 / 151 (68,9%)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+6,1% | Turun 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116 / 164 (70,7%)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+6,4% | Turun 54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58 (81,0%)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+4,4%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 / 65 (81,5%)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59 (67,8%)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+8,1%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63 (69,8%)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+7,3%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34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36 (52,8%)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621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9 (11,1%)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151 (11,3%)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+21,4% | Turun 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 / 164 (12,2%)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+11,1% | Turun 54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58 (15,5%)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65 (15,4%)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+42,9%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59 (5,1%)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63 (6,3%)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34 (14,7%)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36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441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123 | MoM +13,9%
PS: 116 | MoM +8,4%
• Junior
  RE: 111 | Active 73,5% | MoM +14,4%
  PS: 104 | Active 68,9% | MoM +8,3%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8 | Active 88,9% | MoM +14,3%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-33,3%, Gap -1
• Grapari Baa Rote: PS -66,7%, Gap -2
• Grapari Kefamenanu: PS -14,3%, Gap -1
• Grapari Kupang: PS -20,0%,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-75,0%, Gap -3
• Grapari Soe: PS -50,0%, Gap -2
• Grapari Waikabubak: PS +133,3%, Gap 4
• Grapari Waingapu: PS -20,0%,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-16 (-8,7%), PS -28 (-17,4%)
• Malaka Timtim Belu: RE 9 (+3,6%), PS -11 (-5,4%)
• Unknown: RE -1 (-100,0%), PS -1 (-100,0%)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1 (+10,0%), PS -3 (-60,0%)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-1 (-25,0%), PS -2 (-66,7%)
• Malaka Timtim Belu: RE -2 (-100,0%),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Herti valentia pade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HER1812009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EMR3927543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RAHMAHWATI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Veronika Birina Dos Santos soares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VER2090285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10/21/2026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74.92%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79.70% | MoM -4.78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-20.91 pp | Rp-3.23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73.41%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78.30% | MoM -4.89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Rp11.57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Rp12.34 M | MoM -6.3%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74.92%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-4.78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73.41%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-4.89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Rp11.57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-20.91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Rp-3.23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77.55%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-4.62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76.13%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-4.65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Rp6.67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-18.28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Rp-1.57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69.63%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67.93%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Rp2.69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-8.0%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-26.20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Rp-1.01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74.17%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-3.58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72.97%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Rp2.20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-21.66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Rp-643.6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84.16% / -0.45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85.53% / +0.10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79.63% / -1.57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87.90% / -0.54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72.09% / -1.02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73.77% / -2.02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65.26% / -1.31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79.44% / -0.26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64.16% / -6.31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66.74% / -5.57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60.53% / -6.97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65.43% / -6.74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66.84% / -6.24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69.73% / -4.81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62.00% / -8.47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68.55% / -5.42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67.18% / -7.41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69.18% / -8.21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63.48% / -7.83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67.30% / -4.15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79.26% / -4.04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81.28% / -3.96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75.73% / -5.08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76.84% / -3.16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10/20/2026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28 | MoM -14.3%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 / +7.7%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 / 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22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14,675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50.8%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14,206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83.9%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76.5%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67.7%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59.4%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58.9%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85.3%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78.3%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68.9%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65.3%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56.5%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79.9%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69.0%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60.3%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86.8%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83.9%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75.1%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64.8%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62.1%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62.7%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56.6%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53.5%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54.5%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51.6%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58.4%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58.2%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59.0%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53.2%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55.3%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51.3%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53.6%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53.8%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53.8%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51.1%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50.5%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48.9%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65.0%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59.1%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59.4%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56.9%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48.0%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46.4%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40.1%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39.2%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43.2%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47.5%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45.6%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44.3%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38.3%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38.0%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39.8%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48.2%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47.7%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40.5%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43.3%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49.3%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56.4%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46.4%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40.8%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55.8%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41.0%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38.5%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35.5%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35.5%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33.0%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39.2%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41.3%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37.8%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35.4%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39.0%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39.2%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39.0%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27.8%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33.7%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27.1%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47.7%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34.5%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41.1%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42.6%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42.2%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32.0%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