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4.701,7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3.852,2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122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106   Δ -2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61   Δ -61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769   Δ -769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+37,5%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 / 306 (23,9%)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-6,4% | Turun 57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104 / 347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75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57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347 (1,4%)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 | Turun 75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106 | MoM -13,1%
PS: 104 | MoM -1,9%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75 | Active 24,5% | MoM -12,8%
  PS: 73 | Active 23,9% | MoM -6,4%
• Greenfield
  RE: 11 | Active 55,0% | MoM -31,2%
  PS: 11 | Active 55,0% | MoM +37,5%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-100,0%, Gap -1
• Grapari Gatsu Tengah: PS N/A, Gap 1
• Grapari Jimbaran: PS -80,0%, Gap -4
• Grapari Kuta: PS +100,0%, Gap 1
• Grapari Negara: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0,0%, Gap 0
• Grapari Tabanan: PS 0,0%, Gap 0
• Grapari Ubud: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-56 (-39,2%), PS -71 (-53,0%)
• Bali Tengah: RE -10 (-4,7%), PS -22 (-12,5%)
• Bali Timur: RE -27 (-38,6%), PS -15 (-28,8%)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 (-12,5%), PS -2 (-50,0%)
• Bali Timur: RE -2 (-50,0%),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355,6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REN8141561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REN8141561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