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4.701,7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122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106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-61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769   Δ -769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306 (23,9%)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 / 347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106 | MoM -13,1%
PS: 104 | MoM -1,9%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75 | Active 24,5% | MoM -12,8%
  PS: 73 | Active 23,9% | MoM -6,4%
• Greenfield
  RE: 11 | Active 55,0% | MoM -31,2%
  PS: 11 | Active 55,0% | MoM +37,5%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N/A, Gap 1
• Grapari Jimbaran: PS -80,0%, Gap -4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0,0%, Gap 0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Bali Timur: RE -27 (-38,6%), PS -15 (-28,8%)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355,6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