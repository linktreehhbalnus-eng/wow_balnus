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60.0</c:v>
                </c:pt>
                <c:pt idx="1">
                  <c:v>61.0</c:v>
                </c:pt>
                <c:pt idx="2">
                  <c:v>50.0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54.0</c:v>
                </c:pt>
                <c:pt idx="1">
                  <c:v>53.0</c:v>
                </c:pt>
                <c:pt idx="2">
                  <c:v>57.0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4.701,7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3.852,2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1.176,4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2.628,2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2.153,8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122   Δ -16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106   Δ -2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+3,2%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219   Δ 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7.035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+9,6%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6.419   Δ 616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 / 20 (55,0%)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+22,2%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73 / 310 (23,5%)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-8,8% | Turun 57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104 / 351 (29,6%)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-1,0% | Turun 75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+211,1%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254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310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57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10 (30,0%)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351 (1,4%)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-28,6% | Turun 75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7.639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710 (21,8%)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1.927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433 (76,1%)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1.199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704,4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106 | MoM -13,1%
PS: 104 | MoM -1,9%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75 | Active 24,2% | MoM -12,8%
  PS: 73 | Active 23,5% | MoM -6,4%
• Greenfield
  RE: 11 | Active 55,0% | MoM -31,2%
  PS: 11 | Active 55,0% | MoM +37,5%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-100,0%, Gap -1
• Grapari Gatsu Tengah: PS N/A, Gap 1
• Grapari Jimbaran: PS -80,0%, Gap -4
• Grapari Kuta: PS +100,0%, Gap 1
• Grapari Negara: PS -100,0%,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0,0%, Gap 0
• Grapari Singaraja: PS 0,0%, Gap 0
• Grapari Tabanan: PS 0,0%, Gap 0
• Grapari Ubud: PS -100,0%,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-56 (-39,2%), PS -71 (-53,0%)
• Bali Tengah: RE -10 (-4,7%), PS -22 (-12,5%)
• Bali Timur: RE -27 (-38,6%), PS -15 (-28,8%)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-1 (-12,5%), PS -2 (-50,0%)
• Bali Timur: RE -2 (-50,0%),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355,6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AWANG DARMAWAN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SPDAR84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 Setyawan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DOD4949153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Harry Mulia Sobari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USAMAH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Septian Adiputra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SEP6298129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AMMAR DANI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HENDRA KARJAYA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SPXYH91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KARTINI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SPXKAR75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 Setyawan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DOD4949153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Agus Subyantoro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BAM8870058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Ignasius paga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IGN7412146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AMMAR DANI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SHINTIA SRIGANTINY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SPSSG22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USAMAH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ALLAN SUHERLAN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ALL3716833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SRI WULAN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SPDEW79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 Susilo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pebri wirianta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IWA2475863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 Susilo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Reno dhika nur febriansyah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REN8141561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pebri wirianta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IWA2475863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Fajar Nanda Imani0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DWI PURNOMO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SPXDWI69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