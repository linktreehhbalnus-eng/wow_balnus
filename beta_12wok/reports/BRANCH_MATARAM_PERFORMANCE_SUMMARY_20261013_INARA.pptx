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48.0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  <c:pt idx="10">
                  <c:v>31.0</c:v>
                </c:pt>
                <c:pt idx="11">
                  <c:v>43.0</c:v>
                </c:pt>
                <c:pt idx="12">
                  <c:v>45.0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  <c:pt idx="10">
                  <c:v>18.0</c:v>
                </c:pt>
                <c:pt idx="11">
                  <c:v>22.0</c:v>
                </c:pt>
                <c:pt idx="12">
                  <c:v>21.0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  <c:pt idx="9">
                  <c:v>9.0</c:v>
                </c:pt>
                <c:pt idx="10">
                  <c:v>4.0</c:v>
                </c:pt>
                <c:pt idx="11">
                  <c:v>6.0</c:v>
                </c:pt>
                <c:pt idx="12">
                  <c:v>8.0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17.0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  <c:pt idx="9">
                  <c:v>8.0</c:v>
                </c:pt>
                <c:pt idx="10">
                  <c:v>9.0</c:v>
                </c:pt>
                <c:pt idx="11">
                  <c:v>15.0</c:v>
                </c:pt>
                <c:pt idx="12">
                  <c:v>16.0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Sheet1!$F$2:$F$14</c:f>
              <c:numCache>
                <c:formatCode>General</c:formatCode>
                <c:ptCount val="1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48.0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  <c:pt idx="10">
                  <c:v>19.0</c:v>
                </c:pt>
                <c:pt idx="11">
                  <c:v>38.0</c:v>
                </c:pt>
                <c:pt idx="12">
                  <c:v>46.0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  <c:pt idx="10">
                  <c:v>12.0</c:v>
                </c:pt>
                <c:pt idx="11">
                  <c:v>24.0</c:v>
                </c:pt>
                <c:pt idx="12">
                  <c:v>25.0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4.0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  <c:pt idx="10">
                  <c:v>3.0</c:v>
                </c:pt>
                <c:pt idx="11">
                  <c:v>6.0</c:v>
                </c:pt>
                <c:pt idx="12">
                  <c:v>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  <c:pt idx="9">
                  <c:v>7.0</c:v>
                </c:pt>
                <c:pt idx="10">
                  <c:v>4.0</c:v>
                </c:pt>
                <c:pt idx="11">
                  <c:v>8.0</c:v>
                </c:pt>
                <c:pt idx="12">
                  <c:v>14.0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Sheet1!$F$2:$F$14</c:f>
              <c:numCache>
                <c:formatCode>General</c:formatCode>
                <c:ptCount val="1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3.019,5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2.023,5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1.698,7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1.028,7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237  (-1,2%)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166   Δ -14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155   Δ -5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157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2.760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2.760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1.070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126 / 210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-3,1% | Turun 64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150 / 237 (63,3%)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-3,2% | Turun 76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71 / 128 (55,5%)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-4,1%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85 / 145 (58,6%)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-4,5% | Turun 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 / 35 (54,3%)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 / 38 (57,9%)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-4,3%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 / 47 (76,6%)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 / 54 (79,6%)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474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662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16 (6,2%)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 / 210 (2,9%)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-53,8% | Turun 64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10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 / 237 (5,9%)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-30,0% | Turun 76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128 (3,1%)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-60,0%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145 (5,5%)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-46,7% | Turun 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38 (2,6%)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47 (4,3%)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54 (9,3%)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2.878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585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152 | MoM -8,4%
PS: 150 | MoM -3,2%
• Performer
  RE: 1 | Active 100,0% | MoM 0,0%
  PS: 1 | Active 100,0% | MoM 0,0%
• Junior
  RE: 129 | Active 61,4% | MoM -8,5%
  PS: 126 | Active 60,0% | MoM -3,1%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75,0% | MoM -14,3%
  PS: 13 | Active 81,2% | MoM -7,1%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-52,6%, Gap -10
• Grapari Dompu: PS +100,0%, Gap 5
• Grapari Lombok Timur: PS -100,0%, Gap -1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N/A, Gap 3
• Grapari Mataram: PS -57,7%, Gap -15
• Grapari Sumbawa: PS -66,7%, Gap -4
• Grapari Taliwang: PS +600,0%, Gap 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-99 (-18,2%), PS -47 (-11,3%)
• Sumbawa Barat: RE -39 (-23,6%), PS -5 (-4,9%)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-5 (-21,7%), PS -6 (-50,0%)
• Sumbawa Barat: RE -9 (-69,2%), PS -3 (-42,9%)
• Lombok: RE 5 (+17,2%), PS -2 (-9,5%)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-5 (-45,5%), PS -1 (-16,7%)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 (-50,0%), PS -1 (-50,0%)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203,7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NUR3882332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HEN4884963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WAN ARNOP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SPARNOP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RINGGA 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LAL3976891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TRI8905410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RENI HENDRIANI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SPRNN41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MUH6424848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GALANG RAMADHAN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HEN4884963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Rusmiyati Chania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RUS9743616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ISM5793541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RIZKI HIDAYATULLAH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SYAMSUDDIN HABIBULLAH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SYA3961583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LISNAWATI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SPISWAT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ARY APRILYANSYAH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ARY9911997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TAJUDIN NUR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YUD8751940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RIZAL HAKIKY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SPXHQQ94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Paezal rozi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PAE1462437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PUSPITA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SPUPU46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