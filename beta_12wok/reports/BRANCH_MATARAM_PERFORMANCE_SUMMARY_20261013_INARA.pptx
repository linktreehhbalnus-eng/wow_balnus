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2.286,9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166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155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157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2.760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126 / 210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-3,1% | Turun 64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150 / 237 (63,3%)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-3,2%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 / 128 (55,5%)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-4,1%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85 / 145 (58,6%)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35 (54,3%)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38 (57,9%)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47 (76,6%)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54 (79,6%)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210 (2,9%)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-53,8% | Turun 64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 / 237 (5,9%)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128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145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-46,7%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38 (2,6%)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47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54 (9,3%)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152 | MoM -8,4%
PS: 150 | MoM -3,2%
• Performer
  RE: 1 | Active 100,0% | MoM 0,0%
  PS: 1 | Active 100,0% | MoM 0,0%
• Junior
  RE: 129 | Active 61,4% | MoM -8,5%
  PS: 126 | Active 60,0% | MoM -3,1%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-14,3%
  PS: 13 | Active 81,2% | MoM -7,1%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-52,6%, Gap -10
• Grapari Dompu: PS +100,0%, Gap 5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-57,7%, Gap -15
• Grapari Sumbawa: PS -66,7%, Gap -4
• Grapari Taliwang: PS +600,0%, Gap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-99 (-18,2%), PS -47 (-11,3%)
• Sumbawa Barat: RE -39 (-23,6%), PS -5 (-4,9%)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-5 (-21,7%), PS -6 (-50,0%)
• Sumbawa Barat: RE -9 (-69,2%), PS -3 (-42,9%)
• Lombok: RE 5 (+17,2%), PS -2 (-9,5%)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-5 (-45,5%), PS -1 (-16,7%)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(-50,0%),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SPARNOP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MUH6424848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Rusmiyati Chania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RUS9743616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ARY9911997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RIZAL HAKIKY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SPXHQQ94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SPUPU46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28.12%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32.56% | MoM -4.44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-69.33 pp | Rp-17.42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31.75% | MoM -4.30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Rp7.06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Rp8.05 M | MoM -12.3%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54480"/>
          <a:ext cx="115488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Rp-17.42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Rp-8.64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Rp-3.43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-15.2%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Rp-5.35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C3MR by LOS — Branch &amp; WOK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315968"/>
          <a:ext cx="115488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43.94% / -12.42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44.13% / -11.97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47.89% / -6.43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41.66% / -16.72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33.64% / -4.96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37.37% / -9.61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29.23% / -0.84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27.58% / -1.62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28.12% / -3.79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35.00% / -5.25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24.11% / -2.77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19.02% / -3.14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26.62% / -2.62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34.83% / -2.36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23.84% / -3.10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16.47% / -2.01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23.26% / -3.37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30.18% / -4.48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22.39% / -2.30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12.23% / -2.41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28.83% / -4.86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35.06% / -5.27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25.89% / -4.57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16.49% / -3.93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