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Sheet1!$F$2:$F$14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2.286,9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1.055,7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157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2.760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71 / 128 (55,5%)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-4,1%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85 / 145 (58,6%)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-4,5%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35 (54,3%)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38 (57,9%)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 / 47 (76,6%)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54 (79,6%)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128 (3,1%)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145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-46,7% | Turun 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38 (2,6%)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47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54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2.878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152 | MoM -8,4%
PS: 150 | MoM -3,2%
• Performer
  RE: 1 | Active 100,0% | MoM 0,0%
  PS: 1 | Active 100,0% | MoM 0,0%
• Junior
  RE: 129 | Active 61,4% | MoM -8,5%
  PS: 126 | Active 60,0% | MoM -3,1%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-7,1%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-52,6%, Gap -10
• Grapari Dompu: PS +100,0%, Gap 5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-57,7%, Gap -15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-99 (-18,2%), PS -47 (-11,3%)
• Sumbawa Barat: RE -39 (-23,6%), PS -5 (-4,9%)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(-21,7%), PS -6 (-50,0%)
• Sumbawa Barat: RE -9 (-69,2%), PS -3 (-42,9%)
• Lombok: RE 5 (+17,2%), PS -2 (-9,5%)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-5 (-45,5%), PS -1 (-16,7%)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SPARNOP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Rusmiyati Chania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RUS9743616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Ismail Marzuki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ISM5793541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HIDAYATULLAH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SYAMSUDDIN HABIBULLAH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SYA3961583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LISNAWATI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SPISWAT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ARY APRILYANSYAH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ARY9911997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PUSPITA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SPUPU46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