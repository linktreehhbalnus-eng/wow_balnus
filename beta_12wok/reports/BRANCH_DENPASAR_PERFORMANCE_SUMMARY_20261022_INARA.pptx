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2.835,5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-39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210   Δ -33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216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5.724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337 (40,9%)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 / 378 (46,8%)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69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81 (56,8%)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 / 164 (40,9%)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 / 185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104 (33,7%)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112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1.618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337 (6,8%)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 / 378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69 (8,7%)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81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164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185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-17,8%
PS: 177 | MoM -15,7%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42,1% | MoM -21,1%
  PS: 138 | Active 40,9% | MoM -19,3%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-33,3%, Gap -1
• Grapari Jimbaran: PS -41,2%, Gap -7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-54,8%, Gap -17
• Grapari Singaraja: PS -25,0%, Gap -1
• Grapari Tabanan: PS -50,0%, Gap -3
• Grapari Ubud: PS -9,1%,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-239 (-31,0%), PS -252 (-37,1%)
• Bali Tengah: RE -183 (-14,3%), PS -170 (-15,6%)
• Bali Timur: RE -104 (-24,2%), PS -57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-7 (-5,3%), PS -7 (-7,1%)
• Bali Timur: RE 4 (+9,8%), PS -4 (-13,8%)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-10 (-22,7%), PS -1 (-4,0%)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SPPAW71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93.89% | MoM -0.34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-4.03 pp | Rp-2.27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93.06% | MoM -0.18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Rp52.60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Rp52.65 M | MoM -0.1%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Rp10.25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Rp-587.0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Rp29.67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Rp-505.8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94.69%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93.06% / -2.61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94.85% / +1.24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96.72%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87.65% / +0.65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87.13% / +1.27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86.70% / +0.45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91.39% / +0.53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83.69% / -0.94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82.91% / -1.36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83.00% / -0.80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86.83% / -0.71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88.26% / -0.98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87.05% / -1.31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88.49% / -0.62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88.90% / -1.67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90.19%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88.81% / -1.42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90.53% / +0.00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90.82% / -0.90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95.29%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94.42% / -0.39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95.74%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94.95% / -0.32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441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M-1 428 | MoM +3.0%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-90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 / +7.8%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 / 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 / +114.3%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361 / -0.6%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 / -15.0%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241 / 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69 / -11.5%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55,003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25,708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73.7%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83.1%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73.7%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