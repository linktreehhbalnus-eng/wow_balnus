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2.835,5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1.546,3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-39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210   Δ -33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216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5.724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5.724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138 / 337 (40,9%)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-19,3% | Turun 105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177 / 378 (46,8%)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-15,7%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69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81 (56,8%)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 / 164 (40,9%)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-23,9% | Turun 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88 / 185 (47,6%)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-19,3% | Turun 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104 (33,7%)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112 (38,4%)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1.618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 / 337 (6,8%)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-25,8% | Turun 105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45 / 378 (11,9%)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69 (8,7%)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81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-38,9%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164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 | Turun 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185 (13,5%)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104 (5,8%)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112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180 | MoM -17,8%
PS: 177 | MoM -15,7%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142 | Active 42,1% | MoM -21,1%
  PS: 138 | Active 40,9% | MoM -19,3%
• Greenfield
  RE: 18 | Active 90,0% | MoM -5,3%
  PS: 19 | Active 95,0%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-33,3%, Gap -1
• Grapari Jimbaran: PS -41,2%, Gap -7
• Grapari Kuta: PS +16,7%, Gap 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-54,8%, Gap -17
• Grapari Singaraja: PS -25,0%, Gap -1
• Grapari Tabanan: PS -50,0%, Gap -3
• Grapari Ubud: PS -9,1%,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-239 (-31,0%), PS -252 (-37,1%)
• Bali Tengah: RE -183 (-14,3%), PS -170 (-15,6%)
• Bali Timur: RE -104 (-24,2%), PS -57 (-17,4%)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-7 (-5,3%), PS -7 (-7,1%)
• Bali Timur: RE 4 (+9,8%), PS -4 (-13,8%)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-10 (-22,7%), PS -1 (-4,0%)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(-40,0%), PS -3 (-60,0%)
• Bali Timur: RE -1 (-16,7%), PS -3 (-60,0%)
• Bali Barat: RE 0 (0,0%),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WIRDANINGSIH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SPPAW71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putra setia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ADI3356661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RIKA ERVANI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NIM2699062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ALYA BAYU KRISNINDIA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ALY8300198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89.04%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91.27% | MoM -2.23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-8.54 pp | Rp-4.80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88.20%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90.40% | MoM -2.19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Rp50.07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Rp51.18 M | MoM -2.2%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Rp50.07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87.28%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85.94%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Rp9.69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-10.30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Rp-1.14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89.82%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Rp28.39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88.66%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Rp11.99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-8.92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90.01% / -2.19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85.75% / -5.84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90.96% / -0.48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93.54% / -2.24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81.23% / -2.55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78.52% / -2.32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80.97% / -2.34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85.56% / -3.41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76.22% / -4.92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74.99% / -5.88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75.86% / -4.56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78.89% / -4.72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81.35% / -4.51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79.73% / -5.02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81.87% / -4.05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81.61% / -5.30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83.06% / -4.27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81.31% / -5.14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84.01% / -3.42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82.60% / -5.44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91.66% / -1.54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90.56% / -1.63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92.57% / -1.30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90.47% / -1.99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M-1 388 | MoM +8.0%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-112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-64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67 / +17.5%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 / +9.8%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14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341 / +3.3%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47 / -11.3%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228 / +10.1%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66 / -5.7%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22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50,607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62.7%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30,104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76.1%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69.2%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74.3%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71.5%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67.0%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84.7%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67.6%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89.6%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77.1%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68.6%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58.8%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55.8%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57.9%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71.4%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67.5%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65.8%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54.0%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50.2%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52.4%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64.5%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57.0%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49.4%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55.1%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47.1%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47.5%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58.7%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