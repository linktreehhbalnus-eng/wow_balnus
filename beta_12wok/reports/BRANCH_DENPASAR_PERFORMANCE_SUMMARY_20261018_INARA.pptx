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59.0</c:v>
                </c:pt>
                <c:pt idx="1">
                  <c:v>59.0</c:v>
                </c:pt>
                <c:pt idx="2">
                  <c:v>50.0</c:v>
                </c:pt>
                <c:pt idx="3">
                  <c:v>46.0</c:v>
                </c:pt>
                <c:pt idx="4">
                  <c:v>57.0</c:v>
                </c:pt>
                <c:pt idx="5">
                  <c:v>52.0</c:v>
                </c:pt>
                <c:pt idx="6">
                  <c:v>50.0</c:v>
                </c:pt>
                <c:pt idx="7">
                  <c:v>62.0</c:v>
                </c:pt>
                <c:pt idx="8">
                  <c:v>40.0</c:v>
                </c:pt>
                <c:pt idx="9">
                  <c:v>45.0</c:v>
                </c:pt>
                <c:pt idx="10">
                  <c:v>35.0</c:v>
                </c:pt>
                <c:pt idx="11">
                  <c:v>55.0</c:v>
                </c:pt>
                <c:pt idx="12">
                  <c:v>44.0</c:v>
                </c:pt>
                <c:pt idx="13">
                  <c:v>38.0</c:v>
                </c:pt>
                <c:pt idx="14">
                  <c:v>41.0</c:v>
                </c:pt>
                <c:pt idx="15">
                  <c:v>43.0</c:v>
                </c:pt>
                <c:pt idx="16">
                  <c:v>35.0</c:v>
                </c:pt>
                <c:pt idx="17">
                  <c:v>43.0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15.0</c:v>
                </c:pt>
                <c:pt idx="1">
                  <c:v>16.0</c:v>
                </c:pt>
                <c:pt idx="2">
                  <c:v>13.0</c:v>
                </c:pt>
                <c:pt idx="3">
                  <c:v>14.0</c:v>
                </c:pt>
                <c:pt idx="4">
                  <c:v>15.0</c:v>
                </c:pt>
                <c:pt idx="5">
                  <c:v>15.0</c:v>
                </c:pt>
                <c:pt idx="6">
                  <c:v>13.0</c:v>
                </c:pt>
                <c:pt idx="7">
                  <c:v>18.0</c:v>
                </c:pt>
                <c:pt idx="8">
                  <c:v>13.0</c:v>
                </c:pt>
                <c:pt idx="9">
                  <c:v>17.0</c:v>
                </c:pt>
                <c:pt idx="10">
                  <c:v>10.0</c:v>
                </c:pt>
                <c:pt idx="11">
                  <c:v>11.0</c:v>
                </c:pt>
                <c:pt idx="12">
                  <c:v>13.0</c:v>
                </c:pt>
                <c:pt idx="13">
                  <c:v>11.0</c:v>
                </c:pt>
                <c:pt idx="14">
                  <c:v>12.0</c:v>
                </c:pt>
                <c:pt idx="15">
                  <c:v>10.0</c:v>
                </c:pt>
                <c:pt idx="16">
                  <c:v>11.0</c:v>
                </c:pt>
                <c:pt idx="17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34.0</c:v>
                </c:pt>
                <c:pt idx="1">
                  <c:v>34.0</c:v>
                </c:pt>
                <c:pt idx="2">
                  <c:v>31.0</c:v>
                </c:pt>
                <c:pt idx="3">
                  <c:v>22.0</c:v>
                </c:pt>
                <c:pt idx="4">
                  <c:v>33.0</c:v>
                </c:pt>
                <c:pt idx="5">
                  <c:v>25.0</c:v>
                </c:pt>
                <c:pt idx="6">
                  <c:v>32.0</c:v>
                </c:pt>
                <c:pt idx="7">
                  <c:v>34.0</c:v>
                </c:pt>
                <c:pt idx="8">
                  <c:v>19.0</c:v>
                </c:pt>
                <c:pt idx="9">
                  <c:v>24.0</c:v>
                </c:pt>
                <c:pt idx="10">
                  <c:v>18.0</c:v>
                </c:pt>
                <c:pt idx="11">
                  <c:v>31.0</c:v>
                </c:pt>
                <c:pt idx="12">
                  <c:v>22.0</c:v>
                </c:pt>
                <c:pt idx="13">
                  <c:v>17.0</c:v>
                </c:pt>
                <c:pt idx="14">
                  <c:v>23.0</c:v>
                </c:pt>
                <c:pt idx="15">
                  <c:v>23.0</c:v>
                </c:pt>
                <c:pt idx="16">
                  <c:v>16.0</c:v>
                </c:pt>
                <c:pt idx="17">
                  <c:v>20.0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10.0</c:v>
                </c:pt>
                <c:pt idx="4">
                  <c:v>11.0</c:v>
                </c:pt>
                <c:pt idx="5">
                  <c:v>13.0</c:v>
                </c:pt>
                <c:pt idx="6">
                  <c:v>8.0</c:v>
                </c:pt>
                <c:pt idx="7">
                  <c:v>13.0</c:v>
                </c:pt>
                <c:pt idx="8">
                  <c:v>8.0</c:v>
                </c:pt>
                <c:pt idx="9">
                  <c:v>8.0</c:v>
                </c:pt>
                <c:pt idx="10">
                  <c:v>8.0</c:v>
                </c:pt>
                <c:pt idx="11">
                  <c:v>13.0</c:v>
                </c:pt>
                <c:pt idx="12">
                  <c:v>11.0</c:v>
                </c:pt>
                <c:pt idx="13">
                  <c:v>10.0</c:v>
                </c:pt>
                <c:pt idx="14">
                  <c:v>7.0</c:v>
                </c:pt>
                <c:pt idx="15">
                  <c:v>10.0</c:v>
                </c:pt>
                <c:pt idx="16">
                  <c:v>8.0</c:v>
                </c:pt>
                <c:pt idx="17">
                  <c:v>10.0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1.0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53.0</c:v>
                </c:pt>
                <c:pt idx="1">
                  <c:v>53.0</c:v>
                </c:pt>
                <c:pt idx="2">
                  <c:v>57.0</c:v>
                </c:pt>
                <c:pt idx="3">
                  <c:v>41.0</c:v>
                </c:pt>
                <c:pt idx="4">
                  <c:v>42.0</c:v>
                </c:pt>
                <c:pt idx="5">
                  <c:v>45.0</c:v>
                </c:pt>
                <c:pt idx="6">
                  <c:v>57.0</c:v>
                </c:pt>
                <c:pt idx="7">
                  <c:v>56.0</c:v>
                </c:pt>
                <c:pt idx="8">
                  <c:v>43.0</c:v>
                </c:pt>
                <c:pt idx="9">
                  <c:v>41.0</c:v>
                </c:pt>
                <c:pt idx="10">
                  <c:v>32.0</c:v>
                </c:pt>
                <c:pt idx="11">
                  <c:v>42.0</c:v>
                </c:pt>
                <c:pt idx="12">
                  <c:v>43.0</c:v>
                </c:pt>
                <c:pt idx="13">
                  <c:v>34.0</c:v>
                </c:pt>
                <c:pt idx="14">
                  <c:v>31.0</c:v>
                </c:pt>
                <c:pt idx="15">
                  <c:v>40.0</c:v>
                </c:pt>
                <c:pt idx="16">
                  <c:v>43.0</c:v>
                </c:pt>
                <c:pt idx="17">
                  <c:v>35.0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11.0</c:v>
                </c:pt>
                <c:pt idx="1">
                  <c:v>15.0</c:v>
                </c:pt>
                <c:pt idx="2">
                  <c:v>13.0</c:v>
                </c:pt>
                <c:pt idx="3">
                  <c:v>9.0</c:v>
                </c:pt>
                <c:pt idx="4">
                  <c:v>11.0</c:v>
                </c:pt>
                <c:pt idx="5">
                  <c:v>8.0</c:v>
                </c:pt>
                <c:pt idx="6">
                  <c:v>19.0</c:v>
                </c:pt>
                <c:pt idx="7">
                  <c:v>15.0</c:v>
                </c:pt>
                <c:pt idx="8">
                  <c:v>11.0</c:v>
                </c:pt>
                <c:pt idx="9">
                  <c:v>14.0</c:v>
                </c:pt>
                <c:pt idx="10">
                  <c:v>12.0</c:v>
                </c:pt>
                <c:pt idx="11">
                  <c:v>11.0</c:v>
                </c:pt>
                <c:pt idx="12">
                  <c:v>12.0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15.0</c:v>
                </c:pt>
                <c:pt idx="17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31.0</c:v>
                </c:pt>
                <c:pt idx="1">
                  <c:v>30.0</c:v>
                </c:pt>
                <c:pt idx="2">
                  <c:v>36.0</c:v>
                </c:pt>
                <c:pt idx="3">
                  <c:v>26.0</c:v>
                </c:pt>
                <c:pt idx="4">
                  <c:v>23.0</c:v>
                </c:pt>
                <c:pt idx="5">
                  <c:v>31.0</c:v>
                </c:pt>
                <c:pt idx="6">
                  <c:v>30.0</c:v>
                </c:pt>
                <c:pt idx="7">
                  <c:v>28.0</c:v>
                </c:pt>
                <c:pt idx="8">
                  <c:v>23.0</c:v>
                </c:pt>
                <c:pt idx="9">
                  <c:v>15.0</c:v>
                </c:pt>
                <c:pt idx="10">
                  <c:v>19.0</c:v>
                </c:pt>
                <c:pt idx="11">
                  <c:v>24.0</c:v>
                </c:pt>
                <c:pt idx="12">
                  <c:v>23.0</c:v>
                </c:pt>
                <c:pt idx="13">
                  <c:v>22.0</c:v>
                </c:pt>
                <c:pt idx="14">
                  <c:v>16.0</c:v>
                </c:pt>
                <c:pt idx="15">
                  <c:v>26.0</c:v>
                </c:pt>
                <c:pt idx="16">
                  <c:v>21.0</c:v>
                </c:pt>
                <c:pt idx="17">
                  <c:v>19.0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6.0</c:v>
                </c:pt>
                <c:pt idx="4">
                  <c:v>12.0</c:v>
                </c:pt>
                <c:pt idx="5">
                  <c:v>7.0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3.0</c:v>
                </c:pt>
                <c:pt idx="11">
                  <c:v>8.0</c:v>
                </c:pt>
                <c:pt idx="12">
                  <c:v>8.0</c:v>
                </c:pt>
                <c:pt idx="13">
                  <c:v>6.0</c:v>
                </c:pt>
                <c:pt idx="14">
                  <c:v>7.0</c:v>
                </c:pt>
                <c:pt idx="15">
                  <c:v>7.0</c:v>
                </c:pt>
                <c:pt idx="16">
                  <c:v>7.0</c:v>
                </c:pt>
                <c:pt idx="17">
                  <c:v>7.0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1.0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3.273,5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4.174,0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2.686,0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1.771,3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1.440,4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378  (+7,7%)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-18,5%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205   Δ -38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194   Δ -26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200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4.732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4.732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2.691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 / 20 (85,0%)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-10,5%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131 / 337 (38,9%)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-15,5% | Turun 102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168 / 378 (44,4%)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-13,4% | Turun 127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6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34 / 69 (49,3%)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-8,1%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 / 81 (53,1%)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-8,5% | Turun 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65 / 164 (39,6%)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-17,7% | Turun 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86 / 185 (46,5%)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-14,0% | Turun 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32 / 104 (30,8%)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-17,9%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 / 112 (34,8%)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-17,0%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576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401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1.298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 / 337 (4,5%)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-34,8% | Turun 102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35 / 378 (9,3%)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-25,5% | Turun 127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69 (4,3%)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-70,0%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81 (9,9%)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-46,7% | Turun 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9 (22,2%)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164 (3,7%)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 / 185 (9,7%)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104 (5,8%)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112 (8,0%)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335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355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55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55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55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55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55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55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55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55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55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47457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0383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53035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2.074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50383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53035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7.087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15.558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3.293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301,8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167 | MoM -18,5%
PS: 168 | MoM -13,4%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131 | Active 38,9% | MoM -21,1%
  PS: 131 | Active 38,9% | MoM -15,5%
• Greenfield
  RE: 16 | Active 80,0% | MoM -15,8%
  PS: 17 | Active 85,0% | MoM -10,5%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N/A, Gap 1
• Grapari Jimbaran: PS +50,0%, Gap 1
• Grapari Kuta: PS +50,0%, Gap 1
• Grapari Negara: PS +100,0%, Gap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+40,0%, Gap 2
• Grapari Singaraja: PS 0,0%, Gap 0
• Grapari Tabanan: PS -50,0%, Gap -1
• Grapari Ubud: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-236 (-36,5%), PS -230 (-41,1%)
• Bali Tengah: RE -174 (-16,1%), PS -167 (-18,2%)
• Bali Timur: RE -80 (-22,9%), PS -46 (-17,4%)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-10 (-8,8%), PS -9 (-11,0%)
• Bali Timur: RE 3 (+9,1%), PS -4 (-16,0%)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-2 (-40,0%), PS -3 (-60,0%)
• Bali Timur: RE -2 (-33,3%), PS -2 (-50,0%)
• Bali Barat: RE 0 (0,0%),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389,2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309,9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232,3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ANIS MARIATUL KIPTIAN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SPSNS18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AMMAR DANI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SPARH69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Gede staria utama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GED6635775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Istri Agung Ari Damayanti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ANA8921119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ANIS MARIATUL KIPTIAN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SPSNS18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AYU MADE SUDIASIH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SPIDG59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Bangbang Ilyasa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BAN6163630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 GEDE FAJAR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SPIAR40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Kristiana Liva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KRI7143228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Haryono Christanto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HAR5856220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KAD9086567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RIK2794671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Haryono Christanto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HAR5856220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KAD9086567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 NINGRUM FATMALA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SPRNF95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ERN1828689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NGURAH PT WIDIYADANA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SPXWDY77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10/17/2026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49.22%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49.50% | MoM -0.28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97.58%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-48.36 pp | Rp-27.19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49.02%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49.28% | MoM -0.25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Rp27.68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Rp27.76 M | MoM -0.3%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Rp56.23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49.22%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49.02%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Rp27.68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-48.36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Rp-27.19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45.05%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43.83%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Rp5.00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-52.53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Rp-5.83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52.27%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52.61%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Rp16.52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-45.31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Rp-14.32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45.54%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44.99%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Rp6.16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-52.04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Rp-7.03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65.21% / -3.77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51.85% / -10.00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69.31% / -1.39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72.63% / -0.67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48.99% / -0.27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43.31% / +0.80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50.03% / -0.29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53.01% / -1.20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42.30% / -0.92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37.97% / -2.09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43.55% / +0.19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43.80% / -2.75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43.09% / +0.60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40.81% / +0.86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44.30% / +0.78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42.07% / -0.21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41.05% / -0.40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38.95% / -0.36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43.29% / +0.29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37.81% / -2.15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51.35% / -0.25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47.22% / -0.90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54.84% / +0.12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46.62% / -0.60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323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M-1 353 | MoM -8.5%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-208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-208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-40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-121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2514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52 / -1.9%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 / -44.4%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37 / -2.6%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10 / +66.7%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261 / -12.7%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36 / -32.1%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180 / -2.7%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45 / -26.2%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80,711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23,155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28.7%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57,556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37.6%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35.6%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30.7%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30.6%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46.8%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895 / 39.9%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875 / 32.3%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767 / 32.3%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922 / 26.8%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821 / 27.3%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1,638 / 63.1%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1,853 / 48.8%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1,865 / 39.0%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1,693 / 36.7%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1,878 / 32.6%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1,896 / 30.0%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510 / 61.2%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558 / 49.6%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614 / 40.7%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528 / 37.1%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598 / 30.6%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608 / 36.8%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30.4%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29.4%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28.1%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24.3%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765 / 34.1%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666 / 26.0%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742 / 29.0%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855 / 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27.3%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869 / 20.9%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1,929 / 32.1%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1,632 / 31.9%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1,801 / 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1,942 / 28.9%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1,719 / 27.2%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2,235 / 24.4%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33.8%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664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29.6%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553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28.6%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23.7%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23.4%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756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868 / 25.6%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1,014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1,044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1,011 / 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961 / 21.8%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1,817 / 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1,975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2,246 / 24.9%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1,895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2,049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1,871 / 23.5%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561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651 / 26.3%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673 / 25.6%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712 / 25.6%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648 / 25.8%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22.1%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871 / 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1,062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970 / 17.8%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794 / 18.3%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822 / 18.0%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1,879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1,842 / 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2,058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1,848 / 24.5%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1,682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1,806 / 23.8%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653 / 27.7%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660 / 24.7%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632 / 26.3%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22.4%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