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2.686,0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205   Δ -38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194   Δ -26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200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4.732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2.691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131 / 306 (42,8%)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-15,5% | Turun 102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168 / 347 (48,4%)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-13,4% | Turun 127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 / 68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80 (53,8%)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 / 164 (39,6%)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-17,7%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 / 185 (46,5%)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74 (43,2%)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82 (47,6%)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 / 306 (4,9%)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-34,8% | Turun 102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 / 347 (10,1%)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-25,5% | Turun 127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164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185 (9,7%)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74 (8,1%)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82 (11,0%)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3355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55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47457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0383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53035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50383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53035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167 | MoM -18,5%
PS: 168 | MoM -13,4%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131 | Active 42,8% | MoM -21,1%
  PS: 131 | Active 42,8% | MoM -15,5%
• Greenfield
  RE: 16 | Active 80,0% | MoM -15,8%
  PS: 17 | Active 85,0% | MoM -10,5%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+50,0%, Gap 1
• Grapari Kuta: PS +50,0%, Gap 1
• Grapari Negara: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+40,0%, Gap 2
• Grapari Singaraja: PS 0,0%, Gap 0
• Grapari Tabanan: PS -50,0%, Gap -1
• Grapari Ubud: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-236 (-36,5%), PS -230 (-41,1%)
• Bali Tengah: RE -174 (-16,1%), PS -167 (-18,2%)
• Bali Timur: RE -80 (-22,9%), PS -46 (-17,4%)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-10 (-8,8%), PS -9 (-11,0%)
• Bali Timur: RE 3 (+9,1%), PS -4 (-16,0%)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(-40,0%), PS -3 (-60,0%)
• Bali Timur: RE -2 (-33,3%), PS -2 (-50,0%)
• Bali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389,2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staria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GED6635775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AYU MADE SUDIASIH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SPIDG59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Renny anggraeni supriatna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REN6173597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49.22%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49.50% | MoM -0.28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-48.36 pp | Rp-27.19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49.02%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49.28% | MoM -0.25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Rp27.68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Rp27.76 M | MoM -0.3%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49.22%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49.02%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Rp27.68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-48.36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Rp-27.19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45.05%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Rp5.00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-52.53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Rp-5.83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52.61%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Rp16.52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-45.31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Rp-14.32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45.54%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44.99%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Rp6.16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Rp-7.03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65.21% / -3.77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51.85% / -10.00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69.31% / -1.39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72.63% / -0.67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48.99% / 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43.31% / +0.80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50.03% / -0.29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53.01% / -1.20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42.30% / -0.92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37.97% / -2.09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43.55% / +0.19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43.80% / -2.75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43.09% / +0.60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40.81% / +0.86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44.30% / +0.78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42.07% / -0.21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41.05% / -0.40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38.95% / -0.36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43.29% / +0.29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37.81% / -2.15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51.35% / 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47.22% / -0.90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54.84% / +0.12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46.62% / -0.60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323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M-1 353 | MoM -8.5%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-121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52 / -1.9%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-44.4%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 / -2.6%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10 / +66.7%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261 / -12.7%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 / -32.1%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180 / -2.7%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45 / -26.2%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