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-38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194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4.732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2.691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168 / 378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127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69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81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164 (39,6%)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185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104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112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-34,8%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-25,5% | Turun 127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164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185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7457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0383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53035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50383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53035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167 | MoM -18,5%
PS: 168 | MoM -13,4%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131 | Active 38,9% | MoM -21,1%
  PS: 131 | Active 38,9% | MoM -15,5%
• Greenfield
  RE: 16 | Active 80,0% | MoM -15,8%
  PS: 17 | Active 85,0% | MoM -10,5%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+50,0%, Gap 1
• Grapari Kuta: PS +50,0%, Gap 1
• Grapari Negara: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+40,0%, Gap 2
• Grapari Singaraja: PS 0,0%, Gap 0
• Grapari Tabanan: PS -50,0%, Gap -1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-236 (-36,5%), PS -230 (-41,1%)
• Bali Tengah: RE -174 (-16,1%), PS -167 (-18,2%)
• Bali Timur: RE -80 (-22,9%), PS -46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-10 (-8,8%), PS -9 (-11,0%)
• Bali Timur: RE 3 (+9,1%), PS -4 (-16,0%)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SPIDG59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52.44%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53.16% | MoM -0.71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-45.14 pp | Rp-25.38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52.22%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52.88% | MoM -0.66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Rp29.49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Rp29.81 M | MoM -1.1%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52.44%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Rp29.49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48.21%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Rp5.35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Rp-5.48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Rp17.52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48.94%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48.38%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-48.64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67.95% / -3.56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55.29% / -9.23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71.90% / -1.45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74.75% / -0.43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52.00%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46.44% / +0.66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52.96% / +0.04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56.13% / -1.08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44.96% / -0.87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40.61% / -2.33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46.06% / +0.25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46.90% / -2.35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46.30% / +0.75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44.21%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47.39% / +0.99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45.39%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44.11% / 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41.84% / -0.70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46.34% / +0.20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41.07% / -2.02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54.64% / -0.85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50.44% / -1.51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58.08% / -0.48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50.06% / 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323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M-1 353 | MoM -8.5%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52 / -1.9%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 / -2.6%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10 / +66.7%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261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 / -32.1%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180 / 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 / -26.2%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