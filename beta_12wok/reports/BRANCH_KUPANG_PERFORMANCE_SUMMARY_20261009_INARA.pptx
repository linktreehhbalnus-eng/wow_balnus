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  <c:pt idx="8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  <c:pt idx="8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  <c:pt idx="8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1.141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143 (51,0%)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-8,8%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83 / 156 (53,2%)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57 (64,9%)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64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56 (46,4%)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60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30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32 (34,4%)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156 (1,3%)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57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64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32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93 | MoM +5,7%
PS: 83 | MoM -4,6%
• Junior
  RE: 82 | Active 57,3% | MoM +6,5%
  PS: 73 | Active 51,0% | MoM -6,4%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6 | Active 66,7% | MoM +20,0%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-100,0%, Gap -1
• Grapari Kefamenanu: PS -33,3%, Gap -1
• Grapari Kupang: PS -25,0%,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+300,0%,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-17 (-20,5%), PS -25 (-34,7%)
• Malaka Timtim Belu: RE -15 (-13,6%), PS -15 (-17,6%)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