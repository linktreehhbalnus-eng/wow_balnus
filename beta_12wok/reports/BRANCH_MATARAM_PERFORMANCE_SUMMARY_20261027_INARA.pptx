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  <c:pt idx="21">
                  <c:v>60.0</c:v>
                </c:pt>
                <c:pt idx="22">
                  <c:v>39.0</c:v>
                </c:pt>
                <c:pt idx="23">
                  <c:v>45.0</c:v>
                </c:pt>
                <c:pt idx="24">
                  <c:v>31.0</c:v>
                </c:pt>
                <c:pt idx="25">
                  <c:v>51.0</c:v>
                </c:pt>
                <c:pt idx="26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  <c:pt idx="21">
                  <c:v>37.0</c:v>
                </c:pt>
                <c:pt idx="22">
                  <c:v>22.0</c:v>
                </c:pt>
                <c:pt idx="23">
                  <c:v>28.0</c:v>
                </c:pt>
                <c:pt idx="24">
                  <c:v>15.0</c:v>
                </c:pt>
                <c:pt idx="25">
                  <c:v>30.0</c:v>
                </c:pt>
                <c:pt idx="26">
                  <c:v>27.0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  <c:pt idx="21">
                  <c:v>12.0</c:v>
                </c:pt>
                <c:pt idx="22">
                  <c:v>5.0</c:v>
                </c:pt>
                <c:pt idx="23">
                  <c:v>8.0</c:v>
                </c:pt>
                <c:pt idx="24">
                  <c:v>6.0</c:v>
                </c:pt>
                <c:pt idx="25">
                  <c:v>9.0</c:v>
                </c:pt>
                <c:pt idx="26">
                  <c:v>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  <c:pt idx="21">
                  <c:v>11.0</c:v>
                </c:pt>
                <c:pt idx="22">
                  <c:v>12.0</c:v>
                </c:pt>
                <c:pt idx="23">
                  <c:v>9.0</c:v>
                </c:pt>
                <c:pt idx="24">
                  <c:v>10.0</c:v>
                </c:pt>
                <c:pt idx="25">
                  <c:v>12.0</c:v>
                </c:pt>
                <c:pt idx="26">
                  <c:v>16.0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  <c:pt idx="21">
                  <c:v>59.0</c:v>
                </c:pt>
                <c:pt idx="22">
                  <c:v>37.0</c:v>
                </c:pt>
                <c:pt idx="23">
                  <c:v>36.0</c:v>
                </c:pt>
                <c:pt idx="24">
                  <c:v>30.0</c:v>
                </c:pt>
                <c:pt idx="25">
                  <c:v>44.0</c:v>
                </c:pt>
                <c:pt idx="26">
                  <c:v>40.0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  <c:pt idx="21">
                  <c:v>33.0</c:v>
                </c:pt>
                <c:pt idx="22">
                  <c:v>22.0</c:v>
                </c:pt>
                <c:pt idx="23">
                  <c:v>20.0</c:v>
                </c:pt>
                <c:pt idx="24">
                  <c:v>21.0</c:v>
                </c:pt>
                <c:pt idx="25">
                  <c:v>25.0</c:v>
                </c:pt>
                <c:pt idx="26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  <c:pt idx="21">
                  <c:v>11.0</c:v>
                </c:pt>
                <c:pt idx="22">
                  <c:v>6.0</c:v>
                </c:pt>
                <c:pt idx="23">
                  <c:v>5.0</c:v>
                </c:pt>
                <c:pt idx="24">
                  <c:v>1.0</c:v>
                </c:pt>
                <c:pt idx="25">
                  <c:v>11.0</c:v>
                </c:pt>
                <c:pt idx="26">
                  <c:v>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15.0</c:v>
                </c:pt>
                <c:pt idx="22">
                  <c:v>9.0</c:v>
                </c:pt>
                <c:pt idx="23">
                  <c:v>11.0</c:v>
                </c:pt>
                <c:pt idx="24">
                  <c:v>8.0</c:v>
                </c:pt>
                <c:pt idx="25">
                  <c:v>8.0</c:v>
                </c:pt>
                <c:pt idx="26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195   Δ -16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-17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193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4.663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2.063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149 / 227 (65,6%)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172 / 253 (68,0%)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-9,5% | Turun 108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85 / 129 (65,9%)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 | Turun 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98 / 145 (67,6%)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 | Turun 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37 (62,2%)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40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61 (67,2%)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68 (70,6%)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1.120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1.463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 / 227 (18,5%)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+23,5% | Turun 89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 / 253 (22,1%)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+12,0% | Turun 108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129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+13,6% | Turun 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145 (22,8%)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 | Turun 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37 (18,9%)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40 (22,5%)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61 (16,4%)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68 (20,6%)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1.508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736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179 | MoM -8,2%
PS: 172 | MoM -9,0%
• Performer
  RE: 1 | Active 100,0% | MoM 0,0%
  PS: 1 | Active 100,0% | MoM 0,0%
• Junior
  RE: 156 | Active 68,7% | MoM -7,7%
  PS: 149 | Active 65,6% | MoM -9,1%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-18,8%
  PS: 13 | Active 81,2% | MoM -13,3%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-28,2%, Gap -11
• Grapari Dompu: PS +50,0%, Gap 5
• Grapari Lombok Timur: PS +100,0%, Gap 2
• Grapari Lombok Utara: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+100,0%, Gap 2
• Grapari Mataram: PS -34,1%, Gap -15
• Grapari Sumbawa: PS -60,0%, Gap -6
• Grapari Taliwang: PS -11,1%,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-119 (-10,2%), PS -79 (-8,5%)
• Sumbawa Barat: RE -47 (-14,5%), PS -11 (-5,0%)
• Sumbawa Timur: RE -17 (-3,1%), PS -8 (-1,9%)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-10 (-22,2%), PS -10 (-38,5%)
• Sumbawa Barat: RE -12 (-44,4%), PS -9 (-60,0%)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1 (+5,6%), PS -7 (-53,8%)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(-60,0%), PS -2 (-66,7%)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ARINDA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SPARIND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AGUS IKHSAN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MAG7168129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94.37%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94.67% | MoM -0.30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-3.08 pp | Rp-774.6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93.89%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93.99% | MoM -0.10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Rp23.71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Rp23.41 M | MoM +1.3%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94.37%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Rp23.71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Rp-774.6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95.03%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Rp-332.8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93.60%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Rp-183.3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93.04%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Rp6.19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-3.90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Rp-258.5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96.51% / +0.14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97.43% / +0.54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97.93% / +3.28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94.10% / -1.96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91.87% / -0.92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92.87% / -0.94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89.65% / -0.19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90.91% / -2.07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90.82% / +0.33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91.08% / -0.01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89.70% / -1.72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91.08% / +2.02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91.74% / +0.00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92.71% / +0.59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89.59% / -2.52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91.55% / +0.57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92.69% / +0.10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93.72% / +0.21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92.43% / -0.58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91.15% / +0.37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95.56% / -0.43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95.98% / -0.41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94.95% / -0.62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95.06% / -0.30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88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96 | MoM -8.3%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21 / -8.7%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 / -25.0%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+33.3%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66 / -9.6%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60 / -3.2%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28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33,676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74.0%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11,855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82.4%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98.7%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93.9%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90.2%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82.5%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89.4%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83.6%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96.9%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81.6%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72.8%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71.8%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74.6%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76.1%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73.5%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61.4%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71.5%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64.6%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61.9%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54.9%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71.7%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64.7%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55.3%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69.8%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50.0%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63.2%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56.9%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49.2%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