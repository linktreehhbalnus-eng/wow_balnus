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4.663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227 (65,6%)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172 / 253 (68,0%)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129 (65,9%)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 / 145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61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68 (70,6%)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 / 227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253 (22,1%)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145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37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40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61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179 | MoM -8,2%
PS: 172 | MoM -9,0%
• Performer
  RE: 1 | Active 100,0% | MoM 0,0%
  PS: 1 | Active 100,0% | MoM 0,0%
• Junior
  RE: 156 | Active 68,7% | MoM -7,7%
  PS: 149 | Active 65,6% | MoM -9,1%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-28,2%, Gap -11
• Grapari Dompu: PS +50,0%, Gap 5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+100,0%, Gap 2
• Grapari Mataram: PS -34,1%, Gap -15
• Grapari Sumbawa: PS -60,0%, Gap -6
• Grapari Taliwang: PS -11,1%,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-119 (-10,2%), PS -79 (-8,5%)
• Sumbawa Barat: RE -47 (-14,5%), PS -11 (-5,0%)
• Sumbawa Timur: RE -17 (-3,1%), PS -8 (-1,9%)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-10 (-22,2%), PS -10 (-38,5%)
• Sumbawa Barat: RE -12 (-44,4%), PS -9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(+5,6%),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94.67%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-3.08 pp | Rp-774.6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93.99% | MoM -0.10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Rp23.71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Rp23.41 M | MoM +1.3%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97.43%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97.93% / +3.28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94.10% / -1.96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89.65%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90.91%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91.08%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89.70% / -1.72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91.08% / +2.02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92.71% / +0.59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89.59% / -2.52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91.55% / +0.57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93.72%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92.43%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91.15% / 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95.98% / -0.41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94.95% / -0.62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95.06% / -0.30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96 | MoM -8.3%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 / -3.2%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33,276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12,255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80.6%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73.6%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62.3%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54.7%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