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48.0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  <c:pt idx="4">
                  <c:v>43.0</c:v>
                </c:pt>
                <c:pt idx="5">
                  <c:v>48.0</c:v>
                </c:pt>
                <c:pt idx="6">
                  <c:v>50.0</c:v>
                </c:pt>
                <c:pt idx="7">
                  <c:v>42.0</c:v>
                </c:pt>
                <c:pt idx="8">
                  <c:v>39.0</c:v>
                </c:pt>
                <c:pt idx="9">
                  <c:v>47.0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25.0</c:v>
                </c:pt>
                <c:pt idx="1">
                  <c:v>30.0</c:v>
                </c:pt>
                <c:pt idx="2">
                  <c:v>20.0</c:v>
                </c:pt>
                <c:pt idx="3">
                  <c:v>14.0</c:v>
                </c:pt>
                <c:pt idx="4">
                  <c:v>25.0</c:v>
                </c:pt>
                <c:pt idx="5">
                  <c:v>25.0</c:v>
                </c:pt>
                <c:pt idx="6">
                  <c:v>23.0</c:v>
                </c:pt>
                <c:pt idx="7">
                  <c:v>19.0</c:v>
                </c:pt>
                <c:pt idx="8">
                  <c:v>21.0</c:v>
                </c:pt>
                <c:pt idx="9">
                  <c:v>30.0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6.0</c:v>
                </c:pt>
                <c:pt idx="1">
                  <c:v>7.0</c:v>
                </c:pt>
                <c:pt idx="2">
                  <c:v>5.0</c:v>
                </c:pt>
                <c:pt idx="3">
                  <c:v>2.0</c:v>
                </c:pt>
                <c:pt idx="4">
                  <c:v>9.0</c:v>
                </c:pt>
                <c:pt idx="5">
                  <c:v>5.0</c:v>
                </c:pt>
                <c:pt idx="6">
                  <c:v>9.0</c:v>
                </c:pt>
                <c:pt idx="7">
                  <c:v>9.0</c:v>
                </c:pt>
                <c:pt idx="8">
                  <c:v>5.0</c:v>
                </c:pt>
                <c:pt idx="9">
                  <c:v>9.0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17.0</c:v>
                </c:pt>
                <c:pt idx="1">
                  <c:v>17.0</c:v>
                </c:pt>
                <c:pt idx="2">
                  <c:v>15.0</c:v>
                </c:pt>
                <c:pt idx="3">
                  <c:v>12.0</c:v>
                </c:pt>
                <c:pt idx="4">
                  <c:v>9.0</c:v>
                </c:pt>
                <c:pt idx="5">
                  <c:v>17.0</c:v>
                </c:pt>
                <c:pt idx="6">
                  <c:v>18.0</c:v>
                </c:pt>
                <c:pt idx="7">
                  <c:v>14.0</c:v>
                </c:pt>
                <c:pt idx="8">
                  <c:v>13.0</c:v>
                </c:pt>
                <c:pt idx="9">
                  <c:v>8.0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48.0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  <c:pt idx="4">
                  <c:v>42.0</c:v>
                </c:pt>
                <c:pt idx="5">
                  <c:v>27.0</c:v>
                </c:pt>
                <c:pt idx="6">
                  <c:v>55.0</c:v>
                </c:pt>
                <c:pt idx="7">
                  <c:v>41.0</c:v>
                </c:pt>
                <c:pt idx="8">
                  <c:v>35.0</c:v>
                </c:pt>
                <c:pt idx="9">
                  <c:v>34.0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29.0</c:v>
                </c:pt>
                <c:pt idx="1">
                  <c:v>23.0</c:v>
                </c:pt>
                <c:pt idx="2">
                  <c:v>22.0</c:v>
                </c:pt>
                <c:pt idx="3">
                  <c:v>18.0</c:v>
                </c:pt>
                <c:pt idx="4">
                  <c:v>17.0</c:v>
                </c:pt>
                <c:pt idx="5">
                  <c:v>14.0</c:v>
                </c:pt>
                <c:pt idx="6">
                  <c:v>30.0</c:v>
                </c:pt>
                <c:pt idx="7">
                  <c:v>21.0</c:v>
                </c:pt>
                <c:pt idx="8">
                  <c:v>20.0</c:v>
                </c:pt>
                <c:pt idx="9">
                  <c:v>22.0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4.0</c:v>
                </c:pt>
                <c:pt idx="1">
                  <c:v>5.0</c:v>
                </c:pt>
                <c:pt idx="2">
                  <c:v>5.0</c:v>
                </c:pt>
                <c:pt idx="3">
                  <c:v>3.0</c:v>
                </c:pt>
                <c:pt idx="4">
                  <c:v>9.0</c:v>
                </c:pt>
                <c:pt idx="5">
                  <c:v>7.0</c:v>
                </c:pt>
                <c:pt idx="6">
                  <c:v>7.0</c:v>
                </c:pt>
                <c:pt idx="7">
                  <c:v>5.0</c:v>
                </c:pt>
                <c:pt idx="8">
                  <c:v>5.0</c:v>
                </c:pt>
                <c:pt idx="9">
                  <c:v>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15.0</c:v>
                </c:pt>
                <c:pt idx="1">
                  <c:v>19.0</c:v>
                </c:pt>
                <c:pt idx="2">
                  <c:v>9.0</c:v>
                </c:pt>
                <c:pt idx="3">
                  <c:v>9.0</c:v>
                </c:pt>
                <c:pt idx="4">
                  <c:v>16.0</c:v>
                </c:pt>
                <c:pt idx="5">
                  <c:v>6.0</c:v>
                </c:pt>
                <c:pt idx="6">
                  <c:v>18.0</c:v>
                </c:pt>
                <c:pt idx="7">
                  <c:v>15.0</c:v>
                </c:pt>
                <c:pt idx="8">
                  <c:v>10.0</c:v>
                </c:pt>
                <c:pt idx="9">
                  <c:v>7.0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3.019,5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2.242,5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2.449,7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1.845,7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240 → 237  (-1,2%)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158   Δ -17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142   Δ -4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127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2.113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+8,3%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114 / 210 (54,3%)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-4,2% | Turun 66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138 / 237 (58,2%)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-2,8% | Turun 76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11 (72,7%)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62 / 128 (48,4%)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-6,1% | Turun 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76 / 145 (52,4%)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-5,0% | Turun 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 / 35 (51,4%)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-5,3%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 / 38 (55,3%)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-4,5%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 / 47 (72,3%)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 / 54 (75,9%)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+2,5%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373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529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210 (1,9%)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66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10 (40,0%)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237 (3,8%)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76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128 (2,3%)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5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145 (4,1%)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47 (2,1%)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54 (5,6%)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3.079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8.997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565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141 | MoM -10,8%
PS: 138 | MoM -2,8%
• Performer
  RE: 1 | Active 100,0% | MoM 0,0%
  PS: 1 | Active 100,0% | MoM 0,0%
• Junior
  RE: 118 | Active 56,2% | MoM -11,3%
  PS: 114 | Active 54,3% | MoM -4,2%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12 | Active 75,0% | MoM -14,3%
  PS: 13 | Active 81,2% | MoM +8,3%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-55,6%, Gap -10
• Grapari Dompu: PS +60,0%, Gap 3
• Grapari Lombok Timur: PS -100,0%, Gap -1
• Grapari Lombok Utara: PS N/A,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N/A, Gap 3
• Grapari Mataram: PS -62,5%, Gap -15
• Grapari Sumbawa: PS -66,7%, Gap -4
• Grapari Taliwang: PS +600,0%, Gap 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-73 (-17,0%), PS -44 (-13,1%)
• Sumbawa Barat: RE -38 (-28,1%), PS -13 (-15,9%)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-3 (-18,8%), PS -8 (-72,7%)
• Sumbawa Barat: RE -8 (-72,7%), PS -3 (-42,9%)
• Lombok: RE 2 (+8,3%), PS -1 (-5,9%)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-2 (-100,0%),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169,6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Tri widyastuti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TRI8905410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MIT4358873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AGUS IKHSAN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MAG7168129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RINGGA 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LAL3976891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NURJANAH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NUR3882332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BAMBANG WAHYUDDIN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SPGWW15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ISM5793541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Hendra Tauhid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HEN4884963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ERN3856335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Tri widyastuti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TRI8905410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RENI HENDRIANI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SPRNN41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ADY SYAHRIAL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SPRAH83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GALANG RAMADHAN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Hendra Tauhid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HEN4884963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MIT4358873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AGUS IKHSAN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MAG7168129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 MARLINA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 YUNIARTI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SRI1682242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Damarbudi prakoso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DAM2334423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SPMRR82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puri artini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NIL9865359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YUD8751940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 TOPAN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ALI9003519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KETUT PUTRA KARSANA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IKE4509027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FAISAL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FAI3793839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DOD6231157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ANDRIANI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SPSPFIT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ARI2024904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SPMRR82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TAJUDIN NUR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TAJ5596872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puri artini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NIL9865359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 TOPAN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ALI9003519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KETUT PUTRA KARSANA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IKE4509027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DOD6231157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ANDRIANI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SPSPFIT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ARI2024904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RIZAL HAKIKY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SPXHQQ94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Paezal rozi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PAE1462437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MATARAM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28.12%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97.45% | Gap -69.33 pp | M-1 32.56%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44.841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Rp13.74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Rp309.289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Rp4.76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Rp313.758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Rp6.62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Rp298.590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43.94%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-12.42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-4.96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-3.79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26.62%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-2.62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-3.37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-4.86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MATARAM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44 | MoM +13.6%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-48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 / +200.0%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 / -5.0%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 / +3.0%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-60.0%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45,531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11,424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25.1%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34,107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50.1%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34.2%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28.2%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1,148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1,271 / 44.5%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1,126 / 40.6%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1,046 / 41.3%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1,113 / 34.3%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920 / 35.4%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304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37.9%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27.9%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349 / 30.1%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354 / 24.0%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588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580 / 42.2%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533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581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20.7%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28.0%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24.2%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21.9%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681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846 / 33.7%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942 / 33.0%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768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1,017 / 28.5%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22.5%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299 / 20.7%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18.1%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573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656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695 / 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16.5%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12.6%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17.6%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25.2%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1,051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1,086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944 / 25.7%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908 / 23.5%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444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445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439 / 15.3%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14.0%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502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535 / 12.9%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10.3%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17.5%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15.5%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745 / 26.9%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797 / 23.8%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928 / 22.9%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825 / 21.7%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835 / 21.8%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288 / 19.8%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16.9%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419 / 24.3%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507 / 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254 / 15.3%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511 / 10.6%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715 / 10.3%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642 / 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538 / 10.8%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6.4%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