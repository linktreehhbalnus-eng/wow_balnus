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128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145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47 (72,3%)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54 (75,9%)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141 | MoM -10,8%
PS: 138 | MoM -2,8%
• Performer
  RE: 1 | Active 100,0% | MoM 0,0%
  PS: 1 | Active 100,0% | MoM 0,0%
• Junior
  RE: 118 | Active 56,2% | MoM -11,3%
  PS: 114 | Active 54,3% | MoM -4,2%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-73 (-17,0%), PS -44 (-13,1%)
• Sumbawa Barat: RE -38 (-28,1%), PS -13 (-15,9%)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(-18,8%), PS -8 (-72,7%)
• Sumbawa Barat: RE -8 (-72,7%), PS -3 (-42,9%)
• Lombok: RE 2 (+8,3%), PS -1 (-5,9%)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