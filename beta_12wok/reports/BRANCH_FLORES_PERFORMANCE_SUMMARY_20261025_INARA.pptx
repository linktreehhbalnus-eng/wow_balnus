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2.369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21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23 (60,9%)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71 (43,7%)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78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137 (11,7%)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151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45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71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78 (9,0%)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-11,8%
PS: 78 | MoM -15,2%
• Junior
  RE: 69 | Active 50,4% | MoM -12,7%
  PS: 65 | Active 47,4% | MoM -16,7%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-27,3%, Gap -3
• Grapari Ende: PS -21,6%, Gap -8
• Grapari Kalabahi: PS +10,5%, Gap 2
• Grapari Labuan Bajo: PS -26,7%,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-61,5%, Gap -8
• Grapari Maumere: PS +84,6%, Gap 11
• Grapari Ruteng: PS -11,1%,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-90 (-41,1%), PS -68 (-40,7%)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-3 (-20,0%), PS -3 (-25,0%)
• Flores Timur: RE -6 (-50,0%),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(+50,0%), PS -2 (-50,0%)
• Flores Timur: RE 1 (+50,0%), PS -2 (-100,0%)
• Manggarai: RE -4 (-66,7%),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-3 (-75,0%), PS -4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89.65%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91.86% | MoM -2.21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-7.05 pp | Rp-719.4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88.74%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90.74% | MoM -2.00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Rp9.15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Rp9.33 M | MoM -1.9%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89.65%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Rp9.15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-7.05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Rp-347.7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Rp-188.2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95.85% / +1.28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96.92% / +3.31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89.21% / -6.67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98.61% / +3.84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88.31% / 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89.54% / +1.14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83.74% / -7.24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90.16% / +3.44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82.41% / -3.32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83.39% / -0.09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73.41% / -14.17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87.12% / 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85.74% / -2.17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85.92% / -0.46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79.91% / -10.42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88.85%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87.38% / -2.44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88.91% / -0.87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77.76% / -11.10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90.31% / 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91.76% / -2.27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95.11% / +0.63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82.41% / -11.83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93.61% / 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 | MoM -20.0%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12,731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63.3%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7,377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68.8%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87.0%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62.8%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70.1%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63.4%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68.1%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53.5%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58.6%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46.8%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56.1%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55.3%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36.2%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57.5%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