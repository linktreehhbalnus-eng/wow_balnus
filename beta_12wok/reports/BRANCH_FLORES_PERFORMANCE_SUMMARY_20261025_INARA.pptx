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  <c:pt idx="21">
                  <c:v>23.0</c:v>
                </c:pt>
                <c:pt idx="22">
                  <c:v>21.0</c:v>
                </c:pt>
                <c:pt idx="23">
                  <c:v>18.0</c:v>
                </c:pt>
                <c:pt idx="24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  <c:pt idx="21">
                  <c:v>9.0</c:v>
                </c:pt>
                <c:pt idx="22">
                  <c:v>7.0</c:v>
                </c:pt>
                <c:pt idx="23">
                  <c:v>7.0</c:v>
                </c:pt>
                <c:pt idx="24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  <c:pt idx="21">
                  <c:v>5.0</c:v>
                </c:pt>
                <c:pt idx="22">
                  <c:v>3.0</c:v>
                </c:pt>
                <c:pt idx="23">
                  <c:v>4.0</c:v>
                </c:pt>
                <c:pt idx="24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  <c:pt idx="21">
                  <c:v>9.0</c:v>
                </c:pt>
                <c:pt idx="22">
                  <c:v>11.0</c:v>
                </c:pt>
                <c:pt idx="23">
                  <c:v>7.0</c:v>
                </c:pt>
                <c:pt idx="24">
                  <c:v>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  <c:pt idx="21">
                  <c:v>23.0</c:v>
                </c:pt>
                <c:pt idx="22">
                  <c:v>17.0</c:v>
                </c:pt>
                <c:pt idx="23">
                  <c:v>14.0</c:v>
                </c:pt>
                <c:pt idx="24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  <c:pt idx="21">
                  <c:v>10.0</c:v>
                </c:pt>
                <c:pt idx="22">
                  <c:v>9.0</c:v>
                </c:pt>
                <c:pt idx="23">
                  <c:v>2.0</c:v>
                </c:pt>
                <c:pt idx="24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6.0</c:v>
                </c:pt>
                <c:pt idx="22">
                  <c:v>4.0</c:v>
                </c:pt>
                <c:pt idx="23">
                  <c:v>5.0</c:v>
                </c:pt>
                <c:pt idx="24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  <c:pt idx="21">
                  <c:v>7.0</c:v>
                </c:pt>
                <c:pt idx="22">
                  <c:v>4.0</c:v>
                </c:pt>
                <c:pt idx="23">
                  <c:v>7.0</c:v>
                </c:pt>
                <c:pt idx="24">
                  <c:v>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2.369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 / 137 (47,4%)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-17,7%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78 / 151 (51,7%)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45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50 (52,0%)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21 (61,9%)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23 (60,9%)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 / 71 (43,7%)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78 (48,7%)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683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 / 137 (11,7%)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 / 151 (17,2%)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45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50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21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23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71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78 (9,0%)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82 | MoM -11,8%
PS: 78 | MoM -15,2%
• Junior
  RE: 69 | Active 50,4% | MoM -12,7%
  PS: 65 | Active 47,4% | MoM -16,7%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-27,3%, Gap -3
• Grapari Ende: PS -21,6%, Gap -8
• Grapari Kalabahi: PS +10,5%, Gap 2
• Grapari Labuan Bajo: PS -26,7%,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-61,5%, Gap -8
• Grapari Maumere: PS +84,6%, Gap 11
• Grapari Ruteng: PS -11,1%,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-90 (-41,1%), PS -68 (-40,7%)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-3 (-20,0%), PS -3 (-25,0%)
• Flores Timur: RE -6 (-50,0%), PS -1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(+50,0%), PS -2 (-50,0%)
• Flores Timur: RE 1 (+50,0%), PS -2 (-100,0%)
• Manggarai: RE -4 (-66,7%),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-3 (-75,0%), PS -4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Renaldi Putra Sanlando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IGN8815465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SPDUA96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SRY ANITA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SPIAA10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88.62%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90.44% | MoM -1.82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-8.08 pp | Rp-825.0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87.63%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89.20% | MoM -1.57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Rp9.05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Rp9.19 M | MoM -1.5%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88.62%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87.63%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-8.08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Rp-825.0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91.30%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90.00%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Rp3.62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-5.40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Rp-214.2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79.99%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79.70%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-10.69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Rp1.77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-16.71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Rp-369.1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Rp3.66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Rp-241.7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95.74% / +1.24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96.65% / +3.05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89.21% / -6.67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98.61% / +4.03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87.52% / +0.43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88.62% / +2.00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83.28% / -7.14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89.27% / +4.06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81.06% / -3.00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81.99% / -0.25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72.19% / -13.70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85.75% / +1.08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84.37% / -1.62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84.67% / +0.36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78.68% / -10.16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87.27% / +1.04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85.96% / -1.61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87.79% / +0.38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76.76% / -10.61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88.43% / +0.65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90.88% / -2.01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94.58% / +1.08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81.47% / -11.74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92.42% / +0.29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 | MoM -40.0%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12,731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7,377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67.8%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88.5%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68.8%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62.8%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70.1%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59.5%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63.4%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68.1%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64.6%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53.5%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71.2%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58.6%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50.3%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46.8%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45.2%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56.1%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46.3%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42.2%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46.7%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48.7%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41.5%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36.2%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57.5%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