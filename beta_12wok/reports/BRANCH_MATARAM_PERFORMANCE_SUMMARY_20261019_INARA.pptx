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  <c:pt idx="16">
                  <c:v>38.0</c:v>
                </c:pt>
                <c:pt idx="17">
                  <c:v>39.0</c:v>
                </c:pt>
                <c:pt idx="18">
                  <c:v>56.0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  <c:pt idx="16">
                  <c:v>21.0</c:v>
                </c:pt>
                <c:pt idx="17">
                  <c:v>26.0</c:v>
                </c:pt>
                <c:pt idx="18">
                  <c:v>31.0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  <c:pt idx="16">
                  <c:v>4.0</c:v>
                </c:pt>
                <c:pt idx="17">
                  <c:v>4.0</c:v>
                </c:pt>
                <c:pt idx="18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  <c:pt idx="16">
                  <c:v>13.0</c:v>
                </c:pt>
                <c:pt idx="17">
                  <c:v>9.0</c:v>
                </c:pt>
                <c:pt idx="18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Sheet1!$F$2:$F$20</c:f>
              <c:numCache>
                <c:formatCode>General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  <c:pt idx="16">
                  <c:v>40.0</c:v>
                </c:pt>
                <c:pt idx="17">
                  <c:v>34.0</c:v>
                </c:pt>
                <c:pt idx="18">
                  <c:v>53.0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  <c:pt idx="16">
                  <c:v>24.0</c:v>
                </c:pt>
                <c:pt idx="17">
                  <c:v>22.0</c:v>
                </c:pt>
                <c:pt idx="18">
                  <c:v>34.0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4.0</c:v>
                </c:pt>
                <c:pt idx="17">
                  <c:v>4.0</c:v>
                </c:pt>
                <c:pt idx="18">
                  <c:v>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Sheet1!$E$2:$E$20</c:f>
              <c:numCache>
                <c:formatCode>General</c:formatCode>
                <c:ptCount val="19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12.0</c:v>
                </c:pt>
                <c:pt idx="17">
                  <c:v>8.0</c:v>
                </c:pt>
                <c:pt idx="18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Sheet1!$A$2:$A$20</c:f>
              <c:strCache>
                <c:ptCount val="19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</c:strCache>
            </c:strRef>
          </c:cat>
          <c:val>
            <c:numRef>
              <c:f>Sheet1!$F$2:$F$20</c:f>
              <c:numCache>
                <c:formatCode>General</c:formatCode>
                <c:ptCount val="1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1.750,9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253  (+5,4%)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187   Δ -20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175   Δ -12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183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3.837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3.837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1.587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140 / 227 (61,7%)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-7,3% | Turun 78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163 / 253 (64,4%)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-7,4% | Turun 94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78 / 129 (60,5%)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91 / 145 (62,8%)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37 (59,5%)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+4,8%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40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61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68 (69,1%)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16 (18,8%)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19 / 227 (8,4%)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-20,8% | Turun 78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253 (12,3%)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-18,4% | Turun 94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11 (18,2%)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129 (7,8%)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145 (11,7%)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-26,1% | Turun 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37 (5,4%)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61 (11,5%)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68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19.917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1.457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167 | MoM -10,7%
PS: 163 | MoM -6,9%
• Performer
  RE: 1 | Active 100,0% | MoM 0,0%
  PS: 1 | Active 100,0% | MoM 0,0%
• Junior
  RE: 144 | Active 63,4% | MoM -11,1%
  PS: 140 | Active 61,7% | MoM -7,3%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81,2% | MoM -13,3%
  PS: 13 | Active 81,2% | MoM -7,1%
• Junior Plus
  RE: 9 | Active 100,0% | MoM 0,0%
  PS: 9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-33,3%, Gap -9
• Grapari Dompu: PS +57,1%, Gap 4
• Grapari Lombok Timur: PS +100,0%, Gap 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+200,0%, Gap 2
• Grapari Mataram: PS -40,6%, Gap -13
• Grapari Sumbawa: PS -77,8%, Gap -7
• Grapari Taliwang: PS +60,0%, Gap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-118 (-14,1%), PS -88 (-13,2%)
• Sumbawa Barat: RE -51 (-21,5%), PS -13 (-8,8%)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Barat: RE -10 (-50,0%), PS -8 (-61,5%)
• Sumbawa Timur: RE -6 (-17,1%), PS -7 (-36,8%)
• Lombok: RE 3 (+6,8%), PS -2 (-6,1%)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1 (+9,1%), PS -3 (-37,5%)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-2 (-66,7%),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HUZ8772299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ISM5793541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01–19 Oct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SPANTI5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WIR7929421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MUH1684593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Suewandi Mohtar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SUE2560050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Suewandi Mohtar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SUE2560050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45.12%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47.09% | MoM -1.97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-52.33 pp | Rp-13.15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43.96%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45.80% | MoM -1.84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Rp11.34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Rp11.64 M | MoM -2.7%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45.12%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Rp11.34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-52.33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Rp-13.15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52.59%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51.85%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Rp7.22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-44.86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Rp-6.16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42.80%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41.93%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-2.53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Rp2.04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-54.65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Rp-2.60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31.30%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30.07%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Rp2.07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-66.15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Rp-4.38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64.41% / -4.40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66.50% / -2.19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66.39% / -2.33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59.56% / -9.66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50.11% / -4.76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53.87% / -7.23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49.26% / +1.48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41.59% / -6.78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45.20% / -0.98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52.63% / -0.65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41.52% / -1.55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34.96% / -2.25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42.42% / -0.09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51.65% / +0.85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39.51% / -3.10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30.92% / +0.96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38.21% / -1.46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46.71% / -1.76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37.49% / -1.90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24.44% / -0.83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46.45% / -2.27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53.57% / -1.75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44.04% / -3.32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31.63% / -2.47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70 | MoM -8.6%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 / -12.5%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 / -7.4%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 / -6.4%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 / +50.0%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19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15,582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34.2%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29,949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54.2%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46.3%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45.5%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39.6%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56.1%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52.6%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53.5%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48.1%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47.5%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41.8%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35.6%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62.8%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33.0%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33.5%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31.1%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35.3%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32.5%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30.3%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44.2%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44.4%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37.0%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32.0%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38.1%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34.9%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31.8%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32.1%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31.4%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31.4%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19.6%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27.9%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25.8%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24.5%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34.5%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1,052 / 35.9%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36.5%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34.9%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30.4%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310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26.5%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22.3%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18.5%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20.6%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16.4%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25.8%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23.5%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21.6%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33.8%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30.1%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30.3%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28.6%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27.0%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33.6%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22.9%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22.4%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15.1%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16.2%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11.1%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