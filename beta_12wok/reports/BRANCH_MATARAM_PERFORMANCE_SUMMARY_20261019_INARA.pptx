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129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 / 145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145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37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167 | MoM -10,7%
PS: 163 | MoM -6,9%
• Performer
  RE: 1 | Active 100,0% | MoM 0,0%
  PS: 1 | Active 100,0% | MoM 0,0%
• Junior
  RE: 144 | Active 63,4% | MoM -11,1%
  PS: 140 | Active 61,7% | MoM -7,3%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-13,3%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-33,3%, Gap -9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-40,6%, Gap -13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-118 (-14,1%), PS -88 (-13,2%)
• Sumbawa Barat: RE -51 (-21,5%), PS -13 (-8,8%)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(-50,0%), PS -8 (-61,5%)
• Sumbawa Timur: RE -6 (-17,1%), PS -7 (-36,8%)
• Lombok: RE 3 (+6,8%), PS -2 (-6,1%)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(+9,1%),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56.34% | MoM -1.15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-42.26 pp | Rp-10.62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53.80%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54.89% | MoM -1.09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Rp13.87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Rp13.93 M | MoM -0.5%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72.77%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74.65% / -2.14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76.07% / +0.89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67.65% / -8.85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59.65% / -4.03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63.22% / -5.80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58.89% / +1.88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51.56% / -7.01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54.53% / 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60.70%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52.52% / -0.60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45.36% / 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52.15% / 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60.61% / +1.27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50.05% / -1.46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41.29% / +2.15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47.80% / 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55.90% / -0.72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48.04% / -1.55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34.03% / -0.59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56.81% / -1.42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63.35%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54.98%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42.93%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70 | MoM -8.6%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18,869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41.4%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26,662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54.6%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45.2%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41.2%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50.5%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48.1%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39.8%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35.5%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33.5%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28.4%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17.8%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