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187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3.837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227 (61,7%)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163 / 253 (64,4%)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 / 129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 / 145 (62,8%)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37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40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227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253 (12,3%)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145 (11,7%)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37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167 | MoM -10,7%
PS: 163 | MoM -6,9%
• Performer
  RE: 1 | Active 100,0% | MoM 0,0%
  PS: 1 | Active 100,0% | MoM 0,0%
• Junior
  RE: 144 | Active 63,4% | MoM -11,1%
  PS: 140 | Active 61,7% | MoM -7,3%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-13,3%
  PS: 13 | Active 81,2% | MoM -7,1%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-33,3%, Gap -9
• Grapari Dompu: PS +57,1%, Gap 4
• Grapari Lombok Timur: PS +100,0%, Gap 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-40,6%, Gap -13
• Grapari Sumbawa: PS -77,8%, Gap -7
• Grapari Taliwang: PS +60,0%,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-118 (-14,1%), PS -88 (-13,2%)
• Sumbawa Barat: RE -51 (-21,5%), PS -13 (-8,8%)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(-50,0%), PS -8 (-61,5%)
• Sumbawa Timur: RE -6 (-17,1%), PS -7 (-36,8%)
• Lombok: RE 3 (+6,8%), PS -2 (-6,1%)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(+9,1%),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42.33%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42.33% | MoM +0.00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-55.12 pp | Rp-13.85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41.14%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41.13% | MoM +0.01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Rp10.63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Rp10.47 M | MoM +1.6%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41.14%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-55.12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49.27%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-47.37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38.68%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-69.12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61.42% / 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63.25% / -1.65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63.47% / -2.24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57.02% / -9.11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47.19% / -1.79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50.68% / -5.85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46.10% / +3.62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39.53% / -0.17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41.78% / +0.57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49.34%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37.93% / +0.85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31.43% / -0.46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39.71% / +1.55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49.26% / +2.87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37.02% / -0.36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27.61% / +1.47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35.47% / +0.24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44.57% / +0.60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33.67% / -0.77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21.45% / +0.15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43.69% / 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51.09% / +0.49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40.66% / -1.70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28.71% / -0.35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68 | MoM -5.9%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 / -5.7%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 / -4.3%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15,582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29,949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45.5%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39.6%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48.1%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47.5%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41.8%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35.6%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31.1%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44.2%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37.0%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32.1%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19.6%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36.5%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30.4%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26.5%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16.4%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30.3%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22.4%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