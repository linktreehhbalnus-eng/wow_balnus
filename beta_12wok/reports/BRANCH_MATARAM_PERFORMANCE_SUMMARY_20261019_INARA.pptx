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187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175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3.837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140 / 227 (61,7%)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163 / 253 (64,4%)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 / 129 (60,5%)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 / 145 (62,8%)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37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40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61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1.008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227 (8,4%)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253 (12,3%)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-18,4%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129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145 (11,7%)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37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61 (11,5%)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167 | MoM -10,7%
PS: 163 | MoM -6,9%
• Performer
  RE: 1 | Active 100,0% | MoM 0,0%
  PS: 1 | Active 100,0% | MoM 0,0%
• Junior
  RE: 144 | Active 63,4% | MoM -11,1%
  PS: 140 | Active 61,7% | MoM -7,3%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-13,3%
  PS: 13 | Active 81,2% | MoM -7,1%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-33,3%, Gap -9
• Grapari Dompu: PS +57,1%, Gap 4
• Grapari Lombok Timur: PS +100,0%, Gap 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+200,0%, Gap 2
• Grapari Mataram: PS -40,6%, Gap -13
• Grapari Sumbawa: PS -77,8%, Gap -7
• Grapari Taliwang: PS +60,0%,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-118 (-14,1%), PS -88 (-13,2%)
• Sumbawa Barat: RE -51 (-21,5%), PS -13 (-8,8%)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-10 (-50,0%), PS -8 (-61,5%)
• Sumbawa Timur: RE -6 (-17,1%), PS -7 (-36,8%)
• Lombok: RE 3 (+6,8%), PS -2 (-6,1%)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(+9,1%),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(-66,7%),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Suewandi Mohtar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SUE2560050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Suewandi Mohtar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SUE2560050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55.19%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56.34% | MoM -1.15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-42.26 pp | Rp-10.62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53.80%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54.89% | MoM -1.09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Rp13.87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Rp13.93 M | MoM -0.5%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55.19%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53.80%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-42.26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Rp-10.62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62.09%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-35.36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Rp-4.86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53.58%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52.49%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-55.41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Rp-3.67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72.77% / -3.72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74.65% / -2.14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76.07% / +0.89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67.65% / -8.85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59.65% / -4.03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63.22% / -5.80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58.89% / +1.88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51.56% / -7.01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54.53% / +0.05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60.70% / +0.21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52.52% / -0.60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45.36% / -0.79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52.15% / +0.82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60.61% / +1.27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50.05% / -1.46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41.29% / +2.15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47.80% / 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55.90% / -0.72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48.04% / -1.55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34.03% / -0.59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56.81% / -1.42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63.35% / -0.98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54.98% / -2.42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42.93% / -1.47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70 | MoM -8.6%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 / 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 / -6.4%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 / +50.0%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18,869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41.4%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26,662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48.2%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54.6%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45.2%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71.4%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41.2%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38.3%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50.5%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49.1%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44.1%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48.1%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39.8%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30.8%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29.0%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35.4%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29.7%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43.1%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35.5%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37.4%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29.2%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27.1%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24.0%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21.8%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33.5%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35.4%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28.4%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17.8%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