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3.918,7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1.761,8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173   Δ -21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158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136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2.744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117 / 306 (38,2%)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-4,1%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153 / 347 (44,1%)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 | Turun 99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68 (45,6%)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80 (48,8%)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 / 164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 / 185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74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82 (43,9%)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306 (2,3%)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-36,4%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 / 347 (6,3%)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-24,1% | Turun 99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68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80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164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185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74 (2,7%)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82 (4,9%)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152 | MoM -12,1%
PS: 153 | MoM -3,2%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117 | Active 38,2% | MoM -14,0%
  PS: 117 | Active 38,2% | MoM -4,1%
• Greenfield
  RE: 15 | Active 75,0% | MoM -11,8%
  PS: 16 | Active 80,0%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-11,1%, Gap -1
• Grapari Kuta: PS +25,0%, Gap 1
• Grapari Negara: PS -75,0%,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-25,0%, Gap -3
• Grapari Singaraja: PS -50,0%, Gap -1
• Grapari Tabanan: PS -75,0%, Gap -3
• Grapari Ubud: PS -60,0%,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-119 (-32,4%), PS -132 (-39,9%)
• Bali Tengah: RE -59 (-9,2%), PS -41 (-7,8%)
• Bali Timur: RE -42 (-20,4%), PS -16 (-10,0%)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(-12,5%), PS -4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(-100,0%), PS -3 (-100,0%)
• Bali Tengah: RE 0 (0,0%), PS -2 (-66,7%)
• Bali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YANTONO ALFRET R MBILIDJAWA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SPXYT03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