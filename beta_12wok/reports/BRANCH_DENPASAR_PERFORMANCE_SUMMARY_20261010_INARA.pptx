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60.0</c:v>
                </c:pt>
                <c:pt idx="1">
                  <c:v>61.0</c:v>
                </c:pt>
                <c:pt idx="2">
                  <c:v>50.0</c:v>
                </c:pt>
                <c:pt idx="3">
                  <c:v>47.0</c:v>
                </c:pt>
                <c:pt idx="4">
                  <c:v>59.0</c:v>
                </c:pt>
                <c:pt idx="5">
                  <c:v>54.0</c:v>
                </c:pt>
                <c:pt idx="6">
                  <c:v>51.0</c:v>
                </c:pt>
                <c:pt idx="7">
                  <c:v>62.0</c:v>
                </c:pt>
                <c:pt idx="8">
                  <c:v>41.0</c:v>
                </c:pt>
                <c:pt idx="9">
                  <c:v>46.0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15.0</c:v>
                </c:pt>
                <c:pt idx="1">
                  <c:v>17.0</c:v>
                </c:pt>
                <c:pt idx="2">
                  <c:v>13.0</c:v>
                </c:pt>
                <c:pt idx="3">
                  <c:v>14.0</c:v>
                </c:pt>
                <c:pt idx="4">
                  <c:v>16.0</c:v>
                </c:pt>
                <c:pt idx="5">
                  <c:v>16.0</c:v>
                </c:pt>
                <c:pt idx="6">
                  <c:v>13.0</c:v>
                </c:pt>
                <c:pt idx="7">
                  <c:v>18.0</c:v>
                </c:pt>
                <c:pt idx="8">
                  <c:v>14.0</c:v>
                </c:pt>
                <c:pt idx="9">
                  <c:v>17.0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35.0</c:v>
                </c:pt>
                <c:pt idx="1">
                  <c:v>35.0</c:v>
                </c:pt>
                <c:pt idx="2">
                  <c:v>31.0</c:v>
                </c:pt>
                <c:pt idx="3">
                  <c:v>23.0</c:v>
                </c:pt>
                <c:pt idx="4">
                  <c:v>34.0</c:v>
                </c:pt>
                <c:pt idx="5">
                  <c:v>25.0</c:v>
                </c:pt>
                <c:pt idx="6">
                  <c:v>33.0</c:v>
                </c:pt>
                <c:pt idx="7">
                  <c:v>34.0</c:v>
                </c:pt>
                <c:pt idx="8">
                  <c:v>19.0</c:v>
                </c:pt>
                <c:pt idx="9">
                  <c:v>25.0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10.0</c:v>
                </c:pt>
                <c:pt idx="4">
                  <c:v>12.0</c:v>
                </c:pt>
                <c:pt idx="5">
                  <c:v>14.0</c:v>
                </c:pt>
                <c:pt idx="6">
                  <c:v>8.0</c:v>
                </c:pt>
                <c:pt idx="7">
                  <c:v>13.0</c:v>
                </c:pt>
                <c:pt idx="8">
                  <c:v>8.0</c:v>
                </c:pt>
                <c:pt idx="9">
                  <c:v>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1.0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54.0</c:v>
                </c:pt>
                <c:pt idx="1">
                  <c:v>53.0</c:v>
                </c:pt>
                <c:pt idx="2">
                  <c:v>57.0</c:v>
                </c:pt>
                <c:pt idx="3">
                  <c:v>43.0</c:v>
                </c:pt>
                <c:pt idx="4">
                  <c:v>43.0</c:v>
                </c:pt>
                <c:pt idx="5">
                  <c:v>46.0</c:v>
                </c:pt>
                <c:pt idx="6">
                  <c:v>58.0</c:v>
                </c:pt>
                <c:pt idx="7">
                  <c:v>58.0</c:v>
                </c:pt>
                <c:pt idx="8">
                  <c:v>44.0</c:v>
                </c:pt>
                <c:pt idx="9">
                  <c:v>41.0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11.0</c:v>
                </c:pt>
                <c:pt idx="1">
                  <c:v>15.0</c:v>
                </c:pt>
                <c:pt idx="2">
                  <c:v>13.0</c:v>
                </c:pt>
                <c:pt idx="3">
                  <c:v>9.0</c:v>
                </c:pt>
                <c:pt idx="4">
                  <c:v>11.0</c:v>
                </c:pt>
                <c:pt idx="5">
                  <c:v>8.0</c:v>
                </c:pt>
                <c:pt idx="6">
                  <c:v>20.0</c:v>
                </c:pt>
                <c:pt idx="7">
                  <c:v>15.0</c:v>
                </c:pt>
                <c:pt idx="8">
                  <c:v>12.0</c:v>
                </c:pt>
                <c:pt idx="9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32.0</c:v>
                </c:pt>
                <c:pt idx="1">
                  <c:v>30.0</c:v>
                </c:pt>
                <c:pt idx="2">
                  <c:v>36.0</c:v>
                </c:pt>
                <c:pt idx="3">
                  <c:v>28.0</c:v>
                </c:pt>
                <c:pt idx="4">
                  <c:v>24.0</c:v>
                </c:pt>
                <c:pt idx="5">
                  <c:v>32.0</c:v>
                </c:pt>
                <c:pt idx="6">
                  <c:v>30.0</c:v>
                </c:pt>
                <c:pt idx="7">
                  <c:v>30.0</c:v>
                </c:pt>
                <c:pt idx="8">
                  <c:v>23.0</c:v>
                </c:pt>
                <c:pt idx="9">
                  <c:v>15.0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6.0</c:v>
                </c:pt>
                <c:pt idx="4">
                  <c:v>13.0</c:v>
                </c:pt>
                <c:pt idx="5">
                  <c:v>7.0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0</c:v>
                </c:pt>
                <c:pt idx="1">
                  <c:v>1.0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5.105,7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3.918,7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4.142,2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3.189,2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2.170,2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1.761,8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347  (-1,1%)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-12,1%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173   Δ -21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158   Δ -5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136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2.744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2.744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 / 20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117 / 306 (38,2%)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-4,1% | Turun 79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153 / 347 (44,1%)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-3,2% | Turun 99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 / 68 (45,6%)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-3,1%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 / 80 (48,8%)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-4,9%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57 / 164 (34,8%)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-6,6%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78 / 185 (42,2%)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-3,7% | Turun 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 / 74 (39,2%)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 / 82 (43,9%)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377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239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830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486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+100,0%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 / 306 (2,3%)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-36,4% | Turun 79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22 / 347 (6,3%)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-24,1% | Turun 99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68 (2,9%)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-66,7%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80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9 (22,2%)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164 (1,8%)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+200,0%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3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185 (7,0%)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+8,3% | Turun 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74 (2,7%)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82 (4,9%)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-42,9%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1.216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7.581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3.274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152 | MoM -12,1%
PS: 153 | MoM -3,2%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117 | Active 38,2% | MoM -14,0%
  PS: 117 | Active 38,2% | MoM -4,1%
• Greenfield
  RE: 15 | Active 75,0% | MoM -11,8%
  PS: 16 | Active 80,0% | MoM 0,0%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N/A, Gap 1
• Grapari Jimbaran: PS -11,1%, Gap -1
• Grapari Kuta: PS +25,0%, Gap 1
• Grapari Negara: PS -75,0%, Gap 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-25,0%, Gap -3
• Grapari Singaraja: PS -50,0%, Gap -1
• Grapari Tabanan: PS -75,0%, Gap -3
• Grapari Ubud: PS -60,0%, Gap -3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-119 (-32,4%), PS -132 (-39,9%)
• Bali Tengah: RE -59 (-9,2%), PS -41 (-7,8%)
• Bali Timur: RE -42 (-20,4%), PS -16 (-10,0%)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-3 (-12,5%), PS -4 (-28,6%)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-3 (-100,0%), PS -3 (-100,0%)
• Bali Tengah: RE 0 (0,0%), PS -2 (-66,7%)
• Bali Barat: RE 0 (0,0%),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226,9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 Rohmatul hazijah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NOV2302500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Natasya Cornelia Br Ginting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NAT9873733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RAHMAT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RAH4138779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KHUSNUL KHOTIMAH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SPHKN76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Erlan Bahtiar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ERL2791623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Winna Fitriany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WIN8225886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YANTONO ALFRET R MBILIDJAWA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SPXYT03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Bangbang Ilyasa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BAN6163630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Harry Mulia Sobari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HAR9686163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KARTINI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SPXKAR75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RAHMAT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RAH4138779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KHUSNUL KHOTIMAH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SPHKN76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LUH SURYA PERTIWI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SPHHR79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SRI WULAN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SPDEW79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 A NGR BISMA ADIK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AAN1814097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Anansavero asfhi riihan 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ANA4808282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NIK7858155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KAD9086567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SUM8202596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 NINGRUM FATMALA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SPRNF95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 A NGR BISMA ADIK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AAN1814097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Anansavero asfhi riihan 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ANA4808282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NIK7858155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KAD9086567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DENPASAR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37.39%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97.58% | Gap -60.19 pp | M-1 42.77%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Rp270.743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Rp275.691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Rp294.910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-8.17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-5.69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32.38%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-4.66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-2.78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31.07%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-4.34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-5.77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260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M-1 244 | MoM +6.6%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-271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+16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-271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 / 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 / +40.0%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209 / +3.5%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28 / -6.7%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150 / +21.0%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 / -35.4%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