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  <c:pt idx="15">
                  <c:v>57.0</c:v>
                </c:pt>
                <c:pt idx="16">
                  <c:v>38.0</c:v>
                </c:pt>
                <c:pt idx="17">
                  <c:v>39.0</c:v>
                </c:pt>
                <c:pt idx="18">
                  <c:v>56.0</c:v>
                </c:pt>
                <c:pt idx="19">
                  <c:v>65.0</c:v>
                </c:pt>
                <c:pt idx="20">
                  <c:v>44.0</c:v>
                </c:pt>
                <c:pt idx="21">
                  <c:v>60.0</c:v>
                </c:pt>
                <c:pt idx="22">
                  <c:v>39.0</c:v>
                </c:pt>
                <c:pt idx="23">
                  <c:v>45.0</c:v>
                </c:pt>
                <c:pt idx="24">
                  <c:v>31.0</c:v>
                </c:pt>
                <c:pt idx="25">
                  <c:v>51.0</c:v>
                </c:pt>
                <c:pt idx="26">
                  <c:v>51.0</c:v>
                </c:pt>
                <c:pt idx="27">
                  <c:v>43.0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  <c:pt idx="15">
                  <c:v>28.0</c:v>
                </c:pt>
                <c:pt idx="16">
                  <c:v>21.0</c:v>
                </c:pt>
                <c:pt idx="17">
                  <c:v>26.0</c:v>
                </c:pt>
                <c:pt idx="18">
                  <c:v>31.0</c:v>
                </c:pt>
                <c:pt idx="19">
                  <c:v>38.0</c:v>
                </c:pt>
                <c:pt idx="20">
                  <c:v>24.0</c:v>
                </c:pt>
                <c:pt idx="21">
                  <c:v>37.0</c:v>
                </c:pt>
                <c:pt idx="22">
                  <c:v>22.0</c:v>
                </c:pt>
                <c:pt idx="23">
                  <c:v>28.0</c:v>
                </c:pt>
                <c:pt idx="24">
                  <c:v>15.0</c:v>
                </c:pt>
                <c:pt idx="25">
                  <c:v>30.0</c:v>
                </c:pt>
                <c:pt idx="26">
                  <c:v>27.0</c:v>
                </c:pt>
                <c:pt idx="27">
                  <c:v>24.0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9.0</c:v>
                </c:pt>
                <c:pt idx="16">
                  <c:v>4.0</c:v>
                </c:pt>
                <c:pt idx="17">
                  <c:v>4.0</c:v>
                </c:pt>
                <c:pt idx="18">
                  <c:v>11.0</c:v>
                </c:pt>
                <c:pt idx="19">
                  <c:v>10.0</c:v>
                </c:pt>
                <c:pt idx="20">
                  <c:v>11.0</c:v>
                </c:pt>
                <c:pt idx="21">
                  <c:v>12.0</c:v>
                </c:pt>
                <c:pt idx="22">
                  <c:v>5.0</c:v>
                </c:pt>
                <c:pt idx="23">
                  <c:v>8.0</c:v>
                </c:pt>
                <c:pt idx="24">
                  <c:v>6.0</c:v>
                </c:pt>
                <c:pt idx="25">
                  <c:v>9.0</c:v>
                </c:pt>
                <c:pt idx="26">
                  <c:v>8.0</c:v>
                </c:pt>
                <c:pt idx="27">
                  <c:v>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  <c:pt idx="14">
                  <c:v>16.0</c:v>
                </c:pt>
                <c:pt idx="15">
                  <c:v>20.0</c:v>
                </c:pt>
                <c:pt idx="16">
                  <c:v>13.0</c:v>
                </c:pt>
                <c:pt idx="17">
                  <c:v>9.0</c:v>
                </c:pt>
                <c:pt idx="18">
                  <c:v>14.0</c:v>
                </c:pt>
                <c:pt idx="19">
                  <c:v>17.0</c:v>
                </c:pt>
                <c:pt idx="20">
                  <c:v>9.0</c:v>
                </c:pt>
                <c:pt idx="21">
                  <c:v>11.0</c:v>
                </c:pt>
                <c:pt idx="22">
                  <c:v>12.0</c:v>
                </c:pt>
                <c:pt idx="23">
                  <c:v>9.0</c:v>
                </c:pt>
                <c:pt idx="24">
                  <c:v>10.0</c:v>
                </c:pt>
                <c:pt idx="25">
                  <c:v>12.0</c:v>
                </c:pt>
                <c:pt idx="26">
                  <c:v>16.0</c:v>
                </c:pt>
                <c:pt idx="27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Sheet1!$F$2:$F$29</c:f>
              <c:numCache>
                <c:formatCode>General</c:formatCode>
                <c:ptCount val="2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  <c:pt idx="15">
                  <c:v>45.0</c:v>
                </c:pt>
                <c:pt idx="16">
                  <c:v>40.0</c:v>
                </c:pt>
                <c:pt idx="17">
                  <c:v>34.0</c:v>
                </c:pt>
                <c:pt idx="18">
                  <c:v>53.0</c:v>
                </c:pt>
                <c:pt idx="19">
                  <c:v>50.0</c:v>
                </c:pt>
                <c:pt idx="20">
                  <c:v>52.0</c:v>
                </c:pt>
                <c:pt idx="21">
                  <c:v>59.0</c:v>
                </c:pt>
                <c:pt idx="22">
                  <c:v>37.0</c:v>
                </c:pt>
                <c:pt idx="23">
                  <c:v>36.0</c:v>
                </c:pt>
                <c:pt idx="24">
                  <c:v>30.0</c:v>
                </c:pt>
                <c:pt idx="25">
                  <c:v>44.0</c:v>
                </c:pt>
                <c:pt idx="26">
                  <c:v>40.0</c:v>
                </c:pt>
                <c:pt idx="27">
                  <c:v>49.0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  <c:pt idx="15">
                  <c:v>22.0</c:v>
                </c:pt>
                <c:pt idx="16">
                  <c:v>24.0</c:v>
                </c:pt>
                <c:pt idx="17">
                  <c:v>22.0</c:v>
                </c:pt>
                <c:pt idx="18">
                  <c:v>34.0</c:v>
                </c:pt>
                <c:pt idx="19">
                  <c:v>30.0</c:v>
                </c:pt>
                <c:pt idx="20">
                  <c:v>32.0</c:v>
                </c:pt>
                <c:pt idx="21">
                  <c:v>33.0</c:v>
                </c:pt>
                <c:pt idx="22">
                  <c:v>22.0</c:v>
                </c:pt>
                <c:pt idx="23">
                  <c:v>20.0</c:v>
                </c:pt>
                <c:pt idx="24">
                  <c:v>21.0</c:v>
                </c:pt>
                <c:pt idx="25">
                  <c:v>25.0</c:v>
                </c:pt>
                <c:pt idx="26">
                  <c:v>21.0</c:v>
                </c:pt>
                <c:pt idx="27">
                  <c:v>32.0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4.0</c:v>
                </c:pt>
                <c:pt idx="17">
                  <c:v>4.0</c:v>
                </c:pt>
                <c:pt idx="18">
                  <c:v>8.0</c:v>
                </c:pt>
                <c:pt idx="19">
                  <c:v>9.0</c:v>
                </c:pt>
                <c:pt idx="20">
                  <c:v>9.0</c:v>
                </c:pt>
                <c:pt idx="21">
                  <c:v>11.0</c:v>
                </c:pt>
                <c:pt idx="22">
                  <c:v>6.0</c:v>
                </c:pt>
                <c:pt idx="23">
                  <c:v>5.0</c:v>
                </c:pt>
                <c:pt idx="24">
                  <c:v>1.0</c:v>
                </c:pt>
                <c:pt idx="25">
                  <c:v>11.0</c:v>
                </c:pt>
                <c:pt idx="26">
                  <c:v>7.0</c:v>
                </c:pt>
                <c:pt idx="27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12.0</c:v>
                </c:pt>
                <c:pt idx="17">
                  <c:v>8.0</c:v>
                </c:pt>
                <c:pt idx="18">
                  <c:v>11.0</c:v>
                </c:pt>
                <c:pt idx="19">
                  <c:v>11.0</c:v>
                </c:pt>
                <c:pt idx="20">
                  <c:v>11.0</c:v>
                </c:pt>
                <c:pt idx="21">
                  <c:v>15.0</c:v>
                </c:pt>
                <c:pt idx="22">
                  <c:v>9.0</c:v>
                </c:pt>
                <c:pt idx="23">
                  <c:v>11.0</c:v>
                </c:pt>
                <c:pt idx="24">
                  <c:v>8.0</c:v>
                </c:pt>
                <c:pt idx="25">
                  <c:v>8.0</c:v>
                </c:pt>
                <c:pt idx="26">
                  <c:v>12.0</c:v>
                </c:pt>
                <c:pt idx="27">
                  <c:v>13.0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Sheet1!$F$2:$F$29</c:f>
              <c:numCache>
                <c:formatCode>General</c:formatCode>
                <c:ptCount val="2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240  (0,0%)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194   Δ -16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188   Δ -16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193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4.782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4.782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1.948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18 (72,2%)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149 / 212 (70,3%)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-9,7% | Turun 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172 / 240 (71,7%)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-9,9% | Turun 107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13 (61,5%)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85 / 127 (66,9%)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-14,1% | Turun 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98 / 145 (67,6%)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-14,8% | Turun 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 / 36 (63,9%)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39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 / 49 (83,7%)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 / 56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1.154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1.515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18 (33,3%)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41 / 212 (19,3%)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+13,9% | Turun 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 / 240 (23,3%)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+5,7% | Turun 107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13 (30,8%)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 / 127 (18,9%)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+4,3% | Turun 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145 (22,8%)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36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+75,0%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39 (23,1%)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49 (20,4%)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56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20.035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1.518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755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178 | MoM -8,2%
PS: 172 | MoM -8,5%
• Performer
  RE: 1 | Active 100,0% | MoM 0,0%
  PS: 1 | Active 100,0% | MoM 0,0%
• Junior
  RE: 155 | Active 73,1% | MoM -7,7%
  PS: 149 | Active 70,3% | MoM -8,6%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72,2% | MoM -18,8%
  PS: 13 | Active 72,2% | MoM -13,3%
• Junior Plus
  RE: 9 | Active 100,0% | MoM 0,0%
  PS: 9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-20,5%, Gap -8
• Grapari Dompu: PS +60,0%, Gap 6
• Grapari Lombok Timur: PS +100,0%, Gap 2
• Grapari Lombok Utara: PS +100,0%, Gap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+100,0%, Gap 2
• Grapari Mataram: PS -29,5%, Gap -13
• Grapari Sumbawa: PS -60,0%, Gap -6
• Grapari Taliwang: PS -27,3%, Gap 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-124 (-10,2%), PS -65 (-6,8%)
• Sumbawa Barat: RE -61 (-17,6%), PS -16 (-7,0%)
• Sumbawa Timur: RE -25 (-4,4%), PS -13 (-2,9%)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-14 (-28,6%), PS -13 (-44,8%)
• Sumbawa Barat: RE -14 (-48,3%), PS -10 (-62,5%)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0 (0,0%), PS -7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-3 (-60,0%), PS -2 (-66,7%)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478,1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259,8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ARINDA ADHA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SPARIND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fitriah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NUR5794369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BAI6830792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ERN3856335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ARINDA ADHA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SPARIND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LISNAWATI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SPISWAT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Prayadi sanip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PRA1168844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MUH1684593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yedik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LAL6636669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SPAEL42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Prayadi sanip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PRA1168844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yedik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LAL6636669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95.60%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95.72% | MoM -0.11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-1.85 pp | Rp-463.6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95.26%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95.19% | MoM +0.07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Rp24.02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Rp23.67 M | MoM +1.5%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95.60%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95.26%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Rp24.02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Rp-463.6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96.02%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95.65%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Rp13.19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Rp-196.5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95.08%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94.95%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Rp-113.1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95.13%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94.73%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Rp6.30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Rp-153.9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98.29% / -0.43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99.97% / +0.12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98.29% / +2.33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95.14% / -2.21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93.19% / -1.15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93.79% / -1.24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91.51% / -0.20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92.85% / -2.08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92.36% / +0.43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92.37% / +0.09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92.14% / -0.53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92.47% / +1.49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93.57% / +0.10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94.06% / +0.30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92.23% / -1.12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93.60% / +0.50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94.56% / +0.56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95.39% / +0.96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94.29% / +0.12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93.34% / +0.19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96.52% / -0.25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96.74% / -0.26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96.07% / -0.26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96.38% / -0.18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98 | MoM -8.2%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21 / -8.7%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 / 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 / +33.3%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68 / -9.3%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62 / -3.1%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-50.0%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29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33,944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74.5%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11,587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94.3%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92.1%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90.7%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87.4%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82.7%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93.4%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90.9%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88.8%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82.7%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98.4%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93.5%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89.6%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89.7%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87.2%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84.5%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97.1%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95.2%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91.0%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91.0%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85.0%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81.8%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81.7%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77.0%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73.3%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81.2%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79.9%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77.1%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72.1%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81.3%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82.1%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77.0%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75.6%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82.3%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76.7%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74.2%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71.6%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62.2%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69.4%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1,052 / 69.3%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71.7%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67.0%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62.3%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310 / 68.4%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56.3%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69.9%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69.7%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67.7%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65.6%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61.7%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52.6%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65.6%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63.2%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55.3%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70.5%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67.5%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60.8%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50.8%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62.1%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63.7%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58.8%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49.4%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