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240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194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188   Δ -18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4.655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 / 212 (69,3%)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88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170 / 240 (70,8%)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127 (65,4%)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 / 145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36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39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49 (83,7%)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56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18 (27,8%)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212 (19,3%)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+20,6% | Turun 88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240 (22,9%)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13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127 (18,9%)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145 (22,1%)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36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39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49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56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178 | MoM -8,2%
PS: 170 | MoM -9,6%
• Performer
  RE: 1 | Active 100,0% | MoM 0,0%
  PS: 1 | Active 100,0% | MoM 0,0%
• Junior
  RE: 155 | Active 73,1% | MoM -7,7%
  PS: 147 | Active 69,3%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72,2% | MoM -18,8%
  PS: 13 | Active 72,2%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-28,2%, Gap -11
• Grapari Dompu: PS +50,0%, Gap 5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+100,0%, Gap 2
• Grapari Mataram: PS -34,1%, Gap -15
• Grapari Sumbawa: PS -60,0%, Gap -6
• Grapari Taliwang: PS -27,3%,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-124 (-10,2%), PS -110 (-11,5%)
• Sumbawa Timur: RE -25 (-4,4%), PS -29 (-6,5%)
• Sumbawa Barat: RE -61 (-17,6%), PS -21 (-9,2%)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-14 (-28,6%), PS -13 (-44,8%)
• Sumbawa Barat: RE -14 (-48,3%), PS -10 (-62,5%)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-8 (-57,1%)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Prayadi sanip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PRA1168844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95.60%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95.72% | MoM -0.11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-1.85 pp | Rp-463.6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95.19% | MoM +0.07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Rp24.02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Rp23.67 M | MoM +1.5%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Rp24.02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Rp-196.5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98.29% / 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99.97% / +0.12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98.29% / +2.33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95.14% / -2.21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93.19% / 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93.79% / -1.24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91.51%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92.85% / -2.08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92.36% / +0.43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92.37% / +0.09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92.14%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92.47% / 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94.06% / +0.30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92.23% / -1.12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94.56%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95.39% / +0.96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93.34% / +0.19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96.52%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96.74% / -0.26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96.07% / -0.26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96.38% / 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98 | MoM -8.2%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 / -9.3%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 / -3.1%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33,944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11,587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84.5%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62.3%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65.6%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