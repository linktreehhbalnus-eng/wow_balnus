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  <c:pt idx="25">
                  <c:v>51.0</c:v>
                </c:pt>
                <c:pt idx="26">
                  <c:v>51.0</c:v>
                </c:pt>
                <c:pt idx="27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  <c:pt idx="25">
                  <c:v>30.0</c:v>
                </c:pt>
                <c:pt idx="26">
                  <c:v>27.0</c:v>
                </c:pt>
                <c:pt idx="27">
                  <c:v>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  <c:pt idx="25">
                  <c:v>9.0</c:v>
                </c:pt>
                <c:pt idx="26">
                  <c:v>8.0</c:v>
                </c:pt>
                <c:pt idx="27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  <c:pt idx="25">
                  <c:v>12.0</c:v>
                </c:pt>
                <c:pt idx="26">
                  <c:v>16.0</c:v>
                </c:pt>
                <c:pt idx="27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  <c:pt idx="25">
                  <c:v>44.0</c:v>
                </c:pt>
                <c:pt idx="26">
                  <c:v>40.0</c:v>
                </c:pt>
                <c:pt idx="27">
                  <c:v>49.0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  <c:pt idx="25">
                  <c:v>25.0</c:v>
                </c:pt>
                <c:pt idx="26">
                  <c:v>21.0</c:v>
                </c:pt>
                <c:pt idx="27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  <c:pt idx="25">
                  <c:v>11.0</c:v>
                </c:pt>
                <c:pt idx="26">
                  <c:v>7.0</c:v>
                </c:pt>
                <c:pt idx="2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  <c:pt idx="25">
                  <c:v>8.0</c:v>
                </c:pt>
                <c:pt idx="26">
                  <c:v>12.0</c:v>
                </c:pt>
                <c:pt idx="27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240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194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188   Δ -16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4.782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4.782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149 / 212 (70,3%)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172 / 240 (71,7%)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 | Turun 107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127 (66,9%)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98 / 145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36 (63,9%)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39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49 (83,7%)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56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1.515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18 (33,3%)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 / 212 (19,3%)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+13,9%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240 (23,3%)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 | Turun 107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127 (18,9%)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145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36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39 (23,1%)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49 (20,4%)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56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1.518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178 | MoM -8,2%
PS: 172 | MoM -8,5%
• Performer
  RE: 1 | Active 100,0% | MoM 0,0%
  PS: 1 | Active 100,0% | MoM 0,0%
• Junior
  RE: 155 | Active 73,1% | MoM -7,7%
  PS: 149 | Active 70,3% | MoM -8,6%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72,2% | MoM -18,8%
  PS: 13 | Active 72,2%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-20,5%, Gap -8
• Grapari Dompu: PS +60,0%, Gap 6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+100,0%, Gap 2
• Grapari Mataram: PS -29,5%, Gap -13
• Grapari Sumbawa: PS -60,0%, Gap -6
• Grapari Taliwang: PS -27,3%,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-124 (-10,2%), PS -65 (-6,8%)
• Sumbawa Barat: RE -61 (-17,6%), PS -16 (-7,0%)
• Sumbawa Timur: RE -25 (-4,4%), PS -13 (-2,9%)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-14 (-28,6%), PS -13 (-44,8%)
• Sumbawa Barat: RE -14 (-48,3%), PS -10 (-62,5%)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0 (0,0%), PS -7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(-60,0%),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95.60%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95.72% | MoM -0.11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-1.85 pp | Rp-463.6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95.19% | MoM +0.07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Rp24.02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Rp23.67 M | MoM +1.5%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Rp24.02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Rp-463.6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Rp-196.5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98.29% / -0.43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99.97% / +0.12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98.29% / +2.33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95.14% / -2.21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93.19% / 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93.79% / -1.24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91.51% / -0.20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92.85% / -2.08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92.36% / +0.43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92.37% / +0.09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92.14%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92.47% / +1.49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93.57% / 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94.06% / +0.30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92.23% / -1.12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93.60% / 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94.56% / +0.56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95.39% / +0.96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94.29% / +0.12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93.34% / +0.19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96.52%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96.74% / -0.26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96.07% / -0.26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96.38% / 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98 | MoM -8.2%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68 / -9.3%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 / -3.1%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33,944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74.5%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11,587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93.4%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82.7%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93.5%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87.2%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84.5%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81.8%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72.1%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75.6%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74.2%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62.3%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56.3%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65.6%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65.6%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63.2%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55.3%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60.8%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50.8%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49.4%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