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33.0</c:v>
                </c:pt>
                <c:pt idx="1">
                  <c:v>32.0</c:v>
                </c:pt>
                <c:pt idx="2">
                  <c:v>24.0</c:v>
                </c:pt>
                <c:pt idx="3">
                  <c:v>13.0</c:v>
                </c:pt>
                <c:pt idx="4">
                  <c:v>27.0</c:v>
                </c:pt>
                <c:pt idx="5">
                  <c:v>23.0</c:v>
                </c:pt>
                <c:pt idx="6">
                  <c:v>30.0</c:v>
                </c:pt>
                <c:pt idx="7">
                  <c:v>28.0</c:v>
                </c:pt>
                <c:pt idx="8">
                  <c:v>17.0</c:v>
                </c:pt>
                <c:pt idx="9">
                  <c:v>22.0</c:v>
                </c:pt>
                <c:pt idx="10">
                  <c:v>13.0</c:v>
                </c:pt>
                <c:pt idx="11">
                  <c:v>24.0</c:v>
                </c:pt>
                <c:pt idx="12">
                  <c:v>19.0</c:v>
                </c:pt>
                <c:pt idx="13">
                  <c:v>26.0</c:v>
                </c:pt>
                <c:pt idx="14">
                  <c:v>23.0</c:v>
                </c:pt>
                <c:pt idx="15">
                  <c:v>20.0</c:v>
                </c:pt>
                <c:pt idx="16">
                  <c:v>17.0</c:v>
                </c:pt>
                <c:pt idx="17">
                  <c:v>13.0</c:v>
                </c:pt>
                <c:pt idx="18">
                  <c:v>28.0</c:v>
                </c:pt>
                <c:pt idx="19">
                  <c:v>25.0</c:v>
                </c:pt>
                <c:pt idx="20">
                  <c:v>26.0</c:v>
                </c:pt>
                <c:pt idx="21">
                  <c:v>23.0</c:v>
                </c:pt>
                <c:pt idx="22">
                  <c:v>21.0</c:v>
                </c:pt>
                <c:pt idx="23">
                  <c:v>18.0</c:v>
                </c:pt>
                <c:pt idx="24">
                  <c:v>11.0</c:v>
                </c:pt>
                <c:pt idx="25">
                  <c:v>29.0</c:v>
                </c:pt>
                <c:pt idx="26">
                  <c:v>19.0</c:v>
                </c:pt>
                <c:pt idx="27">
                  <c:v>21.0</c:v>
                </c:pt>
                <c:pt idx="28">
                  <c:v>18.0</c:v>
                </c:pt>
                <c:pt idx="29">
                  <c:v>17.0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12.0</c:v>
                </c:pt>
                <c:pt idx="1">
                  <c:v>13.0</c:v>
                </c:pt>
                <c:pt idx="2">
                  <c:v>8.0</c:v>
                </c:pt>
                <c:pt idx="3">
                  <c:v>8.0</c:v>
                </c:pt>
                <c:pt idx="4">
                  <c:v>9.0</c:v>
                </c:pt>
                <c:pt idx="5">
                  <c:v>9.0</c:v>
                </c:pt>
                <c:pt idx="6">
                  <c:v>14.0</c:v>
                </c:pt>
                <c:pt idx="7">
                  <c:v>13.0</c:v>
                </c:pt>
                <c:pt idx="8">
                  <c:v>9.0</c:v>
                </c:pt>
                <c:pt idx="9">
                  <c:v>9.0</c:v>
                </c:pt>
                <c:pt idx="10">
                  <c:v>8.0</c:v>
                </c:pt>
                <c:pt idx="11">
                  <c:v>11.0</c:v>
                </c:pt>
                <c:pt idx="12">
                  <c:v>8.0</c:v>
                </c:pt>
                <c:pt idx="13">
                  <c:v>9.0</c:v>
                </c:pt>
                <c:pt idx="14">
                  <c:v>11.0</c:v>
                </c:pt>
                <c:pt idx="15">
                  <c:v>10.0</c:v>
                </c:pt>
                <c:pt idx="16">
                  <c:v>6.0</c:v>
                </c:pt>
                <c:pt idx="17">
                  <c:v>6.0</c:v>
                </c:pt>
                <c:pt idx="18">
                  <c:v>11.0</c:v>
                </c:pt>
                <c:pt idx="19">
                  <c:v>9.0</c:v>
                </c:pt>
                <c:pt idx="20">
                  <c:v>12.0</c:v>
                </c:pt>
                <c:pt idx="21">
                  <c:v>9.0</c:v>
                </c:pt>
                <c:pt idx="22">
                  <c:v>7.0</c:v>
                </c:pt>
                <c:pt idx="23">
                  <c:v>7.0</c:v>
                </c:pt>
                <c:pt idx="24">
                  <c:v>6.0</c:v>
                </c:pt>
                <c:pt idx="25">
                  <c:v>14.0</c:v>
                </c:pt>
                <c:pt idx="26">
                  <c:v>4.0</c:v>
                </c:pt>
                <c:pt idx="27">
                  <c:v>8.0</c:v>
                </c:pt>
                <c:pt idx="28">
                  <c:v>6.0</c:v>
                </c:pt>
                <c:pt idx="29">
                  <c:v>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Sheet1!$D$2:$D$31</c:f>
              <c:numCache>
                <c:formatCode>General</c:formatCode>
                <c:ptCount val="30"/>
                <c:pt idx="0">
                  <c:v>6.0</c:v>
                </c:pt>
                <c:pt idx="1">
                  <c:v>4.0</c:v>
                </c:pt>
                <c:pt idx="2">
                  <c:v>6.0</c:v>
                </c:pt>
                <c:pt idx="3">
                  <c:v>4.0</c:v>
                </c:pt>
                <c:pt idx="4">
                  <c:v>4.0</c:v>
                </c:pt>
                <c:pt idx="5">
                  <c:v>3.0</c:v>
                </c:pt>
                <c:pt idx="6">
                  <c:v>2.0</c:v>
                </c:pt>
                <c:pt idx="7">
                  <c:v>4.0</c:v>
                </c:pt>
                <c:pt idx="8">
                  <c:v>0</c:v>
                </c:pt>
                <c:pt idx="9">
                  <c:v>2.0</c:v>
                </c:pt>
                <c:pt idx="10">
                  <c:v>1.0</c:v>
                </c:pt>
                <c:pt idx="11">
                  <c:v>3.0</c:v>
                </c:pt>
                <c:pt idx="12">
                  <c:v>3.0</c:v>
                </c:pt>
                <c:pt idx="13">
                  <c:v>4.0</c:v>
                </c:pt>
                <c:pt idx="14">
                  <c:v>4.0</c:v>
                </c:pt>
                <c:pt idx="15">
                  <c:v>2.0</c:v>
                </c:pt>
                <c:pt idx="16">
                  <c:v>1.0</c:v>
                </c:pt>
                <c:pt idx="17">
                  <c:v>2.0</c:v>
                </c:pt>
                <c:pt idx="18">
                  <c:v>5.0</c:v>
                </c:pt>
                <c:pt idx="19">
                  <c:v>4.0</c:v>
                </c:pt>
                <c:pt idx="20">
                  <c:v>5.0</c:v>
                </c:pt>
                <c:pt idx="21">
                  <c:v>5.0</c:v>
                </c:pt>
                <c:pt idx="22">
                  <c:v>3.0</c:v>
                </c:pt>
                <c:pt idx="23">
                  <c:v>4.0</c:v>
                </c:pt>
                <c:pt idx="24">
                  <c:v>1.0</c:v>
                </c:pt>
                <c:pt idx="25">
                  <c:v>5.0</c:v>
                </c:pt>
                <c:pt idx="26">
                  <c:v>3.0</c:v>
                </c:pt>
                <c:pt idx="27">
                  <c:v>3.0</c:v>
                </c:pt>
                <c:pt idx="28">
                  <c:v>7.0</c:v>
                </c:pt>
                <c:pt idx="29">
                  <c:v>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Sheet1!$E$2:$E$31</c:f>
              <c:numCache>
                <c:formatCode>General</c:formatCode>
                <c:ptCount val="30"/>
                <c:pt idx="0">
                  <c:v>15.0</c:v>
                </c:pt>
                <c:pt idx="1">
                  <c:v>15.0</c:v>
                </c:pt>
                <c:pt idx="2">
                  <c:v>10.0</c:v>
                </c:pt>
                <c:pt idx="3">
                  <c:v>1.0</c:v>
                </c:pt>
                <c:pt idx="4">
                  <c:v>14.0</c:v>
                </c:pt>
                <c:pt idx="5">
                  <c:v>11.0</c:v>
                </c:pt>
                <c:pt idx="6">
                  <c:v>14.0</c:v>
                </c:pt>
                <c:pt idx="7">
                  <c:v>11.0</c:v>
                </c:pt>
                <c:pt idx="8">
                  <c:v>8.0</c:v>
                </c:pt>
                <c:pt idx="9">
                  <c:v>11.0</c:v>
                </c:pt>
                <c:pt idx="10">
                  <c:v>4.0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  <c:pt idx="14">
                  <c:v>8.0</c:v>
                </c:pt>
                <c:pt idx="15">
                  <c:v>8.0</c:v>
                </c:pt>
                <c:pt idx="16">
                  <c:v>10.0</c:v>
                </c:pt>
                <c:pt idx="17">
                  <c:v>5.0</c:v>
                </c:pt>
                <c:pt idx="18">
                  <c:v>12.0</c:v>
                </c:pt>
                <c:pt idx="19">
                  <c:v>11.0</c:v>
                </c:pt>
                <c:pt idx="20">
                  <c:v>9.0</c:v>
                </c:pt>
                <c:pt idx="21">
                  <c:v>9.0</c:v>
                </c:pt>
                <c:pt idx="22">
                  <c:v>11.0</c:v>
                </c:pt>
                <c:pt idx="23">
                  <c:v>7.0</c:v>
                </c:pt>
                <c:pt idx="24">
                  <c:v>4.0</c:v>
                </c:pt>
                <c:pt idx="25">
                  <c:v>10.0</c:v>
                </c:pt>
                <c:pt idx="26">
                  <c:v>11.0</c:v>
                </c:pt>
                <c:pt idx="27">
                  <c:v>10.0</c:v>
                </c:pt>
                <c:pt idx="28">
                  <c:v>5.0</c:v>
                </c:pt>
                <c:pt idx="29">
                  <c:v>5.0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Sheet1!$F$2:$F$31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1.0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1.0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23.0</c:v>
                </c:pt>
                <c:pt idx="1">
                  <c:v>21.0</c:v>
                </c:pt>
                <c:pt idx="2">
                  <c:v>18.0</c:v>
                </c:pt>
                <c:pt idx="3">
                  <c:v>15.0</c:v>
                </c:pt>
                <c:pt idx="4">
                  <c:v>21.0</c:v>
                </c:pt>
                <c:pt idx="5">
                  <c:v>26.0</c:v>
                </c:pt>
                <c:pt idx="6">
                  <c:v>23.0</c:v>
                </c:pt>
                <c:pt idx="7">
                  <c:v>27.0</c:v>
                </c:pt>
                <c:pt idx="8">
                  <c:v>34.0</c:v>
                </c:pt>
                <c:pt idx="9">
                  <c:v>15.0</c:v>
                </c:pt>
                <c:pt idx="10">
                  <c:v>9.0</c:v>
                </c:pt>
                <c:pt idx="11">
                  <c:v>22.0</c:v>
                </c:pt>
                <c:pt idx="12">
                  <c:v>25.0</c:v>
                </c:pt>
                <c:pt idx="13">
                  <c:v>26.0</c:v>
                </c:pt>
                <c:pt idx="14">
                  <c:v>20.0</c:v>
                </c:pt>
                <c:pt idx="15">
                  <c:v>20.0</c:v>
                </c:pt>
                <c:pt idx="16">
                  <c:v>13.0</c:v>
                </c:pt>
                <c:pt idx="17">
                  <c:v>7.0</c:v>
                </c:pt>
                <c:pt idx="18">
                  <c:v>19.0</c:v>
                </c:pt>
                <c:pt idx="19">
                  <c:v>21.0</c:v>
                </c:pt>
                <c:pt idx="20">
                  <c:v>22.0</c:v>
                </c:pt>
                <c:pt idx="21">
                  <c:v>23.0</c:v>
                </c:pt>
                <c:pt idx="22">
                  <c:v>17.0</c:v>
                </c:pt>
                <c:pt idx="23">
                  <c:v>14.0</c:v>
                </c:pt>
                <c:pt idx="24">
                  <c:v>10.0</c:v>
                </c:pt>
                <c:pt idx="25">
                  <c:v>24.0</c:v>
                </c:pt>
                <c:pt idx="26">
                  <c:v>20.0</c:v>
                </c:pt>
                <c:pt idx="27">
                  <c:v>18.0</c:v>
                </c:pt>
                <c:pt idx="28">
                  <c:v>16.0</c:v>
                </c:pt>
                <c:pt idx="29">
                  <c:v>22.0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9.0</c:v>
                </c:pt>
                <c:pt idx="1">
                  <c:v>9.0</c:v>
                </c:pt>
                <c:pt idx="2">
                  <c:v>7.0</c:v>
                </c:pt>
                <c:pt idx="3">
                  <c:v>7.0</c:v>
                </c:pt>
                <c:pt idx="4">
                  <c:v>9.0</c:v>
                </c:pt>
                <c:pt idx="5">
                  <c:v>12.0</c:v>
                </c:pt>
                <c:pt idx="6">
                  <c:v>11.0</c:v>
                </c:pt>
                <c:pt idx="7">
                  <c:v>7.0</c:v>
                </c:pt>
                <c:pt idx="8">
                  <c:v>16.0</c:v>
                </c:pt>
                <c:pt idx="9">
                  <c:v>8.0</c:v>
                </c:pt>
                <c:pt idx="10">
                  <c:v>6.0</c:v>
                </c:pt>
                <c:pt idx="11">
                  <c:v>12.0</c:v>
                </c:pt>
                <c:pt idx="12">
                  <c:v>8.0</c:v>
                </c:pt>
                <c:pt idx="13">
                  <c:v>9.0</c:v>
                </c:pt>
                <c:pt idx="14">
                  <c:v>9.0</c:v>
                </c:pt>
                <c:pt idx="15">
                  <c:v>7.0</c:v>
                </c:pt>
                <c:pt idx="16">
                  <c:v>8.0</c:v>
                </c:pt>
                <c:pt idx="17">
                  <c:v>2.0</c:v>
                </c:pt>
                <c:pt idx="18">
                  <c:v>8.0</c:v>
                </c:pt>
                <c:pt idx="19">
                  <c:v>8.0</c:v>
                </c:pt>
                <c:pt idx="20">
                  <c:v>9.0</c:v>
                </c:pt>
                <c:pt idx="21">
                  <c:v>10.0</c:v>
                </c:pt>
                <c:pt idx="22">
                  <c:v>9.0</c:v>
                </c:pt>
                <c:pt idx="23">
                  <c:v>2.0</c:v>
                </c:pt>
                <c:pt idx="24">
                  <c:v>5.0</c:v>
                </c:pt>
                <c:pt idx="25">
                  <c:v>11.0</c:v>
                </c:pt>
                <c:pt idx="26">
                  <c:v>11.0</c:v>
                </c:pt>
                <c:pt idx="27">
                  <c:v>6.0</c:v>
                </c:pt>
                <c:pt idx="28">
                  <c:v>4.0</c:v>
                </c:pt>
                <c:pt idx="29">
                  <c:v>11.0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Sheet1!$D$2:$D$31</c:f>
              <c:numCache>
                <c:formatCode>General</c:formatCode>
                <c:ptCount val="30"/>
                <c:pt idx="0">
                  <c:v>5.0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4.0</c:v>
                </c:pt>
                <c:pt idx="5">
                  <c:v>3.0</c:v>
                </c:pt>
                <c:pt idx="6">
                  <c:v>3.0</c:v>
                </c:pt>
                <c:pt idx="7">
                  <c:v>4.0</c:v>
                </c:pt>
                <c:pt idx="8">
                  <c:v>4.0</c:v>
                </c:pt>
                <c:pt idx="9">
                  <c:v>2.0</c:v>
                </c:pt>
                <c:pt idx="10">
                  <c:v>1.0</c:v>
                </c:pt>
                <c:pt idx="11">
                  <c:v>1.0</c:v>
                </c:pt>
                <c:pt idx="12">
                  <c:v>2.0</c:v>
                </c:pt>
                <c:pt idx="13">
                  <c:v>6.0</c:v>
                </c:pt>
                <c:pt idx="14">
                  <c:v>1.0</c:v>
                </c:pt>
                <c:pt idx="15">
                  <c:v>2.0</c:v>
                </c:pt>
                <c:pt idx="16">
                  <c:v>1.0</c:v>
                </c:pt>
                <c:pt idx="17">
                  <c:v>0</c:v>
                </c:pt>
                <c:pt idx="18">
                  <c:v>4.0</c:v>
                </c:pt>
                <c:pt idx="19">
                  <c:v>3.0</c:v>
                </c:pt>
                <c:pt idx="20">
                  <c:v>3.0</c:v>
                </c:pt>
                <c:pt idx="21">
                  <c:v>6.0</c:v>
                </c:pt>
                <c:pt idx="22">
                  <c:v>4.0</c:v>
                </c:pt>
                <c:pt idx="23">
                  <c:v>5.0</c:v>
                </c:pt>
                <c:pt idx="24">
                  <c:v>1.0</c:v>
                </c:pt>
                <c:pt idx="25">
                  <c:v>1.0</c:v>
                </c:pt>
                <c:pt idx="26">
                  <c:v>5.0</c:v>
                </c:pt>
                <c:pt idx="27">
                  <c:v>3.0</c:v>
                </c:pt>
                <c:pt idx="28">
                  <c:v>2.0</c:v>
                </c:pt>
                <c:pt idx="29">
                  <c:v>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Sheet1!$E$2:$E$31</c:f>
              <c:numCache>
                <c:formatCode>General</c:formatCode>
                <c:ptCount val="30"/>
                <c:pt idx="0">
                  <c:v>9.0</c:v>
                </c:pt>
                <c:pt idx="1">
                  <c:v>9.0</c:v>
                </c:pt>
                <c:pt idx="2">
                  <c:v>8.0</c:v>
                </c:pt>
                <c:pt idx="3">
                  <c:v>5.0</c:v>
                </c:pt>
                <c:pt idx="4">
                  <c:v>8.0</c:v>
                </c:pt>
                <c:pt idx="5">
                  <c:v>11.0</c:v>
                </c:pt>
                <c:pt idx="6">
                  <c:v>9.0</c:v>
                </c:pt>
                <c:pt idx="7">
                  <c:v>16.0</c:v>
                </c:pt>
                <c:pt idx="8">
                  <c:v>14.0</c:v>
                </c:pt>
                <c:pt idx="9">
                  <c:v>5.0</c:v>
                </c:pt>
                <c:pt idx="10">
                  <c:v>2.0</c:v>
                </c:pt>
                <c:pt idx="11">
                  <c:v>9.0</c:v>
                </c:pt>
                <c:pt idx="12">
                  <c:v>15.0</c:v>
                </c:pt>
                <c:pt idx="13">
                  <c:v>11.0</c:v>
                </c:pt>
                <c:pt idx="14">
                  <c:v>10.0</c:v>
                </c:pt>
                <c:pt idx="15">
                  <c:v>11.0</c:v>
                </c:pt>
                <c:pt idx="16">
                  <c:v>4.0</c:v>
                </c:pt>
                <c:pt idx="17">
                  <c:v>5.0</c:v>
                </c:pt>
                <c:pt idx="18">
                  <c:v>7.0</c:v>
                </c:pt>
                <c:pt idx="19">
                  <c:v>10.0</c:v>
                </c:pt>
                <c:pt idx="20">
                  <c:v>10.0</c:v>
                </c:pt>
                <c:pt idx="21">
                  <c:v>7.0</c:v>
                </c:pt>
                <c:pt idx="22">
                  <c:v>4.0</c:v>
                </c:pt>
                <c:pt idx="23">
                  <c:v>7.0</c:v>
                </c:pt>
                <c:pt idx="24">
                  <c:v>4.0</c:v>
                </c:pt>
                <c:pt idx="25">
                  <c:v>12.0</c:v>
                </c:pt>
                <c:pt idx="26">
                  <c:v>4.0</c:v>
                </c:pt>
                <c:pt idx="27">
                  <c:v>9.0</c:v>
                </c:pt>
                <c:pt idx="28">
                  <c:v>10.0</c:v>
                </c:pt>
                <c:pt idx="29">
                  <c:v>7.0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Sheet1!$F$2:$F$31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85,3%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1.182,5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86,3%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138,1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99,0%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95,3%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Nagekeo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150 → 150  (0,0%)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-12,5%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96   Δ -12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-14,9%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94   Δ -14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71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2.572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2.572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 / 15 (93,3%)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+7,7%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66 / 134 (49,3%)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-17,5% | Turun 40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80 / 150 (53,3%)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-14,9% | Turun 44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 / 48 (43,8%)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27 / 54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 / 22 (59,1%)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-27,8%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 / 24 (58,3%)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8 (87,5%)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32 / 64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-13,5%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39 / 72 (54,2%)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-11,4%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576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816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041648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352544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 / 15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+9,1%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21 / 134 (15,7%)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-4,5% | Turun 40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33 / 150 (22,0%)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-2,9% | Turun 44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48 (22,9%)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+22,2%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54 (31,5%)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+21,4%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22 (13,6%)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24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8 (62,5%)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64 (10,9%)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72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760720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2.135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268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(Jumlah SF, % Active, MoM RE atau 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Active RE: 84 SF | MoM RE </a:t>
            </a:r>
            <a:r>
              <a:rPr sz="830" b="1">
                <a:solidFill>
                  <a:srgbClr val="D73527"/>
                </a:solidFill>
                <a:latin typeface="Arial"/>
              </a:rPr>
              <a:t>-1,2%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Active PS: 80 SF | MoM PS +1,2%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70 SF | Active 52,2% | MoM RE </a:t>
            </a:r>
            <a:r>
              <a:rPr sz="830" b="1">
                <a:solidFill>
                  <a:srgbClr val="D73527"/>
                </a:solidFill>
                <a:latin typeface="Arial"/>
              </a:rPr>
              <a:t>-3,5%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66 SF | Active 49,3% | MoM PS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Greenfield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14 SF | Active 93,3% | MoM RE +25,4%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14 SF | Active 93,3% | MoM PS +23,1%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 Plus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0 SF | Active 0,0% | MoM RE </a:t>
            </a:r>
            <a:r>
              <a:rPr sz="830" b="1">
                <a:solidFill>
                  <a:srgbClr val="D73527"/>
                </a:solidFill>
                <a:latin typeface="Arial"/>
              </a:rPr>
              <a:t>-100,0%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0 SF | Active 0,0% | MoM PS </a:t>
            </a:r>
            <a:r>
              <a:rPr sz="830" b="1">
                <a:solidFill>
                  <a:srgbClr val="D73527"/>
                </a:solidFill>
                <a:latin typeface="Arial"/>
              </a:rPr>
              <a:t>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Bajawa: PS </a:t>
            </a:r>
            <a:r>
              <a:rPr sz="850" b="1">
                <a:solidFill>
                  <a:srgbClr val="D73527"/>
                </a:solidFill>
                <a:latin typeface="Arial"/>
              </a:rPr>
              <a:t>-37,5%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-6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Ende: PS </a:t>
            </a:r>
            <a:r>
              <a:rPr sz="850" b="1">
                <a:solidFill>
                  <a:srgbClr val="D73527"/>
                </a:solidFill>
                <a:latin typeface="Arial"/>
              </a:rPr>
              <a:t>-23,9%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-11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Kalabahi: PS 0,0%, Gap 0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Labuan Bajo: PS </a:t>
            </a:r>
            <a:r>
              <a:rPr sz="850" b="1">
                <a:solidFill>
                  <a:srgbClr val="D73527"/>
                </a:solidFill>
                <a:latin typeface="Arial"/>
              </a:rPr>
              <a:t>-26,3%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Larantuka: PS </a:t>
            </a:r>
            <a:r>
              <a:rPr sz="850" b="1">
                <a:solidFill>
                  <a:srgbClr val="D73527"/>
                </a:solidFill>
                <a:latin typeface="Arial"/>
              </a:rPr>
              <a:t>-56,2%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-9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Maumere: PS +75,0%, Gap 12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Ruteng: PS +6,7%,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Flores Timur: RE </a:t>
            </a:r>
            <a:r>
              <a:rPr sz="830" b="1">
                <a:solidFill>
                  <a:srgbClr val="D73527"/>
                </a:solidFill>
                <a:latin typeface="Arial"/>
              </a:rPr>
              <a:t>-78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-32,0%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-67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-35,8%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Manggarai: RE </a:t>
            </a:r>
            <a:r>
              <a:rPr sz="830" b="1">
                <a:solidFill>
                  <a:srgbClr val="D73527"/>
                </a:solidFill>
                <a:latin typeface="Arial"/>
              </a:rPr>
              <a:t>-6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-24,0%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-4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-30,8%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Ende Sikka: RE </a:t>
            </a:r>
            <a:r>
              <a:rPr sz="830" b="1">
                <a:solidFill>
                  <a:srgbClr val="D73527"/>
                </a:solidFill>
                <a:latin typeface="Arial"/>
              </a:rPr>
              <a:t>-3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-18,8%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-2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-16,7%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Flores Timur: RE </a:t>
            </a:r>
            <a:r>
              <a:rPr sz="830" b="1">
                <a:solidFill>
                  <a:srgbClr val="D73527"/>
                </a:solidFill>
                <a:latin typeface="Arial"/>
              </a:rPr>
              <a:t>-7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-50,0%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-2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-33,3%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Flores Timur: RE 4 (+200,0%), PS </a:t>
            </a:r>
            <a:r>
              <a:rPr sz="830" b="1">
                <a:solidFill>
                  <a:srgbClr val="D73527"/>
                </a:solidFill>
                <a:latin typeface="Arial"/>
              </a:rPr>
              <a:t>-2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-100,0%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Ende Sikka: RE 3 (+75,0%), PS </a:t>
            </a:r>
            <a:r>
              <a:rPr sz="830" b="1">
                <a:solidFill>
                  <a:srgbClr val="D73527"/>
                </a:solidFill>
                <a:latin typeface="Arial"/>
              </a:rPr>
              <a:t>-1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-25,0%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Manggarai: RE 0 (0,0%), PS </a:t>
            </a:r>
            <a:r>
              <a:rPr sz="830" b="1">
                <a:solidFill>
                  <a:srgbClr val="D73527"/>
                </a:solidFill>
                <a:latin typeface="Arial"/>
              </a:rPr>
              <a:t>-3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-60,0%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225,4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Yanuarius Ngampu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YAN7120039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Alifiah Putri Fadillah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ALI4809280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RIK8871174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SPESS73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Alpius andriano kume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ALP1906630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helmina dianafri jon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HEL4506624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Dionisius lalu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DIO5274670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Yanuarius Ngampu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YAN7120039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SPESS73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Ignasius Renaldi Putra Sanlando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IGN8815465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SPRGE76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Dionisius lalu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DIO5274670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helmina dianafri jon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HEL4506624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SPBEN72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SRY ANITA MEGAWATI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SPIAA10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KOMANG SUKAYANA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SPSTI73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AGUSTINA MARGARETA KEDANG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SPRTR18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GERADUS SOLA LIMA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SPADR53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Elias Vitus 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ELI8004604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XAVERIUS LENGU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SPVXK18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AGUSTINA MARGARETA KEDANG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SPRTR18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GERADUS SOLA LIMA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SPADR53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ALOYSIUS BOY JEMAT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ALO6786045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Elias Vitus 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ELI8004604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ARIFIN LATIF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ARI1360841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94.16%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94.34% | MoM -0.18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96.70%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-2.54 pp | Rp-259.5 Jt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93.48%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93.44% | MoM +0.03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Rp9.61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Rp9.59 M | MoM +0.3%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Rp10.21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+0.5%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94.16%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93.48%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Rp9.61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-2.54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Rp-259.5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94.37%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93.53%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+0.50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Rp3.74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-2.33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Rp-92.3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90.91%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-3.68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90.54%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-3.31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Rp2.01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-5.79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Rp-127.9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95.73%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+1.29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95.16%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+1.54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Rp3.87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-0.97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Rp-39.3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98.58% / +1.62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98.55% / +2.56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97.73% / -0.38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99.11% / +1.86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92.25% / +0.30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91.84% / +0.57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91.06% / -1.75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93.57% / +1.45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88.43% / -0.29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87.42% / +0.37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85.62% / -3.84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91.23% / +1.38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91.24% / +0.11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89.93% / +0.11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90.00% / -2.30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93.31% / +1.39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92.93% / -0.20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92.69% / -0.52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88.40% / -3.62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95.18% / +1.62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95.72% / -0.31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96.53% / +0.41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92.14% / -4.19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96.88% / +1.12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10/28/2026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6 | MoM +0.0%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-3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 / -16.7%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-33.3%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30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20,108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14,840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73.8%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5,268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98.7%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94.4%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90.0%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84.8%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83.8%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81.4%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406 / 98.3%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94.0%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409 / 90.5%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85.7%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81.0%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81.2%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236 / 98.3%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230 / 93.0%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89.9%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256 / 81.2%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251 / 80.9%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80.5%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99.5%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96.0%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89.4%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321 / 86.6%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465 / 88.0%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82.2%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80.5%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81.5%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81.4%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73.6%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74.5%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69.8%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451 / 76.9%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369 / 77.5%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80.0%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384 / 69.5%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377 / 77.2%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328 / 73.2%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82.1%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229 / 85.2%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195 / 79.5%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145 / 77.2%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71.7%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66.5%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83.0%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83.2%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302 / 84.4%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278 / 77.3%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73.1%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333 / 68.2%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65.8%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66.1%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61.5%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60.5%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61.4%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60.5%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68.6%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297 / 68.3%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312 / 67.3%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264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324 / 57.1%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147 / 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159 / 58.5%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60.7%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62.0%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162 / 58.6%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124 / 58.1%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64.1%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67.6%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336 / 56.5%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57.1%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61.1%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301 / 65.1%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61.0%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57.7%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66.5%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55.5%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57.7%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55.2%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61.3%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294 / 56.5%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237 / 67.1%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280 / 52.5%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52.1%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258 / 48.8%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135 / 57.8%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158 / 60.8%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128 / 64.1%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108 / 59.3%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106 / 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141 / 49.6%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282 / 62.1%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253 / 57.3%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67.0%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281 / 56.9%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257 / 65.4%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66.1%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