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  <c:pt idx="18">
                  <c:v>28.0</c:v>
                </c:pt>
                <c:pt idx="19">
                  <c:v>25.0</c:v>
                </c:pt>
                <c:pt idx="20">
                  <c:v>26.0</c:v>
                </c:pt>
                <c:pt idx="21">
                  <c:v>23.0</c:v>
                </c:pt>
                <c:pt idx="22">
                  <c:v>21.0</c:v>
                </c:pt>
                <c:pt idx="23">
                  <c:v>18.0</c:v>
                </c:pt>
                <c:pt idx="24">
                  <c:v>11.0</c:v>
                </c:pt>
                <c:pt idx="25">
                  <c:v>29.0</c:v>
                </c:pt>
                <c:pt idx="26">
                  <c:v>19.0</c:v>
                </c:pt>
                <c:pt idx="27">
                  <c:v>21.0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  <c:pt idx="18">
                  <c:v>11.0</c:v>
                </c:pt>
                <c:pt idx="19">
                  <c:v>9.0</c:v>
                </c:pt>
                <c:pt idx="20">
                  <c:v>12.0</c:v>
                </c:pt>
                <c:pt idx="21">
                  <c:v>9.0</c:v>
                </c:pt>
                <c:pt idx="22">
                  <c:v>7.0</c:v>
                </c:pt>
                <c:pt idx="23">
                  <c:v>7.0</c:v>
                </c:pt>
                <c:pt idx="24">
                  <c:v>6.0</c:v>
                </c:pt>
                <c:pt idx="25">
                  <c:v>14.0</c:v>
                </c:pt>
                <c:pt idx="26">
                  <c:v>4.0</c:v>
                </c:pt>
                <c:pt idx="27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  <c:pt idx="18">
                  <c:v>5.0</c:v>
                </c:pt>
                <c:pt idx="19">
                  <c:v>4.0</c:v>
                </c:pt>
                <c:pt idx="20">
                  <c:v>5.0</c:v>
                </c:pt>
                <c:pt idx="21">
                  <c:v>5.0</c:v>
                </c:pt>
                <c:pt idx="22">
                  <c:v>3.0</c:v>
                </c:pt>
                <c:pt idx="23">
                  <c:v>4.0</c:v>
                </c:pt>
                <c:pt idx="24">
                  <c:v>1.0</c:v>
                </c:pt>
                <c:pt idx="25">
                  <c:v>5.0</c:v>
                </c:pt>
                <c:pt idx="26">
                  <c:v>3.0</c:v>
                </c:pt>
                <c:pt idx="27">
                  <c:v>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  <c:pt idx="18">
                  <c:v>12.0</c:v>
                </c:pt>
                <c:pt idx="19">
                  <c:v>11.0</c:v>
                </c:pt>
                <c:pt idx="20">
                  <c:v>9.0</c:v>
                </c:pt>
                <c:pt idx="21">
                  <c:v>9.0</c:v>
                </c:pt>
                <c:pt idx="22">
                  <c:v>11.0</c:v>
                </c:pt>
                <c:pt idx="23">
                  <c:v>7.0</c:v>
                </c:pt>
                <c:pt idx="24">
                  <c:v>4.0</c:v>
                </c:pt>
                <c:pt idx="25">
                  <c:v>10.0</c:v>
                </c:pt>
                <c:pt idx="26">
                  <c:v>11.0</c:v>
                </c:pt>
                <c:pt idx="27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1.0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1.0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  <c:pt idx="18">
                  <c:v>19.0</c:v>
                </c:pt>
                <c:pt idx="19">
                  <c:v>21.0</c:v>
                </c:pt>
                <c:pt idx="20">
                  <c:v>22.0</c:v>
                </c:pt>
                <c:pt idx="21">
                  <c:v>23.0</c:v>
                </c:pt>
                <c:pt idx="22">
                  <c:v>17.0</c:v>
                </c:pt>
                <c:pt idx="23">
                  <c:v>14.0</c:v>
                </c:pt>
                <c:pt idx="24">
                  <c:v>10.0</c:v>
                </c:pt>
                <c:pt idx="25">
                  <c:v>24.0</c:v>
                </c:pt>
                <c:pt idx="26">
                  <c:v>20.0</c:v>
                </c:pt>
                <c:pt idx="27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Sheet1!$C$2:$C$29</c:f>
              <c:numCache>
                <c:formatCode>General</c:formatCode>
                <c:ptCount val="28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  <c:pt idx="18">
                  <c:v>8.0</c:v>
                </c:pt>
                <c:pt idx="19">
                  <c:v>8.0</c:v>
                </c:pt>
                <c:pt idx="20">
                  <c:v>9.0</c:v>
                </c:pt>
                <c:pt idx="21">
                  <c:v>10.0</c:v>
                </c:pt>
                <c:pt idx="22">
                  <c:v>9.0</c:v>
                </c:pt>
                <c:pt idx="23">
                  <c:v>2.0</c:v>
                </c:pt>
                <c:pt idx="24">
                  <c:v>5.0</c:v>
                </c:pt>
                <c:pt idx="25">
                  <c:v>11.0</c:v>
                </c:pt>
                <c:pt idx="26">
                  <c:v>11.0</c:v>
                </c:pt>
                <c:pt idx="27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Sheet1!$D$2:$D$29</c:f>
              <c:numCache>
                <c:formatCode>General</c:formatCode>
                <c:ptCount val="28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  <c:pt idx="18">
                  <c:v>4.0</c:v>
                </c:pt>
                <c:pt idx="19">
                  <c:v>3.0</c:v>
                </c:pt>
                <c:pt idx="20">
                  <c:v>3.0</c:v>
                </c:pt>
                <c:pt idx="21">
                  <c:v>6.0</c:v>
                </c:pt>
                <c:pt idx="22">
                  <c:v>4.0</c:v>
                </c:pt>
                <c:pt idx="23">
                  <c:v>5.0</c:v>
                </c:pt>
                <c:pt idx="24">
                  <c:v>1.0</c:v>
                </c:pt>
                <c:pt idx="25">
                  <c:v>1.0</c:v>
                </c:pt>
                <c:pt idx="26">
                  <c:v>5.0</c:v>
                </c:pt>
                <c:pt idx="27">
                  <c:v>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Sheet1!$E$2:$E$29</c:f>
              <c:numCache>
                <c:formatCode>General</c:formatCode>
                <c:ptCount val="28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  <c:pt idx="18">
                  <c:v>7.0</c:v>
                </c:pt>
                <c:pt idx="19">
                  <c:v>10.0</c:v>
                </c:pt>
                <c:pt idx="20">
                  <c:v>10.0</c:v>
                </c:pt>
                <c:pt idx="21">
                  <c:v>7.0</c:v>
                </c:pt>
                <c:pt idx="22">
                  <c:v>4.0</c:v>
                </c:pt>
                <c:pt idx="23">
                  <c:v>7.0</c:v>
                </c:pt>
                <c:pt idx="24">
                  <c:v>4.0</c:v>
                </c:pt>
                <c:pt idx="25">
                  <c:v>12.0</c:v>
                </c:pt>
                <c:pt idx="26">
                  <c:v>4.0</c:v>
                </c:pt>
                <c:pt idx="27">
                  <c:v>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Sheet1!$A$2:$A$29</c:f>
              <c:strCache>
                <c:ptCount val="2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  <c:pt idx="18">
                  <c:v>19 Oct</c:v>
                </c:pt>
                <c:pt idx="19">
                  <c:v>20 Oct</c:v>
                </c:pt>
                <c:pt idx="20">
                  <c:v>21 Oct</c:v>
                </c:pt>
                <c:pt idx="21">
                  <c:v>22 Oct</c:v>
                </c:pt>
                <c:pt idx="22">
                  <c:v>23 Oct</c:v>
                </c:pt>
                <c:pt idx="23">
                  <c:v>24 Oct</c:v>
                </c:pt>
                <c:pt idx="24">
                  <c:v>25 Oct</c:v>
                </c:pt>
                <c:pt idx="25">
                  <c:v>26 Oct</c:v>
                </c:pt>
                <c:pt idx="26">
                  <c:v>27 Oct</c:v>
                </c:pt>
                <c:pt idx="27">
                  <c:v>28 Oct</c:v>
                </c:pt>
              </c:strCache>
            </c:strRef>
          </c:cat>
          <c:val>
            <c:numRef>
              <c:f>Sheet1!$F$2:$F$29</c:f>
              <c:numCache>
                <c:formatCode>General</c:formatCode>
                <c:ptCount val="2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151  (+0,7%)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94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-15,2%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2.395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2.395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65 / 137 (47,4%)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-17,7%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78 / 151 (51,7%)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-16,1%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 / 45 (46,7%)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 / 50 (52,0%)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21 (61,9%)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-27,8%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23 (60,9%)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31 / 71 (43,7%)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-13,9%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78 (48,7%)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-11,6%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522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 / 137 (12,4%)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 / 151 (18,5%)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-9,7%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45 (24,4%)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+37,5%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50 (32,0%)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+23,1%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21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23 (17,4%)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7 (71,4%)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71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78 (10,3%)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160,2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82 | MoM -12,8%
PS: 78 | MoM -15,2%
• Junior
  RE: 69 | Active 50,4% | MoM -13,8%
  PS: 65 | Active 47,4% | MoM -16,7%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-28,6%, Gap -4
• Grapari Ende: PS -28,6%, Gap -12
• Grapari Kalabahi: PS 0,0%, Gap 0
• Grapari Labuan Bajo: PS -29,4%, Gap -5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-53,8%, Gap -7
• Grapari Maumere: PS +56,2%, Gap 9
• Grapari Ruteng: PS -27,3%,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-86 (-36,4%), PS -73 (-40,6%)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-8 (-32,0%), PS -3 (-25,0%)
• Ende Sikka: RE -3 (-18,8%), PS -2 (-16,7%)
• Flores Timur: RE -8 (-57,1%), PS -1 (-20,0%)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3 (+75,0%), PS -2 (-50,0%)
• Flores Timur: RE 1 (+50,0%), PS -2 (-100,0%)
• Manggarai: RE -4 (-57,1%),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-2 (-40,0%), PS -4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Yanuarius Ngampu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YAN7120039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Ignasius Renaldi Putra Sanlando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IGN8815465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01–28 Oct 2026 vs MTD-1 01–28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SRY ANITA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SPIAA10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SPADR53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ROY3974529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ROB7687647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91.23%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92.77% | MoM -1.54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-5.47 pp | Rp-558.8 Jt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90.35%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91.76% | MoM -1.41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Rp9.32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Rp9.43 M | MoM -1.2%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91.23%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90.35%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Rp9.32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91.72%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Rp3.68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83.46%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Rp-283.8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93.00%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Rp3.78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Rp-121.8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96.50% / +0.44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96.92% / +1.71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92.16% / -5.41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98.61% / +2.62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89.82% / -0.13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90.48% / +0.85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85.60% / -6.01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92.07% / +2.95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84.48% / -2.42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84.67% / -0.22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77.08% / -11.14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88.98% / +0.97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87.44% / -1.83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87.04% / -0.80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82.21% / -8.65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90.80% / +0.88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89.25% / -1.87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89.92% / -0.98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80.75% / -9.32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92.45% / +0.66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93.20% / -1.47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95.69% / +0.72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85.37% / -9.57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95.06% / +0.84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 | MoM -33.3%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28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14,501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72.1%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5,607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88.7%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81.4%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78.7%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92.6%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90.0%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82.8%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80.1%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79.4%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95.3%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91.7%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79.3%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75.1%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99.2%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95.7%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88.9%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86.0%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80.4%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79.4%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79.2%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68.2%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75.6%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78.0%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76.4%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72.0%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75.9%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68.1%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61.8%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82.6%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81.5%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82.1%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76.3%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71.4%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67.9%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60.0%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59.1%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65.5%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67.3%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61.7%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55.9%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56.0%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56.4%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57.1%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56.5%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63.7%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67.0%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54.2%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60.5%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63.8%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53.2%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59.3%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55.4%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66.2%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51.7%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47.3%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57.6%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59.4%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49.1%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46.1%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60.6%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65.9%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64.7%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