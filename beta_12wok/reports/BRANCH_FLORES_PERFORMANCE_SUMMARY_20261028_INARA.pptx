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2.395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134 (48,5%)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150 (52,7%)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64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134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 / 150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54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72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-11,7%
PS: 79 | MoM -14,1%
• Junior
  RE: 69 | Active 51,5% | MoM -13,8%
  PS: 65 | Active 48,5%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93,3% | MoM +7,7%
  PS: 14 | Active 93,3% | MoM +7,7%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-28,6%, Gap -4
• Grapari Ende: PS -28,6%, Gap -12
• Grapari Kalabahi: PS 0,0%, Gap 0
• Grapari Labuan Bajo: PS -29,4%,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-53,8%, Gap -7
• Grapari Maumere: PS +56,2%, Gap 9
• Grapari Ruteng: PS -27,3%,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-86 (-36,4%), PS -73 (-40,6%)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-8 (-32,0%), PS -3 (-25,0%)
• Ende Sikka: RE -3 (-18,8%), PS -2 (-16,7%)
• Flores Timur: RE -8 (-57,1%), PS -1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3 (+75,0%), PS -2 (-50,0%)
• Flores Timur: RE 1 (+50,0%), PS -2 (-100,0%)
• Manggarai: RE -4 (-57,1%),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(-40,0%),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93.90% | MoM -0.44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-3.24 pp | Rp-330.6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92.97% | MoM -0.24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Rp9.54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Rp9.54 M | MoM +0.0%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Rp-330.6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Rp-111.2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97.87% / +1.02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97.52% / +1.82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96.39% / -1.72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91.79% / 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91.59% / +1.25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89.58% / -2.78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87.19% / -0.89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86.16% / +0.00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83.25% / -5.74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90.74% / +1.37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90.37% / 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89.20% / +0.22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88.24% / -3.88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92.79% / +1.25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91.98% / -0.58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86.56% / -4.70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94.51% / +1.35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96.28% / +0.46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90.63% / -5.26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96.56% / +1.18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-16.7%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14,688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5,420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77.8%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72.9%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67.9%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57.3%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64.8%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65.6%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