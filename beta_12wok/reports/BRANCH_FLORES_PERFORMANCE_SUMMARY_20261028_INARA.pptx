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33.0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27.0</c:v>
                </c:pt>
                <c:pt idx="5">
                  <c:v>23.0</c:v>
                </c:pt>
                <c:pt idx="6">
                  <c:v>30.0</c:v>
                </c:pt>
                <c:pt idx="7">
                  <c:v>28.0</c:v>
                </c:pt>
                <c:pt idx="8">
                  <c:v>17.0</c:v>
                </c:pt>
                <c:pt idx="9">
                  <c:v>22.0</c:v>
                </c:pt>
                <c:pt idx="10">
                  <c:v>13.0</c:v>
                </c:pt>
                <c:pt idx="11">
                  <c:v>24.0</c:v>
                </c:pt>
                <c:pt idx="12">
                  <c:v>19.0</c:v>
                </c:pt>
                <c:pt idx="13">
                  <c:v>26.0</c:v>
                </c:pt>
                <c:pt idx="14">
                  <c:v>23.0</c:v>
                </c:pt>
                <c:pt idx="15">
                  <c:v>20.0</c:v>
                </c:pt>
                <c:pt idx="16">
                  <c:v>17.0</c:v>
                </c:pt>
                <c:pt idx="17">
                  <c:v>13.0</c:v>
                </c:pt>
                <c:pt idx="18">
                  <c:v>28.0</c:v>
                </c:pt>
                <c:pt idx="19">
                  <c:v>25.0</c:v>
                </c:pt>
                <c:pt idx="20">
                  <c:v>26.0</c:v>
                </c:pt>
                <c:pt idx="21">
                  <c:v>23.0</c:v>
                </c:pt>
                <c:pt idx="22">
                  <c:v>21.0</c:v>
                </c:pt>
                <c:pt idx="23">
                  <c:v>18.0</c:v>
                </c:pt>
                <c:pt idx="24">
                  <c:v>11.0</c:v>
                </c:pt>
                <c:pt idx="25">
                  <c:v>29.0</c:v>
                </c:pt>
                <c:pt idx="26">
                  <c:v>19.0</c:v>
                </c:pt>
                <c:pt idx="27">
                  <c:v>21.0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9.0</c:v>
                </c:pt>
                <c:pt idx="6">
                  <c:v>14.0</c:v>
                </c:pt>
                <c:pt idx="7">
                  <c:v>13.0</c:v>
                </c:pt>
                <c:pt idx="8">
                  <c:v>9.0</c:v>
                </c:pt>
                <c:pt idx="9">
                  <c:v>9.0</c:v>
                </c:pt>
                <c:pt idx="10">
                  <c:v>8.0</c:v>
                </c:pt>
                <c:pt idx="11">
                  <c:v>11.0</c:v>
                </c:pt>
                <c:pt idx="12">
                  <c:v>8.0</c:v>
                </c:pt>
                <c:pt idx="13">
                  <c:v>9.0</c:v>
                </c:pt>
                <c:pt idx="14">
                  <c:v>11.0</c:v>
                </c:pt>
                <c:pt idx="15">
                  <c:v>10.0</c:v>
                </c:pt>
                <c:pt idx="16">
                  <c:v>6.0</c:v>
                </c:pt>
                <c:pt idx="17">
                  <c:v>6.0</c:v>
                </c:pt>
                <c:pt idx="18">
                  <c:v>11.0</c:v>
                </c:pt>
                <c:pt idx="19">
                  <c:v>9.0</c:v>
                </c:pt>
                <c:pt idx="20">
                  <c:v>12.0</c:v>
                </c:pt>
                <c:pt idx="21">
                  <c:v>9.0</c:v>
                </c:pt>
                <c:pt idx="22">
                  <c:v>7.0</c:v>
                </c:pt>
                <c:pt idx="23">
                  <c:v>7.0</c:v>
                </c:pt>
                <c:pt idx="24">
                  <c:v>6.0</c:v>
                </c:pt>
                <c:pt idx="25">
                  <c:v>14.0</c:v>
                </c:pt>
                <c:pt idx="26">
                  <c:v>4.0</c:v>
                </c:pt>
                <c:pt idx="27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3.0</c:v>
                </c:pt>
                <c:pt idx="6">
                  <c:v>2.0</c:v>
                </c:pt>
                <c:pt idx="7">
                  <c:v>4.0</c:v>
                </c:pt>
                <c:pt idx="8">
                  <c:v>0</c:v>
                </c:pt>
                <c:pt idx="9">
                  <c:v>2.0</c:v>
                </c:pt>
                <c:pt idx="10">
                  <c:v>1.0</c:v>
                </c:pt>
                <c:pt idx="11">
                  <c:v>3.0</c:v>
                </c:pt>
                <c:pt idx="12">
                  <c:v>3.0</c:v>
                </c:pt>
                <c:pt idx="13">
                  <c:v>4.0</c:v>
                </c:pt>
                <c:pt idx="14">
                  <c:v>4.0</c:v>
                </c:pt>
                <c:pt idx="15">
                  <c:v>2.0</c:v>
                </c:pt>
                <c:pt idx="16">
                  <c:v>1.0</c:v>
                </c:pt>
                <c:pt idx="17">
                  <c:v>2.0</c:v>
                </c:pt>
                <c:pt idx="18">
                  <c:v>5.0</c:v>
                </c:pt>
                <c:pt idx="19">
                  <c:v>4.0</c:v>
                </c:pt>
                <c:pt idx="20">
                  <c:v>5.0</c:v>
                </c:pt>
                <c:pt idx="21">
                  <c:v>5.0</c:v>
                </c:pt>
                <c:pt idx="22">
                  <c:v>3.0</c:v>
                </c:pt>
                <c:pt idx="23">
                  <c:v>4.0</c:v>
                </c:pt>
                <c:pt idx="24">
                  <c:v>1.0</c:v>
                </c:pt>
                <c:pt idx="25">
                  <c:v>5.0</c:v>
                </c:pt>
                <c:pt idx="26">
                  <c:v>3.0</c:v>
                </c:pt>
                <c:pt idx="27">
                  <c:v>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15.0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14.0</c:v>
                </c:pt>
                <c:pt idx="5">
                  <c:v>11.0</c:v>
                </c:pt>
                <c:pt idx="6">
                  <c:v>14.0</c:v>
                </c:pt>
                <c:pt idx="7">
                  <c:v>11.0</c:v>
                </c:pt>
                <c:pt idx="8">
                  <c:v>8.0</c:v>
                </c:pt>
                <c:pt idx="9">
                  <c:v>11.0</c:v>
                </c:pt>
                <c:pt idx="10">
                  <c:v>4.0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8.0</c:v>
                </c:pt>
                <c:pt idx="15">
                  <c:v>8.0</c:v>
                </c:pt>
                <c:pt idx="16">
                  <c:v>10.0</c:v>
                </c:pt>
                <c:pt idx="17">
                  <c:v>5.0</c:v>
                </c:pt>
                <c:pt idx="18">
                  <c:v>12.0</c:v>
                </c:pt>
                <c:pt idx="19">
                  <c:v>11.0</c:v>
                </c:pt>
                <c:pt idx="20">
                  <c:v>9.0</c:v>
                </c:pt>
                <c:pt idx="21">
                  <c:v>9.0</c:v>
                </c:pt>
                <c:pt idx="22">
                  <c:v>11.0</c:v>
                </c:pt>
                <c:pt idx="23">
                  <c:v>7.0</c:v>
                </c:pt>
                <c:pt idx="24">
                  <c:v>4.0</c:v>
                </c:pt>
                <c:pt idx="25">
                  <c:v>10.0</c:v>
                </c:pt>
                <c:pt idx="26">
                  <c:v>11.0</c:v>
                </c:pt>
                <c:pt idx="27">
                  <c:v>10.0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Sheet1!$F$2:$F$29</c:f>
              <c:numCache>
                <c:formatCode>General</c:formatCode>
                <c:ptCount val="2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1.0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1.0</c:v>
                </c:pt>
                <c:pt idx="27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21.0</c:v>
                </c:pt>
                <c:pt idx="5">
                  <c:v>26.0</c:v>
                </c:pt>
                <c:pt idx="6">
                  <c:v>23.0</c:v>
                </c:pt>
                <c:pt idx="7">
                  <c:v>27.0</c:v>
                </c:pt>
                <c:pt idx="8">
                  <c:v>34.0</c:v>
                </c:pt>
                <c:pt idx="9">
                  <c:v>15.0</c:v>
                </c:pt>
                <c:pt idx="10">
                  <c:v>9.0</c:v>
                </c:pt>
                <c:pt idx="11">
                  <c:v>22.0</c:v>
                </c:pt>
                <c:pt idx="12">
                  <c:v>25.0</c:v>
                </c:pt>
                <c:pt idx="13">
                  <c:v>26.0</c:v>
                </c:pt>
                <c:pt idx="14">
                  <c:v>20.0</c:v>
                </c:pt>
                <c:pt idx="15">
                  <c:v>20.0</c:v>
                </c:pt>
                <c:pt idx="16">
                  <c:v>13.0</c:v>
                </c:pt>
                <c:pt idx="17">
                  <c:v>7.0</c:v>
                </c:pt>
                <c:pt idx="18">
                  <c:v>19.0</c:v>
                </c:pt>
                <c:pt idx="19">
                  <c:v>21.0</c:v>
                </c:pt>
                <c:pt idx="20">
                  <c:v>22.0</c:v>
                </c:pt>
                <c:pt idx="21">
                  <c:v>23.0</c:v>
                </c:pt>
                <c:pt idx="22">
                  <c:v>17.0</c:v>
                </c:pt>
                <c:pt idx="23">
                  <c:v>14.0</c:v>
                </c:pt>
                <c:pt idx="24">
                  <c:v>10.0</c:v>
                </c:pt>
                <c:pt idx="25">
                  <c:v>24.0</c:v>
                </c:pt>
                <c:pt idx="26">
                  <c:v>20.0</c:v>
                </c:pt>
                <c:pt idx="27">
                  <c:v>18.0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  <c:pt idx="6">
                  <c:v>11.0</c:v>
                </c:pt>
                <c:pt idx="7">
                  <c:v>7.0</c:v>
                </c:pt>
                <c:pt idx="8">
                  <c:v>16.0</c:v>
                </c:pt>
                <c:pt idx="9">
                  <c:v>8.0</c:v>
                </c:pt>
                <c:pt idx="10">
                  <c:v>6.0</c:v>
                </c:pt>
                <c:pt idx="11">
                  <c:v>12.0</c:v>
                </c:pt>
                <c:pt idx="12">
                  <c:v>8.0</c:v>
                </c:pt>
                <c:pt idx="13">
                  <c:v>9.0</c:v>
                </c:pt>
                <c:pt idx="14">
                  <c:v>9.0</c:v>
                </c:pt>
                <c:pt idx="15">
                  <c:v>7.0</c:v>
                </c:pt>
                <c:pt idx="16">
                  <c:v>8.0</c:v>
                </c:pt>
                <c:pt idx="17">
                  <c:v>2.0</c:v>
                </c:pt>
                <c:pt idx="18">
                  <c:v>8.0</c:v>
                </c:pt>
                <c:pt idx="19">
                  <c:v>8.0</c:v>
                </c:pt>
                <c:pt idx="20">
                  <c:v>9.0</c:v>
                </c:pt>
                <c:pt idx="21">
                  <c:v>10.0</c:v>
                </c:pt>
                <c:pt idx="22">
                  <c:v>9.0</c:v>
                </c:pt>
                <c:pt idx="23">
                  <c:v>2.0</c:v>
                </c:pt>
                <c:pt idx="24">
                  <c:v>5.0</c:v>
                </c:pt>
                <c:pt idx="25">
                  <c:v>11.0</c:v>
                </c:pt>
                <c:pt idx="26">
                  <c:v>11.0</c:v>
                </c:pt>
                <c:pt idx="27">
                  <c:v>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3.0</c:v>
                </c:pt>
                <c:pt idx="7">
                  <c:v>4.0</c:v>
                </c:pt>
                <c:pt idx="8">
                  <c:v>4.0</c:v>
                </c:pt>
                <c:pt idx="9">
                  <c:v>2.0</c:v>
                </c:pt>
                <c:pt idx="10">
                  <c:v>1.0</c:v>
                </c:pt>
                <c:pt idx="11">
                  <c:v>1.0</c:v>
                </c:pt>
                <c:pt idx="12">
                  <c:v>2.0</c:v>
                </c:pt>
                <c:pt idx="13">
                  <c:v>6.0</c:v>
                </c:pt>
                <c:pt idx="14">
                  <c:v>1.0</c:v>
                </c:pt>
                <c:pt idx="15">
                  <c:v>2.0</c:v>
                </c:pt>
                <c:pt idx="16">
                  <c:v>1.0</c:v>
                </c:pt>
                <c:pt idx="17">
                  <c:v>0</c:v>
                </c:pt>
                <c:pt idx="18">
                  <c:v>4.0</c:v>
                </c:pt>
                <c:pt idx="19">
                  <c:v>3.0</c:v>
                </c:pt>
                <c:pt idx="20">
                  <c:v>3.0</c:v>
                </c:pt>
                <c:pt idx="21">
                  <c:v>6.0</c:v>
                </c:pt>
                <c:pt idx="22">
                  <c:v>4.0</c:v>
                </c:pt>
                <c:pt idx="23">
                  <c:v>5.0</c:v>
                </c:pt>
                <c:pt idx="24">
                  <c:v>1.0</c:v>
                </c:pt>
                <c:pt idx="25">
                  <c:v>1.0</c:v>
                </c:pt>
                <c:pt idx="26">
                  <c:v>5.0</c:v>
                </c:pt>
                <c:pt idx="27">
                  <c:v>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8.0</c:v>
                </c:pt>
                <c:pt idx="5">
                  <c:v>11.0</c:v>
                </c:pt>
                <c:pt idx="6">
                  <c:v>9.0</c:v>
                </c:pt>
                <c:pt idx="7">
                  <c:v>16.0</c:v>
                </c:pt>
                <c:pt idx="8">
                  <c:v>14.0</c:v>
                </c:pt>
                <c:pt idx="9">
                  <c:v>5.0</c:v>
                </c:pt>
                <c:pt idx="10">
                  <c:v>2.0</c:v>
                </c:pt>
                <c:pt idx="11">
                  <c:v>9.0</c:v>
                </c:pt>
                <c:pt idx="12">
                  <c:v>15.0</c:v>
                </c:pt>
                <c:pt idx="13">
                  <c:v>11.0</c:v>
                </c:pt>
                <c:pt idx="14">
                  <c:v>10.0</c:v>
                </c:pt>
                <c:pt idx="15">
                  <c:v>11.0</c:v>
                </c:pt>
                <c:pt idx="16">
                  <c:v>4.0</c:v>
                </c:pt>
                <c:pt idx="17">
                  <c:v>5.0</c:v>
                </c:pt>
                <c:pt idx="18">
                  <c:v>7.0</c:v>
                </c:pt>
                <c:pt idx="19">
                  <c:v>10.0</c:v>
                </c:pt>
                <c:pt idx="20">
                  <c:v>10.0</c:v>
                </c:pt>
                <c:pt idx="21">
                  <c:v>7.0</c:v>
                </c:pt>
                <c:pt idx="22">
                  <c:v>4.0</c:v>
                </c:pt>
                <c:pt idx="23">
                  <c:v>7.0</c:v>
                </c:pt>
                <c:pt idx="24">
                  <c:v>4.0</c:v>
                </c:pt>
                <c:pt idx="25">
                  <c:v>12.0</c:v>
                </c:pt>
                <c:pt idx="26">
                  <c:v>4.0</c:v>
                </c:pt>
                <c:pt idx="27">
                  <c:v>9.0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Sheet1!$A$2:$A$29</c:f>
              <c:strCache>
                <c:ptCount val="2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  <c:pt idx="27">
                  <c:v>28 Oct</c:v>
                </c:pt>
              </c:strCache>
            </c:strRef>
          </c:cat>
          <c:val>
            <c:numRef>
              <c:f>Sheet1!$F$2:$F$29</c:f>
              <c:numCache>
                <c:formatCode>General</c:formatCode>
                <c:ptCount val="2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79,7%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+1,1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150  (0,0%)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-11,7%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94   Δ -11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92   Δ -12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64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2.438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2.438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15 (93,3%)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+7,7%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66 / 134 (49,3%)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-16,5%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80 / 150 (53,3%)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-14,0% | Turun 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 / 48 (43,8%)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-16,0%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 / 54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22 (59,1%)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-27,8%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24 (58,3%)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8 (87,5%)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 / 64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 / 72 (54,2%)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-9,3%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537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758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 / 15 (73,3%)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 / 134 (13,4%)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29 / 150 (19,3%)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-9,4% | Turun 42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48 (22,9%)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+37,5%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54 (29,6%)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+23,1%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22 (13,6%)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24 (16,7%)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8 (62,5%)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64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72 (12,5%)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2.135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83 | MoM -11,7%
PS: 80 | MoM -13,0%
• Junior
  RE: 69 | Active 51,5% | MoM -13,8%
  PS: 66 | Active 49,3% | MoM -15,4%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14 | Active 93,3% | MoM +7,7%
  PS: 14 | Active 93,3% | MoM +7,7%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-28,6%, Gap -4
• Grapari Ende: PS -28,6%, Gap -12
• Grapari Kalabahi: PS 0,0%, Gap 0
• Grapari Labuan Bajo: PS -23,5%, Gap 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-53,8%, Gap -7
• Grapari Maumere: PS +56,2%, Gap 9
• Grapari Ruteng: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-86 (-36,4%), PS -69 (-38,3%)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-8 (-32,0%), PS -3 (-25,0%)
• Ende Sikka: RE -3 (-18,8%), PS -2 (-16,7%)
• Flores Timur: RE -8 (-57,1%), PS -1 (-20,0%)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1 (+50,0%), PS -2 (-100,0%)
• Ende Sikka: RE 3 (+75,0%), PS -1 (-25,0%)
• Manggarai: RE -4 (-57,1%), PS -1 (-50,0%)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-2 (-40,0%), PS -3 (-75,0%)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203,0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78,8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Alifiah Putri Fadillah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ALI4809280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YAN7120039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Rahmad syukur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RAH9224740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Ignasius Renaldi Putra Sanlando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IGN8815465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SPRGE76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01–28 Oct 2026 vs MTD-1 01–28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SRY ANITA MEGAWATI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SPIAA10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SPSTI73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AGUSTINA MARGARETA KEDANG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SPRTR18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GERADUS SOLA LIMA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SPADR53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AGUSTINA MARGARETA KEDANG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SPRTR18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BOY JEMAT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ALO6786045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ARIFIN LATIF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ARI1360841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OKTAVIANO FARVIANTO DJAWA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OKT7632476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93.46%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93.90% | MoM -0.44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96.70%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-3.24 pp | Rp-330.6 Jt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92.73%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92.97% | MoM -0.24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Rp9.54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Rp9.54 M | MoM +0.0%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Rp10.21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93.46%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92.73%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Rp9.54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-3.24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Rp-330.6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93.89%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92.96%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+0.50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Rp3.72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-2.81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Rp-111.2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89.27%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-4.87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88.93%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-4.47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Rp1.97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-7.43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Rp-164.2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95.33%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+1.28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94.73%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+1.49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Rp3.85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Rp-55.2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97.87% / +1.02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97.52% / +1.82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96.39% / -1.72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99.11% / +1.86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91.79% / +0.40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91.59% / +1.25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89.58% / -2.78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93.57% / +1.71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87.19% / -0.89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>
                          <a:latin typeface="Arial"/>
                        </a:defRPr>
                      </a:pPr>
                      <a:r>
                        <a:t>86.16% / +0.00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83.25% / -5.74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90.74% / +1.37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90.37% / -0.24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89.20% / +0.22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88.24% / -3.88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92.79% / +1.25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91.98% / -0.58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91.87% / -0.69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86.56% / -4.70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94.51% / +1.35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95.17% / -0.50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96.28% / +0.46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90.63% / -5.26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96.56% / +1.18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10/27/2026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6 | MoM -16.7%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 / 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-33.3%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29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20,108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14,688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73.0%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5,420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98.0%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89.5%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83.8%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82.6%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79.8%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406 / 97.5%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93.7%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409 / 90.2%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84.1%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80.4%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79.7%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236 / 96.6%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230 / 92.2%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88.3%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256 / 80.1%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251 / 77.3%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77.8%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99.5%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96.0%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89.4%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321 / 86.3%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465 / 87.5%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81.4%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79.6%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80.8%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80.1%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73.2%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73.9%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69.2%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451 / 75.8%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369 / 77.2%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78.6%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384 / 69.5%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377 / 76.7%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328 / 72.9%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80.3%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229 / 83.8%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195 / 78.5%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145 / 76.5%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64.7%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82.8%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82.6%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302 / 83.1%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278 / 76.6%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73.1%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333 / 67.9%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60.5%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59.8%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60.0%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67.6%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297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312 / 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264 / 62.5%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324 / 56.5%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147 / 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159 / 57.9%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59.5%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162 / 58.0%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124 / 57.3%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63.7%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67.6%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336 / 55.6%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57.1%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301 / 64.8%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57.3%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65.0%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54.7%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57.5%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54.4%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60.5%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294 / 55.8%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237 / 66.2%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280 / 51.8%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52.1%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258 / 47.3%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135 / 57.0%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158 / 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128 / 60.9%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108 / 58.3%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106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141 / 49.6%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282 / 61.0%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253 / 57.3%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65.9%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281 / 56.2%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257 / 65.0%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65.6%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