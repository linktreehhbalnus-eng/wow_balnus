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71 (40,8%)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78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137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151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45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50 (22,0%)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71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78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035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4256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71830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98348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471830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498348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76 | MoM -14,6%
PS: 73 | MoM -16,1%
• Junior
  RE: 63 | Active 46,0% | MoM -16,0%
  PS: 60 | Active 43,8% | MoM 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N/A, Gap 1
• Grapari Ende: PS -16,7%, Gap -1
• Grapari Kalabahi: PS +25,0%, Gap 1
• Grapari Labuan Bajo: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+600,0%, Gap 6
• Grapari Ruteng: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-63 (-40,9%), PS -46 (-40,4%)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-5 (-55,6%), PS -1 (-33,3%)
• Manggarai: RE -3 (-18,8%),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32.71%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32.75%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-63.99 pp | Rp-6.53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31.54%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31.26% | MoM +0.28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Rp3.34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Rp3.33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Rp682.0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67.32% / +0.62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65.11% / +3.37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61.20% / -14.42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73.32% / +7.08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43.76% / +4.43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38.25% / +2.56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44.81% / +4.58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49.26% / +6.48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28.66% / -0.90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25.75%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26.49% / -4.38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32.99% / 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27.42% / +0.89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23.25% / +0.58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29.08% / -1.52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30.76% / +2.34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26.45% / 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22.26% / +0.37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27.86% / -1.51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29.61% / +2.43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34.14% / -0.66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34.48%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30.58% / -2.93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35.75% / +0.20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