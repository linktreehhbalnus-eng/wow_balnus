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34.0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-74,0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-38,0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50,8%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51,4%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+0,5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-28,0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-27,0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+17,2%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29   Δ 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+15,0%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20   Δ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+33,3%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54   Δ 18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2.576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+31,5%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1.959   Δ 617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13 (46,2%)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 / 136 (12,5%)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+30,8%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23 / 150 (15,3%)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+15,0% | Turun 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+21,7%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150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99 (43,6%)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173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107 (89,9%)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279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34 | MoM +17,2%
PS: 23 | MoM +15,0%
• Junior
  RE: 23 | Active 16,9% | MoM +9,5%
  PS: 17 | Active 12,5% | MoM +30,8%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11 | Active 84,6% | MoM +57,1%
  PS: 6 | Active 46,2%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0,0%, Gap 0
• Grapari Ende: PS +66,7%, Gap 2
• Grapari Kalabahi: PS +100,0%, Gap 1
• Grapari Labuan Bajo: PS -100,0%,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0,0%, Gap 0
• Grapari Maumere: PS N/A, Gap 2
• Grapari Ruteng: PS N/A,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-2 (-100,0%), PS -1 (-100,0%)
• Manggarai: RE -1 (-100,0%), PS -1 (-100,0%)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Ania Amalia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ANI3431552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Vinsensius brian luther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VIN6911901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Achmad ahmadi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ACH5119274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AGUSTINO OSWALDUS SUDIN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SPOLS08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ALBERTO CARLOS X K KOBAN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ALB4124293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SPRYA83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CLE5847828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Vinsensius brian luther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VIN6911901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Achmad ahmadi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ACH5119274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MAR1806995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SPRYA83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Anmisa putrianingsih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ANM2815952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RADJO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SPSKS46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Florianus Antus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FLO2761725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SPUAN24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FER4126457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ROBERTUS JUNAIDI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ROB7687647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YOH4759581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Florianus Antus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FLO2761725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TURWEN HENCI MOLOM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SPOWO44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SPSKS46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Florianus Antus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FLO2761725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Ferdinandus rengo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FER7911385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paskarini dua gokun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MAR8199897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NDAGANG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FRA3131744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MAR3510076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22.66%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96.70% | Gap -74.04 pp | M-1 26.53%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Rp319.857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Rp300.803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Rp332.479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-6.82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-3.40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-1.70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18.24%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-2.68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-4.79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 | MoM -50.0%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20,108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4,384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21.8%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15,724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34.6%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20.1%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406 / 61.1%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37.1%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409 / 28.4%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16.8%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236 / 61.4%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230 / 47.0%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39.3%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256 / 20.7%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251 / 15.1%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18.0%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49.0%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38.7%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321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465 / 24.7%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24.9%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21.9%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17.1%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451 / 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369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384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377 / 14.8%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328 / 16.8%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229 / 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195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145 / 24.8%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17.1%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302 / 19.9%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278 / 23.4%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333 / 17.4%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15.9%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297 / 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312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264 / 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324 / 10.5%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147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159 / 15.7%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19.0%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16.6%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162 / 16.1%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124 / 13.7%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18.1%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336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16.2%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301 / 22.6%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11.7%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14.8%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12.7%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294 / 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237 / 14.3%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280 / 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258 / 10.1%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135 / 10.4%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158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128 / 19.5%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108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106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141 / 11.3%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282 / 11.7%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253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16.5%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281 / 16.4%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257 / 15.9%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16.7%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