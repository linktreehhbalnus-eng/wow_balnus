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29   Δ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2.576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+31,5%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1.959   Δ 617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136 (12,5%)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+30,8%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 / 150 (15,3%)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+15,0% | Turun 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(43,6%)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(89,9%)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34 | MoM +17,2%
PS: 23 | MoM +15,0%
• Junior
  RE: 23 | Active 16,9% | MoM +9,5%
  PS: 17 | Active 12,5% | MoM +30,8%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11 | Active 84,6% | MoM +57,1%
  PS: 6 | Active 46,2%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0,0%, Gap 0
• Grapari Ende: PS +66,7%, Gap 2
• Grapari Kalabahi: PS +100,0%, Gap 1
• Grapari Labuan Bajo: PS -100,0%,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N/A, Gap 2
• Grapari Ruteng: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-2 (-100,0%), PS -1 (-100,0%)
• Manggarai: RE -1 (-100,0%),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ANI3431552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Vinsensius brian luther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VIN6911901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ACH5119274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AGUSTINO OSWALDUS SUDIN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SPRYA83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CLE5847828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Vinsensius brian luther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VIN6911901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ACH5119274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SPRYA83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SPSKS46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FLO2761725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SPUAN24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YOH4759581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FLO2761725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SPSKS46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FLO2761725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Ferdinandus rengo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FER7911385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paskarini dua gokun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MAR8199897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MAR3510076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