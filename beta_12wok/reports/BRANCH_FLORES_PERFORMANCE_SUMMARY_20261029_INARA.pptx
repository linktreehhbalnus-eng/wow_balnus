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  <c:pt idx="23">
                  <c:v>18.0</c:v>
                </c:pt>
                <c:pt idx="24">
                  <c:v>11.0</c:v>
                </c:pt>
                <c:pt idx="25">
                  <c:v>29.0</c:v>
                </c:pt>
                <c:pt idx="26">
                  <c:v>19.0</c:v>
                </c:pt>
                <c:pt idx="27">
                  <c:v>21.0</c:v>
                </c:pt>
                <c:pt idx="28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  <c:pt idx="23">
                  <c:v>7.0</c:v>
                </c:pt>
                <c:pt idx="24">
                  <c:v>6.0</c:v>
                </c:pt>
                <c:pt idx="25">
                  <c:v>14.0</c:v>
                </c:pt>
                <c:pt idx="26">
                  <c:v>4.0</c:v>
                </c:pt>
                <c:pt idx="27">
                  <c:v>8.0</c:v>
                </c:pt>
                <c:pt idx="28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  <c:pt idx="23">
                  <c:v>4.0</c:v>
                </c:pt>
                <c:pt idx="24">
                  <c:v>1.0</c:v>
                </c:pt>
                <c:pt idx="25">
                  <c:v>5.0</c:v>
                </c:pt>
                <c:pt idx="26">
                  <c:v>3.0</c:v>
                </c:pt>
                <c:pt idx="27">
                  <c:v>3.0</c:v>
                </c:pt>
                <c:pt idx="28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  <c:pt idx="23">
                  <c:v>7.0</c:v>
                </c:pt>
                <c:pt idx="24">
                  <c:v>4.0</c:v>
                </c:pt>
                <c:pt idx="25">
                  <c:v>10.0</c:v>
                </c:pt>
                <c:pt idx="26">
                  <c:v>11.0</c:v>
                </c:pt>
                <c:pt idx="27">
                  <c:v>10.0</c:v>
                </c:pt>
                <c:pt idx="28">
                  <c:v>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1.0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  <c:pt idx="23">
                  <c:v>14.0</c:v>
                </c:pt>
                <c:pt idx="24">
                  <c:v>10.0</c:v>
                </c:pt>
                <c:pt idx="25">
                  <c:v>24.0</c:v>
                </c:pt>
                <c:pt idx="26">
                  <c:v>20.0</c:v>
                </c:pt>
                <c:pt idx="27">
                  <c:v>18.0</c:v>
                </c:pt>
                <c:pt idx="28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  <c:pt idx="23">
                  <c:v>2.0</c:v>
                </c:pt>
                <c:pt idx="24">
                  <c:v>5.0</c:v>
                </c:pt>
                <c:pt idx="25">
                  <c:v>11.0</c:v>
                </c:pt>
                <c:pt idx="26">
                  <c:v>11.0</c:v>
                </c:pt>
                <c:pt idx="27">
                  <c:v>6.0</c:v>
                </c:pt>
                <c:pt idx="28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  <c:pt idx="23">
                  <c:v>5.0</c:v>
                </c:pt>
                <c:pt idx="24">
                  <c:v>1.0</c:v>
                </c:pt>
                <c:pt idx="25">
                  <c:v>1.0</c:v>
                </c:pt>
                <c:pt idx="26">
                  <c:v>5.0</c:v>
                </c:pt>
                <c:pt idx="27">
                  <c:v>3.0</c:v>
                </c:pt>
                <c:pt idx="28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  <c:pt idx="23">
                  <c:v>7.0</c:v>
                </c:pt>
                <c:pt idx="24">
                  <c:v>4.0</c:v>
                </c:pt>
                <c:pt idx="25">
                  <c:v>12.0</c:v>
                </c:pt>
                <c:pt idx="26">
                  <c:v>4.0</c:v>
                </c:pt>
                <c:pt idx="27">
                  <c:v>9.0</c:v>
                </c:pt>
                <c:pt idx="28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150  (0,0%)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70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2.517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15 (93,3%)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66 / 134 (49,3%)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-16,5%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 / 150 (53,3%)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-14,0%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48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54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22 (59,1%)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24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64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72 (54,2%)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15 (73,3%)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 / 134 (14,9%)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48 (22,9%)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54 (29,6%)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22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24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64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72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83 | MoM -13,5%
PS: 80 | MoM -13,0%
• Junior
  RE: 69 | Active 51,5% | MoM -15,9%
  PS: 66 | Active 49,3% | MoM -15,4%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14 | Active 93,3% | MoM +7,7%
  PS: 14 | Active 93,3% | MoM +7,7%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-28,6%, Gap -4
• Grapari Ende: PS -25,0%, Gap -11
• Grapari Kalabahi: PS -4,3%, Gap -1
• Grapari Labuan Bajo: PS -17,6%,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-53,3%, Gap -8
• Grapari Maumere: PS +56,2%, Gap 9
• Grapari Ruteng: PS +7,7%,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-87 (-35,7%), PS -68 (-37,0%)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-7 (-28,0%), PS -4 (-30,8%)
• Ende Sikka: RE -3 (-18,8%), PS -2 (-16,7%)
• Flores Timur: RE -8 (-57,1%), PS -1 (-20,0%)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3 (+150,0%), PS -2 (-100,0%)
• Ende Sikka: RE 3 (+75,0%), PS -1 (-25,0%)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(-20,0%), PS -3 (-75,0%)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RIK8871174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SPIAA10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SPRTR18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SPRTR18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BOY JEMAT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ALO6786045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ARIFIN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ARI1360841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OKTAVIANO FARVIANTO DJAWA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OKT7632476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93.46%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93.90% | MoM -0.44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-3.24 pp | Rp-330.6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92.73%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92.97% | MoM -0.24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Rp9.54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Rp9.54 M | MoM +0.0%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93.46%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Rp9.54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Rp-330.6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92.96%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Rp3.72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Rp-111.2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Rp1.97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97.87% / +1.02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97.52% / +1.82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96.39% / -1.72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99.11% / +1.86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91.79% / 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91.59% / +1.25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89.58% / -2.78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93.57% / +1.71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87.19% / -0.89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86.16% / +0.00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83.25% / -5.74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90.74% / +1.37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90.37% / 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89.20% / +0.22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88.24% / -3.88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92.79% / +1.25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91.98% / -0.58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91.87% / -0.69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86.56% / -4.70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94.51% / +1.35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95.17% / 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96.28% / +0.46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90.63% / -5.26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96.56% / +1.18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 | MoM -16.7%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14,688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5,420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93.7%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77.8%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86.3%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87.5%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81.4%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72.9%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80.3%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64.7%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67.9%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60.0%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57.3%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64.8%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54.4%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57.0%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49.6%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65.6%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