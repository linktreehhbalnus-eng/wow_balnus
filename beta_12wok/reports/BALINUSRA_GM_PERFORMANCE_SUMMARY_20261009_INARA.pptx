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26/09</c:v>
                </c:pt>
                <c:pt idx="1">
                  <c:v>27/09</c:v>
                </c:pt>
                <c:pt idx="2">
                  <c:v>28/09</c:v>
                </c:pt>
                <c:pt idx="3">
                  <c:v>29/09</c:v>
                </c:pt>
                <c:pt idx="4">
                  <c:v>30/09</c:v>
                </c:pt>
                <c:pt idx="5">
                  <c:v>01/10</c:v>
                </c:pt>
                <c:pt idx="6">
                  <c:v>02/10</c:v>
                </c:pt>
                <c:pt idx="7">
                  <c:v>03/10</c:v>
                </c:pt>
                <c:pt idx="8">
                  <c:v>04/10</c:v>
                </c:pt>
                <c:pt idx="9">
                  <c:v>05/10</c:v>
                </c:pt>
                <c:pt idx="10">
                  <c:v>06/10</c:v>
                </c:pt>
                <c:pt idx="11">
                  <c:v>07/10</c:v>
                </c:pt>
                <c:pt idx="12">
                  <c:v>08/10</c:v>
                </c:pt>
                <c:pt idx="13">
                  <c:v>09/10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248.0</c:v>
                </c:pt>
                <c:pt idx="1">
                  <c:v>150.0</c:v>
                </c:pt>
                <c:pt idx="2">
                  <c:v>315.0</c:v>
                </c:pt>
                <c:pt idx="3">
                  <c:v>321.0</c:v>
                </c:pt>
                <c:pt idx="4">
                  <c:v>271.0</c:v>
                </c:pt>
                <c:pt idx="5">
                  <c:v>352.0</c:v>
                </c:pt>
                <c:pt idx="6">
                  <c:v>332.0</c:v>
                </c:pt>
                <c:pt idx="7">
                  <c:v>257.0</c:v>
                </c:pt>
                <c:pt idx="8">
                  <c:v>184.0</c:v>
                </c:pt>
                <c:pt idx="9">
                  <c:v>335.0</c:v>
                </c:pt>
                <c:pt idx="10">
                  <c:v>304.0</c:v>
                </c:pt>
                <c:pt idx="11">
                  <c:v>330.0</c:v>
                </c:pt>
                <c:pt idx="12">
                  <c:v>307.0</c:v>
                </c:pt>
                <c:pt idx="13">
                  <c:v>236.0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26/09</c:v>
                </c:pt>
                <c:pt idx="1">
                  <c:v>27/09</c:v>
                </c:pt>
                <c:pt idx="2">
                  <c:v>28/09</c:v>
                </c:pt>
                <c:pt idx="3">
                  <c:v>29/09</c:v>
                </c:pt>
                <c:pt idx="4">
                  <c:v>30/09</c:v>
                </c:pt>
                <c:pt idx="5">
                  <c:v>01/10</c:v>
                </c:pt>
                <c:pt idx="6">
                  <c:v>02/10</c:v>
                </c:pt>
                <c:pt idx="7">
                  <c:v>03/10</c:v>
                </c:pt>
                <c:pt idx="8">
                  <c:v>04/10</c:v>
                </c:pt>
                <c:pt idx="9">
                  <c:v>05/10</c:v>
                </c:pt>
                <c:pt idx="10">
                  <c:v>06/10</c:v>
                </c:pt>
                <c:pt idx="11">
                  <c:v>07/10</c:v>
                </c:pt>
                <c:pt idx="12">
                  <c:v>08/10</c:v>
                </c:pt>
                <c:pt idx="13">
                  <c:v>09/10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173.0</c:v>
                </c:pt>
                <c:pt idx="1">
                  <c:v>131.0</c:v>
                </c:pt>
                <c:pt idx="2">
                  <c:v>241.0</c:v>
                </c:pt>
                <c:pt idx="3">
                  <c:v>240.0</c:v>
                </c:pt>
                <c:pt idx="4">
                  <c:v>239.0</c:v>
                </c:pt>
                <c:pt idx="5">
                  <c:v>238.0</c:v>
                </c:pt>
                <c:pt idx="6">
                  <c:v>225.0</c:v>
                </c:pt>
                <c:pt idx="7">
                  <c:v>205.0</c:v>
                </c:pt>
                <c:pt idx="8">
                  <c:v>154.0</c:v>
                </c:pt>
                <c:pt idx="9">
                  <c:v>237.0</c:v>
                </c:pt>
                <c:pt idx="10">
                  <c:v>221.0</c:v>
                </c:pt>
                <c:pt idx="11">
                  <c:v>283.0</c:v>
                </c:pt>
                <c:pt idx="12">
                  <c:v>240.0</c:v>
                </c:pt>
                <c:pt idx="13">
                  <c:v>241.0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-10,0% &amp; PS -9,6% MoM — Achievement Mencapai 22,4% (RE) / 21,5%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9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01–09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(+11,0%), Denpasar Terdalam (-15,4%)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+11,0%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-10,1%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-10,1%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26,3%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21,1%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(+20,9%), Bali Barat Terdalam (-40,5%)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(+23), Sumbawa Barat Tumbuh Tertinggi (+130,0%)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44 kabupaten: Top 5 menyumbang +70, Bottom 5 -203, dan perubahan PS regional -218.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(0,0%), TSEL One &gt;30 Mbps Turun Terdalam (-23,1%)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-4,3%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37.795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24.841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5.296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1.475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2.506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1.141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1.943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01–09 Okt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20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111 / 306 (36,3%)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-3,5% | Turun 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146 / 347 (42,1%)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 | Turun 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129 (41,1%)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-7,0%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 / 143 (45,5%)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9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 / 143 (51,0%)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-8,8%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 / 156 (53,2%)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108 / 210 (51,4%)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132 / 237 (55,7%)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-3,6% | Turun 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 / 58 (79,3%)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345 / 788 (43,8%)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-5,7% | Turun 208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426 / 901 (47,3%)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-4,9% | Turun 254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1.108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1.776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306 (2,0%)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347 (6,1%)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-19,2% | Turun 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13 (15,4%)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129 (3,9%)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143 (4,9%)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+75,0%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143 (0,7%)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4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156 (1,3%)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210 (1,0%)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-75,0% | Turun 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237 (3,0%)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-41,7% | Turun 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58 (6,9%)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+300,0%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788 (1,8%)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-30,0% | Turun 208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20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 / 901 (4,1%)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-17,8% | Turun 254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 widyastuti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JILDER FINA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Florida Bhalu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HILDEGARDIS SALLY DOMAKING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ATI DUA LIRONG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 widyastuti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BENYAMIN NDEWI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JANUARIUS PAULUS KOPONG HADA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RENI HENDRIANI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KOMANG AGUS ARTANA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Herpan jayadi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A A NGR BISMA ADIK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Sumiyati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A A NGR BISMA ADIK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Fajar Nanda Imani0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Okt 2026 vs MTD-1 01–09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01–09 Okt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2.262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2.044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01–09 Okt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01–09 Okt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2.929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2.637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2.262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2.044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457,2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2.471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2.178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1.971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1.776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388,3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470,0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-78,9%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446 | MoM -8,0%
PS: 426 | MoM -4,3%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364 | Active 46,2% | MoM -8,8%
  PS: 345 | Active 43,8% | MoM -5,0%
• Greenfield
  RE: 47 | Active 81,0% | MoM -6,0%
  PS: 46 | Active 79,3% | MoM 0,0%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-22,2%, Gap -8
• Flores: PS +15,4%, Gap +6
• Kupang: PS -11,1%, Gap -2
• Mataram: PS -23,5%, Gap 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Baa Rote (Kupang): -100,0%, Gap -1
• Grapari Tabanan (Denpasar): -75,0%, Gap -3
• Grapari Negara (Denpasar): -66,7%, Gap -2
• Grapari Sumbawa (Mataram): -66,7%, Gap -4
• Grapari Mataram (Mataram): -62,5%, Gap -15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-105 (-31,8%), PS -129 (-41,6%)
• Lombok: RE -62 (-16,3%), PS -44 (-14,3%)
• Sumba: RE -17 (-20,5%), PS -25 (-34,7%)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-4 (-25,0%), PS -8 (-80,0%)
• Lombok: RE +2 (+9,1%), PS -5 (-31,2%)
• Manggarai: RE -4 (-36,4%), PS -3 (-60,0%)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Flores Timur: RE 0 (0,0%), PS -2 (-100,0%)
• Ende Sikka: RE +2 (+200,0%), PS -1 (-100,0%)
• Sumbawa Timur: RE -5 (-62,5%), PS -1 (-20,0%)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-1 (-33,3%), PS -2 (-66,7%)
• Bali Timur: RE -3 (-100,0%), PS -2 (-100,0%)
• Manggarai: RE -1 (-50,0%),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M-1 304 | MoM +8.6%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6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7969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79712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4887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009"/>
                <a:gridCol w="2080877"/>
                <a:gridCol w="1768746"/>
                <a:gridCol w="1768746"/>
                <a:gridCol w="1768746"/>
                <a:gridCol w="1768746"/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 / +12.0%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265 / +4.3%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44,619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130,612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27.6%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27.0%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22.2%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19.8%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17.9%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