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26/09</c:v>
                </c:pt>
                <c:pt idx="1">
                  <c:v>27/09</c:v>
                </c:pt>
                <c:pt idx="2">
                  <c:v>28/09</c:v>
                </c:pt>
                <c:pt idx="3">
                  <c:v>29/09</c:v>
                </c:pt>
                <c:pt idx="4">
                  <c:v>30/09</c:v>
                </c:pt>
                <c:pt idx="5">
                  <c:v>01/10</c:v>
                </c:pt>
                <c:pt idx="6">
                  <c:v>02/10</c:v>
                </c:pt>
                <c:pt idx="7">
                  <c:v>03/10</c:v>
                </c:pt>
                <c:pt idx="8">
                  <c:v>04/10</c:v>
                </c:pt>
                <c:pt idx="9">
                  <c:v>05/10</c:v>
                </c:pt>
                <c:pt idx="10">
                  <c:v>06/10</c:v>
                </c:pt>
                <c:pt idx="11">
                  <c:v>07/10</c:v>
                </c:pt>
                <c:pt idx="12">
                  <c:v>08/10</c:v>
                </c:pt>
                <c:pt idx="13">
                  <c:v>09/10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248.0</c:v>
                </c:pt>
                <c:pt idx="1">
                  <c:v>150.0</c:v>
                </c:pt>
                <c:pt idx="2">
                  <c:v>315.0</c:v>
                </c:pt>
                <c:pt idx="3">
                  <c:v>321.0</c:v>
                </c:pt>
                <c:pt idx="4">
                  <c:v>271.0</c:v>
                </c:pt>
                <c:pt idx="5">
                  <c:v>352.0</c:v>
                </c:pt>
                <c:pt idx="6">
                  <c:v>332.0</c:v>
                </c:pt>
                <c:pt idx="7">
                  <c:v>257.0</c:v>
                </c:pt>
                <c:pt idx="8">
                  <c:v>184.0</c:v>
                </c:pt>
                <c:pt idx="9">
                  <c:v>335.0</c:v>
                </c:pt>
                <c:pt idx="10">
                  <c:v>304.0</c:v>
                </c:pt>
                <c:pt idx="11">
                  <c:v>330.0</c:v>
                </c:pt>
                <c:pt idx="12">
                  <c:v>307.0</c:v>
                </c:pt>
                <c:pt idx="13">
                  <c:v>236.0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26/09</c:v>
                </c:pt>
                <c:pt idx="1">
                  <c:v>27/09</c:v>
                </c:pt>
                <c:pt idx="2">
                  <c:v>28/09</c:v>
                </c:pt>
                <c:pt idx="3">
                  <c:v>29/09</c:v>
                </c:pt>
                <c:pt idx="4">
                  <c:v>30/09</c:v>
                </c:pt>
                <c:pt idx="5">
                  <c:v>01/10</c:v>
                </c:pt>
                <c:pt idx="6">
                  <c:v>02/10</c:v>
                </c:pt>
                <c:pt idx="7">
                  <c:v>03/10</c:v>
                </c:pt>
                <c:pt idx="8">
                  <c:v>04/10</c:v>
                </c:pt>
                <c:pt idx="9">
                  <c:v>05/10</c:v>
                </c:pt>
                <c:pt idx="10">
                  <c:v>06/10</c:v>
                </c:pt>
                <c:pt idx="11">
                  <c:v>07/10</c:v>
                </c:pt>
                <c:pt idx="12">
                  <c:v>08/10</c:v>
                </c:pt>
                <c:pt idx="13">
                  <c:v>09/10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173.0</c:v>
                </c:pt>
                <c:pt idx="1">
                  <c:v>131.0</c:v>
                </c:pt>
                <c:pt idx="2">
                  <c:v>241.0</c:v>
                </c:pt>
                <c:pt idx="3">
                  <c:v>240.0</c:v>
                </c:pt>
                <c:pt idx="4">
                  <c:v>239.0</c:v>
                </c:pt>
                <c:pt idx="5">
                  <c:v>238.0</c:v>
                </c:pt>
                <c:pt idx="6">
                  <c:v>225.0</c:v>
                </c:pt>
                <c:pt idx="7">
                  <c:v>205.0</c:v>
                </c:pt>
                <c:pt idx="8">
                  <c:v>154.0</c:v>
                </c:pt>
                <c:pt idx="9">
                  <c:v>237.0</c:v>
                </c:pt>
                <c:pt idx="10">
                  <c:v>221.0</c:v>
                </c:pt>
                <c:pt idx="11">
                  <c:v>283.0</c:v>
                </c:pt>
                <c:pt idx="12">
                  <c:v>240.0</c:v>
                </c:pt>
                <c:pt idx="13">
                  <c:v>241.0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-10,0% &amp; PS -9,6% MoM — Achievement Mencapai 22,4% (RE) / 21,5%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9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01–09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(+11,0%), Denpasar Terdalam (-15,4%)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+11,0%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-10,1%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26,3%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22,5%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(+20,9%), Bali Barat Terdalam (-40,5%)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(+23), Sumbawa Barat Tumbuh Tertinggi (+130,0%)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+70, Bottom 5 -203, dan perubahan PS regional -218.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(0,0%), TSEL One &gt;30 Mbps Turun Terdalam (-23,1%)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-4,3%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Florida Bhalu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AGUS ARTANA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Fajar Nanda Imani0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01–09 Okt 2026 vs MTD-1 01–09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2.929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2.637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2.262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2.044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457,2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388,3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446 | MoM -8,0%
PS: 426 | MoM -4,3%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364 | Active 46,2% | MoM -8,8%
  PS: 345 | Active 43,8% | MoM -5,0%
• Greenfield
  RE: 47 | Active 81,0% | MoM -6,0%
  PS: 46 | Active 79,3%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-22,2%, Gap -8
• Flores: PS +15,4%, Gap +6
• Kupang: PS -11,1%, Gap -2
• Mataram: PS -23,5%,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Tabanan (Denpasar): -75,0%, Gap -3
• Grapari Negara (Denpasar): -66,7%, Gap -2
• Grapari Sumbawa (Mataram): -66,7%, Gap -4
• Grapari Mataram (Mataram): -62,5%,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-105 (-31,8%), PS -129 (-41,6%)
• Lombok: RE -62 (-16,3%), PS -44 (-14,3%)
• Sumba: RE -17 (-20,5%), PS -25 (-34,7%)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-4 (-25,0%), PS -8 (-80,0%)
• Lombok: RE +2 (+9,1%), PS -5 (-31,2%)
• Manggarai: RE -4 (-36,4%), PS -3 (-60,0%)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0 (0,0%), PS -2 (-100,0%)
• Ende Sikka: RE +2 (+200,0%), PS -1 (-100,0%)
• Sumbawa Timur: RE -5 (-62,5%), PS -1 (-20,0%)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 (-33,3%), PS -2 (-66,7%)
• Bali Timur: RE -3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01–09 Okt 2026 vs MTD-1 01–09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 / 306 (36,3%)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 / 347 (42,1%)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 / 129 (41,1%)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143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-8,5%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143 (51,0%)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83 / 156 (53,2%)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108 / 210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 / 237 (55,7%)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 / 58 (79,3%)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345 / 788 (43,8%)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-5,7% | Turun 208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426 / 901 (47,3%)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254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1.776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306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 / 347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-19,2%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129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143 (4,9%)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156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237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58 (6,9%)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788 (1,8%)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208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901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-17,8% | Turun 254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