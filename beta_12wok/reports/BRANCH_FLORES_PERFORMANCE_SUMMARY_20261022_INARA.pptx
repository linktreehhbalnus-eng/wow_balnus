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33.0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27.0</c:v>
                </c:pt>
                <c:pt idx="5">
                  <c:v>23.0</c:v>
                </c:pt>
                <c:pt idx="6">
                  <c:v>30.0</c:v>
                </c:pt>
                <c:pt idx="7">
                  <c:v>28.0</c:v>
                </c:pt>
                <c:pt idx="8">
                  <c:v>17.0</c:v>
                </c:pt>
                <c:pt idx="9">
                  <c:v>22.0</c:v>
                </c:pt>
                <c:pt idx="10">
                  <c:v>13.0</c:v>
                </c:pt>
                <c:pt idx="11">
                  <c:v>24.0</c:v>
                </c:pt>
                <c:pt idx="12">
                  <c:v>19.0</c:v>
                </c:pt>
                <c:pt idx="13">
                  <c:v>26.0</c:v>
                </c:pt>
                <c:pt idx="14">
                  <c:v>23.0</c:v>
                </c:pt>
                <c:pt idx="15">
                  <c:v>20.0</c:v>
                </c:pt>
                <c:pt idx="16">
                  <c:v>17.0</c:v>
                </c:pt>
                <c:pt idx="17">
                  <c:v>13.0</c:v>
                </c:pt>
                <c:pt idx="18">
                  <c:v>28.0</c:v>
                </c:pt>
                <c:pt idx="19">
                  <c:v>25.0</c:v>
                </c:pt>
                <c:pt idx="20">
                  <c:v>26.0</c:v>
                </c:pt>
                <c:pt idx="21">
                  <c:v>23.0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9.0</c:v>
                </c:pt>
                <c:pt idx="6">
                  <c:v>14.0</c:v>
                </c:pt>
                <c:pt idx="7">
                  <c:v>13.0</c:v>
                </c:pt>
                <c:pt idx="8">
                  <c:v>9.0</c:v>
                </c:pt>
                <c:pt idx="9">
                  <c:v>9.0</c:v>
                </c:pt>
                <c:pt idx="10">
                  <c:v>8.0</c:v>
                </c:pt>
                <c:pt idx="11">
                  <c:v>11.0</c:v>
                </c:pt>
                <c:pt idx="12">
                  <c:v>8.0</c:v>
                </c:pt>
                <c:pt idx="13">
                  <c:v>9.0</c:v>
                </c:pt>
                <c:pt idx="14">
                  <c:v>11.0</c:v>
                </c:pt>
                <c:pt idx="15">
                  <c:v>10.0</c:v>
                </c:pt>
                <c:pt idx="16">
                  <c:v>6.0</c:v>
                </c:pt>
                <c:pt idx="17">
                  <c:v>6.0</c:v>
                </c:pt>
                <c:pt idx="18">
                  <c:v>11.0</c:v>
                </c:pt>
                <c:pt idx="19">
                  <c:v>9.0</c:v>
                </c:pt>
                <c:pt idx="20">
                  <c:v>12.0</c:v>
                </c:pt>
                <c:pt idx="21">
                  <c:v>9.0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3.0</c:v>
                </c:pt>
                <c:pt idx="6">
                  <c:v>2.0</c:v>
                </c:pt>
                <c:pt idx="7">
                  <c:v>4.0</c:v>
                </c:pt>
                <c:pt idx="8">
                  <c:v>0</c:v>
                </c:pt>
                <c:pt idx="9">
                  <c:v>2.0</c:v>
                </c:pt>
                <c:pt idx="10">
                  <c:v>1.0</c:v>
                </c:pt>
                <c:pt idx="11">
                  <c:v>3.0</c:v>
                </c:pt>
                <c:pt idx="12">
                  <c:v>3.0</c:v>
                </c:pt>
                <c:pt idx="13">
                  <c:v>4.0</c:v>
                </c:pt>
                <c:pt idx="14">
                  <c:v>4.0</c:v>
                </c:pt>
                <c:pt idx="15">
                  <c:v>2.0</c:v>
                </c:pt>
                <c:pt idx="16">
                  <c:v>1.0</c:v>
                </c:pt>
                <c:pt idx="17">
                  <c:v>2.0</c:v>
                </c:pt>
                <c:pt idx="18">
                  <c:v>5.0</c:v>
                </c:pt>
                <c:pt idx="19">
                  <c:v>4.0</c:v>
                </c:pt>
                <c:pt idx="20">
                  <c:v>5.0</c:v>
                </c:pt>
                <c:pt idx="21">
                  <c:v>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15.0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14.0</c:v>
                </c:pt>
                <c:pt idx="5">
                  <c:v>11.0</c:v>
                </c:pt>
                <c:pt idx="6">
                  <c:v>14.0</c:v>
                </c:pt>
                <c:pt idx="7">
                  <c:v>11.0</c:v>
                </c:pt>
                <c:pt idx="8">
                  <c:v>8.0</c:v>
                </c:pt>
                <c:pt idx="9">
                  <c:v>11.0</c:v>
                </c:pt>
                <c:pt idx="10">
                  <c:v>4.0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8.0</c:v>
                </c:pt>
                <c:pt idx="15">
                  <c:v>8.0</c:v>
                </c:pt>
                <c:pt idx="16">
                  <c:v>10.0</c:v>
                </c:pt>
                <c:pt idx="17">
                  <c:v>5.0</c:v>
                </c:pt>
                <c:pt idx="18">
                  <c:v>12.0</c:v>
                </c:pt>
                <c:pt idx="19">
                  <c:v>11.0</c:v>
                </c:pt>
                <c:pt idx="20">
                  <c:v>9.0</c:v>
                </c:pt>
                <c:pt idx="21">
                  <c:v>9.0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Sheet1!$F$2:$F$23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1.0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21.0</c:v>
                </c:pt>
                <c:pt idx="5">
                  <c:v>26.0</c:v>
                </c:pt>
                <c:pt idx="6">
                  <c:v>23.0</c:v>
                </c:pt>
                <c:pt idx="7">
                  <c:v>27.0</c:v>
                </c:pt>
                <c:pt idx="8">
                  <c:v>34.0</c:v>
                </c:pt>
                <c:pt idx="9">
                  <c:v>15.0</c:v>
                </c:pt>
                <c:pt idx="10">
                  <c:v>9.0</c:v>
                </c:pt>
                <c:pt idx="11">
                  <c:v>22.0</c:v>
                </c:pt>
                <c:pt idx="12">
                  <c:v>25.0</c:v>
                </c:pt>
                <c:pt idx="13">
                  <c:v>26.0</c:v>
                </c:pt>
                <c:pt idx="14">
                  <c:v>20.0</c:v>
                </c:pt>
                <c:pt idx="15">
                  <c:v>20.0</c:v>
                </c:pt>
                <c:pt idx="16">
                  <c:v>13.0</c:v>
                </c:pt>
                <c:pt idx="17">
                  <c:v>7.0</c:v>
                </c:pt>
                <c:pt idx="18">
                  <c:v>19.0</c:v>
                </c:pt>
                <c:pt idx="19">
                  <c:v>21.0</c:v>
                </c:pt>
                <c:pt idx="20">
                  <c:v>22.0</c:v>
                </c:pt>
                <c:pt idx="21">
                  <c:v>22.0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  <c:pt idx="6">
                  <c:v>11.0</c:v>
                </c:pt>
                <c:pt idx="7">
                  <c:v>7.0</c:v>
                </c:pt>
                <c:pt idx="8">
                  <c:v>16.0</c:v>
                </c:pt>
                <c:pt idx="9">
                  <c:v>8.0</c:v>
                </c:pt>
                <c:pt idx="10">
                  <c:v>6.0</c:v>
                </c:pt>
                <c:pt idx="11">
                  <c:v>12.0</c:v>
                </c:pt>
                <c:pt idx="12">
                  <c:v>8.0</c:v>
                </c:pt>
                <c:pt idx="13">
                  <c:v>9.0</c:v>
                </c:pt>
                <c:pt idx="14">
                  <c:v>9.0</c:v>
                </c:pt>
                <c:pt idx="15">
                  <c:v>7.0</c:v>
                </c:pt>
                <c:pt idx="16">
                  <c:v>8.0</c:v>
                </c:pt>
                <c:pt idx="17">
                  <c:v>2.0</c:v>
                </c:pt>
                <c:pt idx="18">
                  <c:v>8.0</c:v>
                </c:pt>
                <c:pt idx="19">
                  <c:v>8.0</c:v>
                </c:pt>
                <c:pt idx="20">
                  <c:v>9.0</c:v>
                </c:pt>
                <c:pt idx="21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3.0</c:v>
                </c:pt>
                <c:pt idx="7">
                  <c:v>4.0</c:v>
                </c:pt>
                <c:pt idx="8">
                  <c:v>4.0</c:v>
                </c:pt>
                <c:pt idx="9">
                  <c:v>2.0</c:v>
                </c:pt>
                <c:pt idx="10">
                  <c:v>1.0</c:v>
                </c:pt>
                <c:pt idx="11">
                  <c:v>1.0</c:v>
                </c:pt>
                <c:pt idx="12">
                  <c:v>2.0</c:v>
                </c:pt>
                <c:pt idx="13">
                  <c:v>6.0</c:v>
                </c:pt>
                <c:pt idx="14">
                  <c:v>1.0</c:v>
                </c:pt>
                <c:pt idx="15">
                  <c:v>2.0</c:v>
                </c:pt>
                <c:pt idx="16">
                  <c:v>1.0</c:v>
                </c:pt>
                <c:pt idx="17">
                  <c:v>0</c:v>
                </c:pt>
                <c:pt idx="18">
                  <c:v>4.0</c:v>
                </c:pt>
                <c:pt idx="19">
                  <c:v>3.0</c:v>
                </c:pt>
                <c:pt idx="20">
                  <c:v>3.0</c:v>
                </c:pt>
                <c:pt idx="21">
                  <c:v>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8.0</c:v>
                </c:pt>
                <c:pt idx="5">
                  <c:v>11.0</c:v>
                </c:pt>
                <c:pt idx="6">
                  <c:v>9.0</c:v>
                </c:pt>
                <c:pt idx="7">
                  <c:v>16.0</c:v>
                </c:pt>
                <c:pt idx="8">
                  <c:v>14.0</c:v>
                </c:pt>
                <c:pt idx="9">
                  <c:v>5.0</c:v>
                </c:pt>
                <c:pt idx="10">
                  <c:v>2.0</c:v>
                </c:pt>
                <c:pt idx="11">
                  <c:v>9.0</c:v>
                </c:pt>
                <c:pt idx="12">
                  <c:v>15.0</c:v>
                </c:pt>
                <c:pt idx="13">
                  <c:v>11.0</c:v>
                </c:pt>
                <c:pt idx="14">
                  <c:v>10.0</c:v>
                </c:pt>
                <c:pt idx="15">
                  <c:v>11.0</c:v>
                </c:pt>
                <c:pt idx="16">
                  <c:v>4.0</c:v>
                </c:pt>
                <c:pt idx="17">
                  <c:v>5.0</c:v>
                </c:pt>
                <c:pt idx="18">
                  <c:v>7.0</c:v>
                </c:pt>
                <c:pt idx="19">
                  <c:v>10.0</c:v>
                </c:pt>
                <c:pt idx="20">
                  <c:v>10.0</c:v>
                </c:pt>
                <c:pt idx="21">
                  <c:v>6.0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</c:strCache>
            </c:strRef>
          </c:cat>
          <c:val>
            <c:numRef>
              <c:f>Sheet1!$F$2:$F$23</c:f>
              <c:numCache>
                <c:formatCode>General</c:formatCode>
                <c:ptCount val="2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1.455,9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65,3%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+3,5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68,0%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76,6%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73,8%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151  (+0,7%)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-12,1%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91   Δ -11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90   Δ -15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63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2.245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1.064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62 / 137 (45,3%)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-19,5% | Turun 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75 / 151 (49,7%)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-17,6% | Turun 44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 / 45 (46,7%)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 / 50 (52,0%)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-10,3%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 / 21 (52,4%)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-38,9%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 / 23 (52,2%)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30 / 71 (42,3%)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 / 78 (47,4%)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-11,9%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446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631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13 (76,9%)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 / 137 (10,9%)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-6,2% | Turun 39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25 / 151 (16,6%)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-7,4% | Turun 44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45 (22,2%)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+42,9% | Turun 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50 (30,0%)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21 (14,3%)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23 (17,4%)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-42,9%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7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71 (2,8%)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78 (7,7%)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2.105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500,0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80 | MoM -12,1%
PS: 75 | MoM -16,7%
• Junior
  RE: 67 | Active 48,9% | MoM -13,0%
  PS: 62 | Active 45,3% | MoM -18,4%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0,0%
  PS: 13 | Active 100,0%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-30,0%, Gap -3
• Grapari Ende: PS -18,8%, Gap -6
• Grapari Kalabahi: PS +17,6%, Gap 3
• Grapari Labuan Bajo: PS -15,4%,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-62,5%, Gap -5
• Grapari Maumere: PS +140,0%, Gap 14
• Grapari Ruteng: PS 0,0%, Gap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-68 (-36,8%), PS -56 (-39,2%)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-6 (-54,5%), PS -2 (-50,0%)
• Ende Sikka: RE 0 (0,0%), PS -1 (-10,0%)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1 (+25,0%), PS -3 (-75,0%)
• Flores Timur: RE 0 (0,0%), PS -2 (-100,0%)
• Manggarai: RE -3 (-60,0%), PS -1 (-50,0%)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-2 (-66,7%), PS -3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168,1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Alifiah Putri Fadillah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ALI4809280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FILIA REGINA DOLOROSA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SPERE42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FLO9073003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VINSENSIUS JEMADA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VIN2925601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JENIATI BETI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MAR5321403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SPRGE76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Dionisius lalu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DIO5274670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TURWEN HENCI MOLOM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SPOWO44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SPBEN72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Oct 2026 vs MTD-1 01–22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YAN7120039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SPSTI73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Roynaldus aquino kasi agung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ROY3974529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GERADUS SOLA LIMA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SPADR53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Yanuarius Ngampu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YAN7120039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Roynaldus aquino kasi agung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ROY3974529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SPOIL46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Aloysius fransisco becenty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ALO6883465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10/22/2026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83.70%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86.03% | MoM -2.33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96.70%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-13.00 pp | Rp-1.33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82.37%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84.52% | MoM -2.15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Rp8.55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Rp8.74 M | MoM -2.2%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Rp10.21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83.70%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-2.33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82.37%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-2.15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Rp8.55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-13.00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Rp-1.33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86.75%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84.98%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Rp3.44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-9.95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Rp-394.2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75.86%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-12.58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75.41%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-11.87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Rp1.68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-13.3%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-20.84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Rp-460.5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84.99%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+1.11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83.79%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+1.34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Rp3.43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-11.71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Rp-472.8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94.16% / +1.86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95.30% / +3.06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87.79% / -4.83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96.69% / +4.54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83.99% / +1.31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85.37% / +3.00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80.29% / -7.64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85.03% / +5.82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74.86% / -4.15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75.44% / -0.94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67.92% / -14.72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78.68% / -0.63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77.65% / -2.23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78.13% / -0.37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73.27% / -10.80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79.64% / +0.53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78.79% / -2.79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81.73% / -1.57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71.08% / -12.73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79.60% / +0.52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86.82% / -2.38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90.86% / +0.02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77.76% / -13.17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87.84% / +1.16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10/21/2026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5 | MoM -40.0%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-2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-66.7%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FLORES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23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20,108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12,731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63.3%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7,377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94.7%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88.0%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79.7%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71.3%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67.8%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406 / 95.6%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88.5%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409 / 81.2%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378 / 73.8%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70.9%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68.8%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236 / 89.8%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230 / 87.0%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75.7%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256 / 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251 / 61.0%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62.8%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96.7%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300 / 88.3%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341 / 80.9%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321 / 72.3%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465 / 77.2%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398 / 70.1%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67.7%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68.3%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59.5%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451 / 64.3%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369 / 65.0%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68.7%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384 / 63.5%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377 / 67.4%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328 / 63.4%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67.2%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229 / 68.1%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195 / 64.6%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145 / 62.1%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58.6%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53.5%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71.2%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368 / 70.4%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302 / 70.2%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278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353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333 / 58.6%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56.3%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56.5%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51.3%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50.7%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51.4%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52.1%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290 / 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297 / 59.6%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312 / 59.3%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264 / 54.5%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56.8%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324 / 50.3%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147 / 50.3%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159 / 50.3%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48.5%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163 / 45.4%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162 / 47.5%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124 / 46.8%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55.2%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355 / 56.6%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336 / 45.2%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259 / 50.2%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306 / 49.0%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301 / 56.1%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50.3%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47.1%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46.3%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53.8%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294 / 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237 / 55.3%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280 / 45.0%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44.1%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258 / 42.2%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135 / 46.7%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158 / 48.7%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128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108 / 50.9%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106 / 41.5%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141 / 36.2%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282 / 47.5%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253 / 46.2%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261 / 57.9%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281 / 47.7%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257 / 54.9%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57.5%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