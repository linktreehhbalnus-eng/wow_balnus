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-15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2.245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 / 137 (45,3%)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 / 151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-17,6%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45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78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80 | MoM -12,1%
PS: 75 | MoM -16,7%
• Junior
  RE: 67 | Active 48,9% | MoM -13,0%
  PS: 62 | Active 45,3% | MoM -18,4%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-30,0%, Gap -3
• Grapari Ende: PS -18,8%, Gap -6
• Grapari Kalabahi: PS +17,6%, Gap 3
• Grapari Labuan Bajo: PS -15,4%,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-62,5%, Gap -5
• Grapari Maumere: PS +140,0%, Gap 14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-68 (-36,8%), PS -56 (-39,2%)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 (-54,5%), PS -2 (-50,0%)
• Ende Sikka: RE 0 (0,0%), PS -1 (-10,0%)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(+25,0%), PS -3 (-75,0%)
• Flores Timur: RE 0 (0,0%),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(-66,7%),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75.10%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79.39% | MoM -4.29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-21.60 pp | Rp-2.21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73.28%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77.60% | MoM -4.32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Rp7.67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Rp8.07 M | MoM -4.9%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75.10%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73.28%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77.31%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-19.39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Rp-768.5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-13.41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Rp-606.9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76.15%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-20.55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89.13% / -0.51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90.23% / +0.84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83.72% / -7.31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91.13% / +2.13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76.63% / -0.85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75.58% / -0.03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74.88% / -9.10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79.07% / +4.19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63.95% / -7.16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62.95% / -5.31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58.54% / -16.19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68.40% / -3.23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66.47% / -6.39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65.88% / -5.65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64.62% / -13.59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68.13% / 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67.15% / -6.32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67.42% / -7.81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62.41% / -15.34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69.03% / -0.96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79.56% / -3.40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83.41% / -1.92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72.16% / -13.09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79.86% / +0.41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 | MoM -40.0%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22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11,021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54.8%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9,087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55.8%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52.1%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65.6%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60.8%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53.7%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47.8%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52.8%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50.3%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61.6%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44.7%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46.9%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44.6%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43.2%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45.3%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43.2%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42.6%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41.1%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42.8%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49.8%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43.2%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45.7%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45.7%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41.8%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36.8%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35.5%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50.2%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