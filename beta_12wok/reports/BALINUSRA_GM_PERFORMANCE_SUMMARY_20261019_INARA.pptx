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06/10</c:v>
                </c:pt>
                <c:pt idx="1">
                  <c:v>07/10</c:v>
                </c:pt>
                <c:pt idx="2">
                  <c:v>08/10</c:v>
                </c:pt>
                <c:pt idx="3">
                  <c:v>09/10</c:v>
                </c:pt>
                <c:pt idx="4">
                  <c:v>10/10</c:v>
                </c:pt>
                <c:pt idx="5">
                  <c:v>11/10</c:v>
                </c:pt>
                <c:pt idx="6">
                  <c:v>12/10</c:v>
                </c:pt>
                <c:pt idx="7">
                  <c:v>13/10</c:v>
                </c:pt>
                <c:pt idx="8">
                  <c:v>14/10</c:v>
                </c:pt>
                <c:pt idx="9">
                  <c:v>15/10</c:v>
                </c:pt>
                <c:pt idx="10">
                  <c:v>16/10</c:v>
                </c:pt>
                <c:pt idx="11">
                  <c:v>17/10</c:v>
                </c:pt>
                <c:pt idx="12">
                  <c:v>18/10</c:v>
                </c:pt>
                <c:pt idx="13">
                  <c:v>19/10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293.0</c:v>
                </c:pt>
                <c:pt idx="1">
                  <c:v>322.0</c:v>
                </c:pt>
                <c:pt idx="2">
                  <c:v>300.0</c:v>
                </c:pt>
                <c:pt idx="3">
                  <c:v>225.0</c:v>
                </c:pt>
                <c:pt idx="4">
                  <c:v>231.0</c:v>
                </c:pt>
                <c:pt idx="5">
                  <c:v>159.0</c:v>
                </c:pt>
                <c:pt idx="6">
                  <c:v>287.0</c:v>
                </c:pt>
                <c:pt idx="7">
                  <c:v>276.0</c:v>
                </c:pt>
                <c:pt idx="8">
                  <c:v>273.0</c:v>
                </c:pt>
                <c:pt idx="9">
                  <c:v>281.0</c:v>
                </c:pt>
                <c:pt idx="10">
                  <c:v>283.0</c:v>
                </c:pt>
                <c:pt idx="11">
                  <c:v>216.0</c:v>
                </c:pt>
                <c:pt idx="12">
                  <c:v>206.0</c:v>
                </c:pt>
                <c:pt idx="13">
                  <c:v>321.0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06/10</c:v>
                </c:pt>
                <c:pt idx="1">
                  <c:v>07/10</c:v>
                </c:pt>
                <c:pt idx="2">
                  <c:v>08/10</c:v>
                </c:pt>
                <c:pt idx="3">
                  <c:v>09/10</c:v>
                </c:pt>
                <c:pt idx="4">
                  <c:v>10/10</c:v>
                </c:pt>
                <c:pt idx="5">
                  <c:v>11/10</c:v>
                </c:pt>
                <c:pt idx="6">
                  <c:v>12/10</c:v>
                </c:pt>
                <c:pt idx="7">
                  <c:v>13/10</c:v>
                </c:pt>
                <c:pt idx="8">
                  <c:v>14/10</c:v>
                </c:pt>
                <c:pt idx="9">
                  <c:v>15/10</c:v>
                </c:pt>
                <c:pt idx="10">
                  <c:v>16/10</c:v>
                </c:pt>
                <c:pt idx="11">
                  <c:v>17/10</c:v>
                </c:pt>
                <c:pt idx="12">
                  <c:v>18/10</c:v>
                </c:pt>
                <c:pt idx="13">
                  <c:v>19/10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214.0</c:v>
                </c:pt>
                <c:pt idx="1">
                  <c:v>278.0</c:v>
                </c:pt>
                <c:pt idx="2">
                  <c:v>236.0</c:v>
                </c:pt>
                <c:pt idx="3">
                  <c:v>238.0</c:v>
                </c:pt>
                <c:pt idx="4">
                  <c:v>184.0</c:v>
                </c:pt>
                <c:pt idx="5">
                  <c:v>121.0</c:v>
                </c:pt>
                <c:pt idx="6">
                  <c:v>206.0</c:v>
                </c:pt>
                <c:pt idx="7">
                  <c:v>225.0</c:v>
                </c:pt>
                <c:pt idx="8">
                  <c:v>212.0</c:v>
                </c:pt>
                <c:pt idx="9">
                  <c:v>206.0</c:v>
                </c:pt>
                <c:pt idx="10">
                  <c:v>212.0</c:v>
                </c:pt>
                <c:pt idx="11">
                  <c:v>190.0</c:v>
                </c:pt>
                <c:pt idx="12">
                  <c:v>146.0</c:v>
                </c:pt>
                <c:pt idx="13">
                  <c:v>256.0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-13,1% &amp; PS -14,1% MoM — Achievement Mencapai 44,5% (RE) / 42,8%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Menguat, PS Stabil pada 19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01–19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(-1,2%), Denpasar Terdalam (-23,0%)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-1,2%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-6,2%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-10,2%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-23,0%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55,0%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46,7%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43,1%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38,1%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(+10,2%), Bali Barat Terdalam (-38,0%)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(+29), Sumbawa Barat Tumbuh Tertinggi (+31,2%)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-500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-651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46 kabupaten: Top 5 menyumbang +83, Bottom 5 -500, dan perubahan PS regional -651.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(-6,6%), TSEL One &gt;30 Mbps Turun Terdalam (-26,1%)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-8,2% MoM, DJP Data Transition — SF Register 946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13.036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14.306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38.224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25.376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5.421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83.391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5.421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187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4.994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2.091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2.114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3.837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01–19 Okt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131 / 337 (38,9%)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-16,0% | Turun 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169 / 378 (44,7%)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60 / 137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-18,9%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 / 151 (48,3%)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-17,0%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97 / 151 (64,2%)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+3,2% | Turun 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109 / 164 (66,5%)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+3,8%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140 / 227 (61,7%)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-7,3% | Turun 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163 / 253 (64,4%)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-7,4% | Turun 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52 / 58 (89,7%)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-1,9% | Turun 26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428 / 852 (50,2%)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-9,9% | Turun 261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19 (89,5%)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-10,5%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516 / 965 (53,5%)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-8,7% | Turun 316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1.388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1.008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2.189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-32,0%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3.455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337 (4,5%)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 | Turun 98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 / 378 (9,3%)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-27,1% | Turun 123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13 (61,5%)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137 (8,0%)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-26,7%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151 (12,6%)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151 (5,3%)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164 (6,1%)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16 (18,8%)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227 (8,4%)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-20,8% | Turun 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253 (12,3%)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-18,4% | Turun 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58 (22,4%)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26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 / 852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-27,4% | Turun 261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19 (68,4%)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-31,6% | Turun 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96 / 965 (9,9%)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-22,0% | Turun 316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HUZAIMATUL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USWATUN HASANAH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NURJANAH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Baiq desi aryani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Ismail Marzuki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Kristiana Liva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NATALIS TOLEK KELEN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ALFANDI KAREL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01–19 Okt 2026 vs MTD-1 01–19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01–19 Okt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1.687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1.404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4.614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3.963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2.065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1.590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1.280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01–19 Okt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245,7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1,0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890,1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01–19 Okt 2026 vs MTD-1 01–19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5.863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5.093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4.614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3.963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890,1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4.956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4.274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4.024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3.455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757,4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-60,5%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533 | MoM -9,4%
PS: 514 | MoM -8,2%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448 | Active 52,6% | MoM -10,2%
  PS: 428 | Active 50,2% | MoM -9,3%
• Greenfield
  RE: 51 | Active 87,9% | MoM -5,6%
  PS: 52 | Active 89,7% | MoM -1,9%
• Junior Plus
  RE: 17 | Active 89,5% | MoM -5,6%
  PS: 17 | Active 89,5% | MoM -5,6%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-38,4%, Gap -28
• Flores: PS +7,3%, Gap +6
• Kupang: PS -27,8%, Gap -10
• Mataram: PS -20,7%, Gap -17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Tabanan (Denpasar): -80,0%, Gap -4
• Grapari Sumbawa (Mataram): -77,8%, Gap -7
• Grapari Baa Rote (Kupang): -66,7%, Gap -2
• Grapari Malaka (Kupang): -66,7%, Gap -2
• Grapari Larantuka (Flores): -57,1%, Gap -4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-233 (-34,5%), PS -231 (-39,2%)
• Bali Tengah: RE -170 (-15,1%), PS -166 (-17,3%)
• Lombok: RE -118 (-14,1%), PS -88 (-13,2%)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-13 (-10,8%), PS -11 (-12,4%)
• Sumbawa Barat: RE -10 (-50,0%), PS -8 (-61,5%)
• Sumbawa Timur: RE -6 (-17,1%), PS -7 (-36,8%)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0 (0,0%), PS -3 (-100,0%)
• Lombok: RE +1 (+9,1%), PS -3 (-37,5%)
• Flores Timur: RE +1 (+100,0%), PS -2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-2 (-40,0%), PS -3 (-60,0%)
• Bali Timur: RE -2 (-33,3%), PS -2 (-50,0%)
• Malaka Timtim Belu: RE -2 (-100,0%),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46.25%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46.85% | MoM -0.60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-50.96 pp | Rp-54.53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45.97%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46.48% | MoM -0.51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Rp49.49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Rp49.88 M | MoM -0.8%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27632"/>
          <a:ext cx="11548869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71630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52.44%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52.22%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-0.66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Rp29.49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-45.14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Rp-25.38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35.08%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33.97%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-0.61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Rp3.58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-61.62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Rp-6.29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37.48%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36.30%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Rp5.79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-58.35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Rp-9.01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42.33%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+0.00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41.14%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Rp10.63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-55.12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Rp-13.85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48.21%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46.96%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Rp5.35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-49.37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Rp-5.48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55.43%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55.75%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Rp17.52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-42.15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Rp-13.32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48.94%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48.38%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-48.64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Rp-6.58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33.94%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-0.68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32.35%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Rp1.34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-62.76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Rp-2.49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33.57%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-3.20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33.06%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-2.75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Rp741.7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-63.13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Rp-1.39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41.29%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39.94%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Rp3.55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-54.54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Rp-4.69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30.65%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29.70%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Rp1.18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-65.18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Rp-2.52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37.04%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36.19%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Rp1.50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-59.66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Rp-2.41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35.30%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34.67%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Rp1.05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-60.53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Rp-1.80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50.08%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49.27%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Rp6.88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-47.37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Rp-6.51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39.42%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38.68%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Rp1.88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-58.03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Rp-2.76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4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28.33%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27.07%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Rp1.88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-69.12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Rp-4.58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46.25%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-0.60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664208"/>
          <a:ext cx="11548871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33310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64.88% / -3.03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67.95% / -3.56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70.89% / +0.21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58.01% / -2.26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61.42% / -3.87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48.16% / +0.28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52.00% / -0.08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46.96% / +4.06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40.28% / +0.32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47.19% / -1.79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39.86% / -0.25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44.96% / -0.87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31.46% / -0.84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32.10% / -0.03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41.78% / +0.57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39.89% / +0.81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46.30% / +0.75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29.70% / +0.37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32.43% / +0.69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39.71% / +1.55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37.80% / -0.30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44.11% / -0.50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28.61% / +0.18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29.47% / -0.84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35.47% / +0.24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48.81% / -0.84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54.64% / -0.85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36.44% / -2.26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40.39% / -1.02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43.69% / -0.18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410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M-1 444 | MoM -7.7%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-267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6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5549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-208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-19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-47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6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64748B"/>
                </a:solidFill>
                <a:latin typeface="Arial"/>
              </a:defRPr>
            </a:pPr>
            <a:r>
              <a:t>CAPS M / MoM vs M-1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25296"/>
          <a:ext cx="11548872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147"/>
                <a:gridCol w="2085213"/>
                <a:gridCol w="1817878"/>
                <a:gridCol w="1817878"/>
                <a:gridCol w="1817878"/>
                <a:gridCol w="1817878"/>
              </a:tblGrid>
              <a:tr h="31089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BALINUSRA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69 / -4.2%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52 / -1.9%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14 / -6.7%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331 / -10.8%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261 / -12.7%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18 / +20.0%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50 / -5.7%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19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59,971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34.2%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115,260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54.9%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47.6%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39.0%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37.7%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58.1%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51.4%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48.3%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42.5%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73.0%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54.1%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45.2%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31.8%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29.0%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59.0%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45.9%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40.9%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34.4%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30.8%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29.8%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54.2%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46.3%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45.5%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39.6%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37.5%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37.3%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35.2%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34.1%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32.2%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30.3%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44.5%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41.0%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39.6%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38.4%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36.2%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33.4%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28.4%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31.7%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24.9%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20.8%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27.3%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37.0%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39.0%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35.3%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32.5%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30.3%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28.5%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29.1%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27.6%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26.6%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32.6%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34.1%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31.5%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30.8%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22.0%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22.9%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23.5%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20.1%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27.9%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29.7%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28.9%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25.8%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24.5%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27.8%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26.2%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27.7%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24.2%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34.8%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31.8%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31.7%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29.3%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17.6%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18.2%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18.5%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17.3%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20.8%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16.7%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26.2%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25.8%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23.5%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21.6%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