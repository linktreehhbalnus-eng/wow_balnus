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06/10</c:v>
                </c:pt>
                <c:pt idx="1">
                  <c:v>07/10</c:v>
                </c:pt>
                <c:pt idx="2">
                  <c:v>08/10</c:v>
                </c:pt>
                <c:pt idx="3">
                  <c:v>09/10</c:v>
                </c:pt>
                <c:pt idx="4">
                  <c:v>10/10</c:v>
                </c:pt>
                <c:pt idx="5">
                  <c:v>11/10</c:v>
                </c:pt>
                <c:pt idx="6">
                  <c:v>12/10</c:v>
                </c:pt>
                <c:pt idx="7">
                  <c:v>13/10</c:v>
                </c:pt>
                <c:pt idx="8">
                  <c:v>14/10</c:v>
                </c:pt>
                <c:pt idx="9">
                  <c:v>15/10</c:v>
                </c:pt>
                <c:pt idx="10">
                  <c:v>16/10</c:v>
                </c:pt>
                <c:pt idx="11">
                  <c:v>17/10</c:v>
                </c:pt>
                <c:pt idx="12">
                  <c:v>18/10</c:v>
                </c:pt>
                <c:pt idx="13">
                  <c:v>19/10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293.0</c:v>
                </c:pt>
                <c:pt idx="1">
                  <c:v>322.0</c:v>
                </c:pt>
                <c:pt idx="2">
                  <c:v>300.0</c:v>
                </c:pt>
                <c:pt idx="3">
                  <c:v>225.0</c:v>
                </c:pt>
                <c:pt idx="4">
                  <c:v>231.0</c:v>
                </c:pt>
                <c:pt idx="5">
                  <c:v>159.0</c:v>
                </c:pt>
                <c:pt idx="6">
                  <c:v>287.0</c:v>
                </c:pt>
                <c:pt idx="7">
                  <c:v>276.0</c:v>
                </c:pt>
                <c:pt idx="8">
                  <c:v>273.0</c:v>
                </c:pt>
                <c:pt idx="9">
                  <c:v>281.0</c:v>
                </c:pt>
                <c:pt idx="10">
                  <c:v>283.0</c:v>
                </c:pt>
                <c:pt idx="11">
                  <c:v>216.0</c:v>
                </c:pt>
                <c:pt idx="12">
                  <c:v>206.0</c:v>
                </c:pt>
                <c:pt idx="13">
                  <c:v>321.0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06/10</c:v>
                </c:pt>
                <c:pt idx="1">
                  <c:v>07/10</c:v>
                </c:pt>
                <c:pt idx="2">
                  <c:v>08/10</c:v>
                </c:pt>
                <c:pt idx="3">
                  <c:v>09/10</c:v>
                </c:pt>
                <c:pt idx="4">
                  <c:v>10/10</c:v>
                </c:pt>
                <c:pt idx="5">
                  <c:v>11/10</c:v>
                </c:pt>
                <c:pt idx="6">
                  <c:v>12/10</c:v>
                </c:pt>
                <c:pt idx="7">
                  <c:v>13/10</c:v>
                </c:pt>
                <c:pt idx="8">
                  <c:v>14/10</c:v>
                </c:pt>
                <c:pt idx="9">
                  <c:v>15/10</c:v>
                </c:pt>
                <c:pt idx="10">
                  <c:v>16/10</c:v>
                </c:pt>
                <c:pt idx="11">
                  <c:v>17/10</c:v>
                </c:pt>
                <c:pt idx="12">
                  <c:v>18/10</c:v>
                </c:pt>
                <c:pt idx="13">
                  <c:v>19/10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214.0</c:v>
                </c:pt>
                <c:pt idx="1">
                  <c:v>278.0</c:v>
                </c:pt>
                <c:pt idx="2">
                  <c:v>236.0</c:v>
                </c:pt>
                <c:pt idx="3">
                  <c:v>238.0</c:v>
                </c:pt>
                <c:pt idx="4">
                  <c:v>184.0</c:v>
                </c:pt>
                <c:pt idx="5">
                  <c:v>121.0</c:v>
                </c:pt>
                <c:pt idx="6">
                  <c:v>206.0</c:v>
                </c:pt>
                <c:pt idx="7">
                  <c:v>225.0</c:v>
                </c:pt>
                <c:pt idx="8">
                  <c:v>212.0</c:v>
                </c:pt>
                <c:pt idx="9">
                  <c:v>206.0</c:v>
                </c:pt>
                <c:pt idx="10">
                  <c:v>212.0</c:v>
                </c:pt>
                <c:pt idx="11">
                  <c:v>190.0</c:v>
                </c:pt>
                <c:pt idx="12">
                  <c:v>146.0</c:v>
                </c:pt>
                <c:pt idx="13">
                  <c:v>256.0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-13,1% &amp; PS -14,1% MoM — Achievement Mencapai 44,5% (RE) / 42,8%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Menguat, PS Stabil pada 19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01–19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(-1,2%), Denpasar Terdalam (-23,0%)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38,1%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(+10,2%), Bali Barat Terdalam (-38,0%)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(+29), Sumbawa Barat Tumbuh Tertinggi (+31,2%)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+83, Bottom 5 -500, dan perubahan PS regional -651.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(-6,6%), TSEL One &gt;30 Mbps Turun Terdalam (-26,1%)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-8,2%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5.421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187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4.994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2.091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3.837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Okt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131 / 337 (38,9%)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169 / 378 (44,7%)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 / 137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 / 151 (48,3%)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 / 151 (64,2%)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 / 164 (66,5%)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140 / 227 (61,7%)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163 / 253 (64,4%)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 | Turun 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 / 58 (89,7%)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428 / 852 (50,2%)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-9,9% | Turun 261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516 / 965 (53,5%)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-8,7% | Turun 316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1.388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2.189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3.455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337 (4,5%)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378 (9,3%)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-27,1% | Turun 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137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151 (12,6%)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151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164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227 (8,4%)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253 (12,3%)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 | Turun 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58 (22,4%)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852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-27,4% | Turun 261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19 (68,4%)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-31,6%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96 / 965 (9,9%)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-22,0% | Turun 316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HUZAIMATUL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NURJANAH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Kristiana Liva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NATALIS TOLEK KELEN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ALFANDI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01–19 Okt 2026 vs MTD-1 01–19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Okt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1.687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4.614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3.963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1.590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Okt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1,0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01–19 Okt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5.863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5.093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4.614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890,1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4.956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4.274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4.024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3.455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757,4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533 | MoM -9,4%
PS: 514 | MoM -8,2%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448 | Active 52,6% | MoM -10,2%
  PS: 428 | Active 50,2% | MoM -9,3%
• Greenfield
  RE: 51 | Active 87,9% | MoM -5,6%
  PS: 52 | Active 89,7%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-38,4%, Gap -28
• Flores: PS +7,3%, Gap +6
• Kupang: PS -27,8%, Gap -10
• Mataram: PS -20,7%, Gap 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Tabanan (Denpasar): -80,0%, Gap -4
• Grapari Sumbawa (Mataram): -77,8%, Gap -7
• Grapari Baa Rote (Kupang): -66,7%, Gap -2
• Grapari Malaka (Kupang): -66,7%, Gap -2
• Grapari Larantuka (Flores): -57,1%,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-233 (-34,5%), PS -231 (-39,2%)
• Bali Tengah: RE -170 (-15,1%), PS -166 (-17,3%)
• Lombok: RE -118 (-14,1%), PS -88 (-13,2%)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-13 (-10,8%), PS -11 (-12,4%)
• Sumbawa Barat: RE -10 (-50,0%), PS -8 (-61,5%)
• Sumbawa Timur: RE -6 (-17,1%), PS -7 (-36,8%)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0 (0,0%), PS -3 (-100,0%)
• Lombok: RE +1 (+9,1%), PS -3 (-37,5%)
• Flores Timur: RE +1 (+100,0%),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(-40,0%), PS -3 (-60,0%)
• Bali Timur: RE -2 (-33,3%), PS -2 (-50,0%)
• Malaka Timtim Belu: RE -2 (-100,0%),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59.12%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60.62% | MoM -1.51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-38.09 pp | Rp-40.76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58.65%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60.07% | MoM -1.42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Rp63.26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Rp64.53 M | MoM -2.0%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65.83%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65.37%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Rp37.02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-31.75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Rp-17.85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46.89%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45.45%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-49.81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Rp-5.09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49.14%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47.82%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-46.69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55.19%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53.80%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Rp13.87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-42.26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Rp-10.62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62.12%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60.79%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Rp6.90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-35.46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Rp-3.94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68.32%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68.31%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Rp21.59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-29.26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Rp-9.25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63.05%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62.33%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-34.53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Rp-4.67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45.71%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43.50%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Rp1.81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-50.99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43.16%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42.69%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Rp953.4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-14.4%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-53.54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Rp-1.18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52.70%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51.27%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-43.13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Rp-3.71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42.93%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Rp1.66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50.09%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49.11%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-46.61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Rp-1.88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46.89%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46.14%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-48.94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62.09%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61.13%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-35.36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Rp-4.86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53.58%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52.49%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-43.87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42.04%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40.48%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-55.41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Rp-3.67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59.12%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-1.51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74.54% / -3.39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77.12% / -3.42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78.45% / -2.54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67.37% / -3.07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72.77% / -3.72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59.62% / -3.27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62.84% / -4.91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57.45% / -0.79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52.26% / -1.36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59.65% / -4.03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52.00% / -0.86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57.32% / -1.15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43.49% / -1.59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42.98% / -1.46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54.53% / +0.05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52.37% / +0.34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59.44% / +0.53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41.55% / -0.28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43.86% / +0.22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52.15% / +0.82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50.10% / -0.99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57.31% / -0.84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39.32% / -1.59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40.21% / -1.34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47.80% / -0.80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62.00% / -1.74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68.26% / -1.47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48.67% / -3.88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52.41% / -2.11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56.81% / -1.42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443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M-1 479 | MoM -7.5%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-234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72 / -7.7%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 / 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14 / -12.5%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360 / 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288 / -10.8%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 / 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50 / -7.4%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72,227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41.2%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103,004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51.6%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45.9%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50.4%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42.3%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40.3%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37.3%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37.9%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48.2%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45.6%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45.2%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41.9%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39.5%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37.5%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46.4%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43.3%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40.5%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36.2%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38.4%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32.8%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27.4%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34.0%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43.5%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38.3%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33.6%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33.6%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32.5%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38.3%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37.3%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27.0%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27.9%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25.0%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35.4%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38.0%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29.7%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33.9%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31.8%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29.3%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37.7%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34.4%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22.3%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23.1%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20.8%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32.0%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28.5%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27.3%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