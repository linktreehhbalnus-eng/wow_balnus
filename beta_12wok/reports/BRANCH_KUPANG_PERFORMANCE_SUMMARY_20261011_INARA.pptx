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1.338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64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+4,3%
PS: 88 | MoM -1,1%
• Junior
  RE: 85 | Active 59,4% | MoM +3,7%
  PS: 77 | Active 53,8% | MoM -3,8%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-20,0%,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-21 (-21,4%), PS -33 (-37,9%)
• Malaka Timtim Belu: RE -21 (-16,5%), PS -24 (-22,4%)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