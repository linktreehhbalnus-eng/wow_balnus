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  <c:pt idx="8">
                  <c:v>28.0</c:v>
                </c:pt>
                <c:pt idx="9">
                  <c:v>22.0</c:v>
                </c:pt>
                <c:pt idx="10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  <c:pt idx="8">
                  <c:v>12.0</c:v>
                </c:pt>
                <c:pt idx="9">
                  <c:v>11.0</c:v>
                </c:pt>
                <c:pt idx="10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1.338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77 / 143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88 / 156 (56,4%)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57 (64,9%)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64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56 (48,2%)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60 (51,7%)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30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32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143 (3,5%)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+150,0%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156 (3,8%)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60 (1,7%)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32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97 | MoM +4,3%
PS: 88 | MoM -1,1%
• Junior
  RE: 85 | Active 59,4% | MoM +3,7%
  PS: 77 | Active 53,8% | MoM -3,8%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7 | Active 77,8% | MoM +40,0%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-100,0%, Gap -2
• Grapari Kefamenanu: PS -60,0%, Gap -3
• Grapari Kupang: PS -20,0%,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+300,0%,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-21 (-21,4%), PS -33 (-37,9%)
• Malaka Timtim Belu: RE -21 (-16,5%), PS -24 (-22,4%)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 (-33,3%),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Paula Susanti Mooy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PAU3512746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