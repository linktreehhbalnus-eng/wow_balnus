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378.0</c:v>
                </c:pt>
                <c:pt idx="1">
                  <c:v>316.0</c:v>
                </c:pt>
                <c:pt idx="2">
                  <c:v>299.0</c:v>
                </c:pt>
                <c:pt idx="3">
                  <c:v>309.0</c:v>
                </c:pt>
                <c:pt idx="4">
                  <c:v>303.0</c:v>
                </c:pt>
                <c:pt idx="5">
                  <c:v>248.0</c:v>
                </c:pt>
                <c:pt idx="6">
                  <c:v>150.0</c:v>
                </c:pt>
                <c:pt idx="7">
                  <c:v>315.0</c:v>
                </c:pt>
                <c:pt idx="8">
                  <c:v>321.0</c:v>
                </c:pt>
                <c:pt idx="9">
                  <c:v>271.0</c:v>
                </c:pt>
                <c:pt idx="10">
                  <c:v>352.0</c:v>
                </c:pt>
                <c:pt idx="11">
                  <c:v>332.0</c:v>
                </c:pt>
                <c:pt idx="12">
                  <c:v>257.0</c:v>
                </c:pt>
                <c:pt idx="13">
                  <c:v>184.0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269.0</c:v>
                </c:pt>
                <c:pt idx="1">
                  <c:v>271.0</c:v>
                </c:pt>
                <c:pt idx="2">
                  <c:v>247.0</c:v>
                </c:pt>
                <c:pt idx="3">
                  <c:v>254.0</c:v>
                </c:pt>
                <c:pt idx="4">
                  <c:v>239.0</c:v>
                </c:pt>
                <c:pt idx="5">
                  <c:v>173.0</c:v>
                </c:pt>
                <c:pt idx="6">
                  <c:v>131.0</c:v>
                </c:pt>
                <c:pt idx="7">
                  <c:v>241.0</c:v>
                </c:pt>
                <c:pt idx="8">
                  <c:v>240.0</c:v>
                </c:pt>
                <c:pt idx="9">
                  <c:v>239.0</c:v>
                </c:pt>
                <c:pt idx="10">
                  <c:v>238.0</c:v>
                </c:pt>
                <c:pt idx="11">
                  <c:v>225.0</c:v>
                </c:pt>
                <c:pt idx="12">
                  <c:v>205.0</c:v>
                </c:pt>
                <c:pt idx="13">
                  <c:v>154.0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-21,0% &amp; PS -26,0% MoM — Achievement Mencapai 9,6% (RE) / 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(-18,8%), Kupang Terdalam (-34,5%)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-34,5%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(-2,5%), Bali Barat Terdalam (-48,6%)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Timur Penyumbang PS Absolut Terbesar (+3), Flores Timur Tumbuh Tertinggi (+37,5%)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+8, Bottom 5 -150, dan perubahan PS regional -289.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(-19,5%), TSEL One &gt;30 Mbps Turun Terdalam (-50,0%)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-10,9%,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+8,8%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 / 788 (28,3%)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295 / 901 (32,7%)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SPGWW15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SPXXGD91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SPDEW79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ALL3716833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FAN5086386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SPSLR09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IDH6810961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SPXXYW93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1.125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314 | MoM -15,6%
PS: 295 | MoM -10,9%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243 | Active 30,8% | MoM -17,9%
  PS: 223 | Active 28,3% | MoM -14,6%
• Greenfield
  RE: 36 | Active 62,1% | MoM -10,0%
  PS: 37 | Active 63,8% | MoM +8,8%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-7
• Flores: PS +9,5%, Gap +2
• Kupang: PS 0,0%, Gap 0
• Mataram: PS -42,3%,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Negara (Denpasar): -100,0%, Gap -1
• Grapari Ubud (Denpasar): -100,0%, Gap -1
• Grapari Bajawa (Flores): -100,0%, Gap -1
• Grapari Malaka (Kupang): -100,0%, Gap -1
• Grapari Mataram (Mataram): -92,3%, Gap -12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Lombok: RE -32 (-18,2%), PS -23 (-16,2%)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(-23,1%), PS -7 (-70,0%)
• Bali Tengah: RE +4 (+13,8%), PS -4 (-21,1%)
• Ende Sikka: RE -3 (-60,0%),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