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21/09</c:v>
                </c:pt>
                <c:pt idx="1">
                  <c:v>22/09</c:v>
                </c:pt>
                <c:pt idx="2">
                  <c:v>23/09</c:v>
                </c:pt>
                <c:pt idx="3">
                  <c:v>24/09</c:v>
                </c:pt>
                <c:pt idx="4">
                  <c:v>25/09</c:v>
                </c:pt>
                <c:pt idx="5">
                  <c:v>26/09</c:v>
                </c:pt>
                <c:pt idx="6">
                  <c:v>27/09</c:v>
                </c:pt>
                <c:pt idx="7">
                  <c:v>28/09</c:v>
                </c:pt>
                <c:pt idx="8">
                  <c:v>29/09</c:v>
                </c:pt>
                <c:pt idx="9">
                  <c:v>30/09</c:v>
                </c:pt>
                <c:pt idx="10">
                  <c:v>01/10</c:v>
                </c:pt>
                <c:pt idx="11">
                  <c:v>02/10</c:v>
                </c:pt>
                <c:pt idx="12">
                  <c:v>03/10</c:v>
                </c:pt>
                <c:pt idx="13">
                  <c:v>04/10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378.0</c:v>
                </c:pt>
                <c:pt idx="1">
                  <c:v>316.0</c:v>
                </c:pt>
                <c:pt idx="2">
                  <c:v>299.0</c:v>
                </c:pt>
                <c:pt idx="3">
                  <c:v>309.0</c:v>
                </c:pt>
                <c:pt idx="4">
                  <c:v>303.0</c:v>
                </c:pt>
                <c:pt idx="5">
                  <c:v>248.0</c:v>
                </c:pt>
                <c:pt idx="6">
                  <c:v>150.0</c:v>
                </c:pt>
                <c:pt idx="7">
                  <c:v>315.0</c:v>
                </c:pt>
                <c:pt idx="8">
                  <c:v>321.0</c:v>
                </c:pt>
                <c:pt idx="9">
                  <c:v>271.0</c:v>
                </c:pt>
                <c:pt idx="10">
                  <c:v>352.0</c:v>
                </c:pt>
                <c:pt idx="11">
                  <c:v>332.0</c:v>
                </c:pt>
                <c:pt idx="12">
                  <c:v>257.0</c:v>
                </c:pt>
                <c:pt idx="13">
                  <c:v>184.0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21/09</c:v>
                </c:pt>
                <c:pt idx="1">
                  <c:v>22/09</c:v>
                </c:pt>
                <c:pt idx="2">
                  <c:v>23/09</c:v>
                </c:pt>
                <c:pt idx="3">
                  <c:v>24/09</c:v>
                </c:pt>
                <c:pt idx="4">
                  <c:v>25/09</c:v>
                </c:pt>
                <c:pt idx="5">
                  <c:v>26/09</c:v>
                </c:pt>
                <c:pt idx="6">
                  <c:v>27/09</c:v>
                </c:pt>
                <c:pt idx="7">
                  <c:v>28/09</c:v>
                </c:pt>
                <c:pt idx="8">
                  <c:v>29/09</c:v>
                </c:pt>
                <c:pt idx="9">
                  <c:v>30/09</c:v>
                </c:pt>
                <c:pt idx="10">
                  <c:v>01/10</c:v>
                </c:pt>
                <c:pt idx="11">
                  <c:v>02/10</c:v>
                </c:pt>
                <c:pt idx="12">
                  <c:v>03/10</c:v>
                </c:pt>
                <c:pt idx="13">
                  <c:v>04/10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269.0</c:v>
                </c:pt>
                <c:pt idx="1">
                  <c:v>271.0</c:v>
                </c:pt>
                <c:pt idx="2">
                  <c:v>247.0</c:v>
                </c:pt>
                <c:pt idx="3">
                  <c:v>254.0</c:v>
                </c:pt>
                <c:pt idx="4">
                  <c:v>239.0</c:v>
                </c:pt>
                <c:pt idx="5">
                  <c:v>173.0</c:v>
                </c:pt>
                <c:pt idx="6">
                  <c:v>131.0</c:v>
                </c:pt>
                <c:pt idx="7">
                  <c:v>241.0</c:v>
                </c:pt>
                <c:pt idx="8">
                  <c:v>240.0</c:v>
                </c:pt>
                <c:pt idx="9">
                  <c:v>239.0</c:v>
                </c:pt>
                <c:pt idx="10">
                  <c:v>238.0</c:v>
                </c:pt>
                <c:pt idx="11">
                  <c:v>225.0</c:v>
                </c:pt>
                <c:pt idx="12">
                  <c:v>205.0</c:v>
                </c:pt>
                <c:pt idx="13">
                  <c:v>154.0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-21,0% &amp; PS -26,0% MoM — Achievement Mencapai 9,6% (RE) / 8,6%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4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01–04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(-18,8%), Kupang Terdalam (-34,5%)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-18,8%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-25,9%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-27,7%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-34,5%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Sumbawa Timur Tertinggi (-2,5%), Bali Barat Terdalam (-48,6%)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Timur Penyumbang PS Absolut Terbesar (+3), Flores Timur Tumbuh Tertinggi (+37,5%)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+8, Bottom 5 -150, dan perubahan PS regional -289.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(-19,5%), TSEL One &gt;30 Mbps Turun Terdalam (-50,0%)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-10,9%, Aktivitas DJP -100,0% MoM — Registered SF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 (sumber WOK lama selama transisi)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01–04 Okt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306 (25,8%)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112 / 347 (32,3%)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129 (26,4%)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143 (32,2%)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143 (24,5%)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-45,3%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156 (26,3%)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-42,3%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 / 210 (35,7%)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 / 237 (40,5%)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58 (63,8%)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+8,8%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223 / 788 (28,3%)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-15,2% | Turun 176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295 / 901 (32,7%)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 | Turun 215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-62,5%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347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-61,5%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237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788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176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20 (5,0%)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-75,0%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-62,5%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901 (0,6%)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-66,7% | Turun 215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SPGSD76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SPDAR84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SPEMA28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SPXYM59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JAN6694249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SPGWW15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SEP6298129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SPXKAR75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IGN7412146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SPXXGD91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SPEMA28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DOD4949153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JAN6694249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SPXYM59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SPDEW79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ALL3716833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SPXKAR75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FAN5086386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SPSLR09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BAM8870058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SPNOT11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IND7163324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SPUUE13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SPXDWI69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SPEIA79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SPNTB55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KAD9367254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DAM2334423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LAL6459400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SPIRN91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COR5804367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ABD8242555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ALV9273981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SPNRU39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SUM8202596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EDY7689399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CHR2660088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IDH6810961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MIS1468588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SPXXYW93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Okt 2026 vs MTD-1 01–04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01–04 Okt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01–04 Okt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01–04 Okt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1.424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1.125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1.111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180,2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150,2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314 | MoM -15,6%
PS: 295 | MoM -10,9%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243 | Active 30,8% | MoM -17,9%
  PS: 223 | Active 28,3% | MoM -14,6%
• Greenfield
  RE: 36 | Active 62,1% | MoM -10,0%
  PS: 37 | Active 63,8% | MoM +8,8%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-33,3%, Gap -7
• Flores: PS +9,5%, Gap +2
• Kupang: PS 0,0%, Gap 0
• Mataram: PS -42,3%, Gap 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Negara (Denpasar): -100,0%, Gap -1
• Grapari Ubud (Denpasar): -100,0%, Gap -1
• Grapari Bajawa (Flores): -100,0%, Gap -1
• Grapari Malaka (Kupang): -100,0%, Gap -1
• Grapari Mataram (Mataram): -92,3%, Gap -12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-71 (-37,6%), PS -86 (-50,6%)
• Bali Tengah: RE -17 (-6,6%), PS -27 (-12,1%)
• Lombok: RE -32 (-18,2%), PS -23 (-16,2%)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(-23,1%), PS -7 (-70,0%)
• Bali Tengah: RE +4 (+13,8%), PS -4 (-21,1%)
• Ende Sikka: RE -3 (-60,0%), PS -2 (-66,7%)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-3 (-30,0%), PS -5 (-71,4%)
• Bali Timur: RE -2 (-50,0%), PS -1 (-100,0%)
• Ende Sikka: RE +1 (—),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(-100,0%), PS -1 (-100,0%)
• Manggarai: RE -1 (-100,0%), PS -1 (-100,0%)
• Sumbawa Timur: RE -1 (-100,0%),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