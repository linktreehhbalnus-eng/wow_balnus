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38.0</c:v>
                </c:pt>
                <c:pt idx="6">
                  <c:v>36.0</c:v>
                </c:pt>
                <c:pt idx="7">
                  <c:v>32.0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19.0</c:v>
                </c:pt>
                <c:pt idx="6">
                  <c:v>19.0</c:v>
                </c:pt>
                <c:pt idx="7">
                  <c:v>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7.0</c:v>
                </c:pt>
                <c:pt idx="7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26.0</c:v>
                </c:pt>
                <c:pt idx="6">
                  <c:v>25.0</c:v>
                </c:pt>
                <c:pt idx="7">
                  <c:v>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12.0</c:v>
                </c:pt>
                <c:pt idx="6">
                  <c:v>17.0</c:v>
                </c:pt>
                <c:pt idx="7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2.002,3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1.666,3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156  (+2,6%)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88   Δ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84   Δ -5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54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1.015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1.015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9 (66,7%)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69 / 143 (48,3%)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-11,5%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79 / 156 (50,6%)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-8,1% | Turun 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6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 / 57 (63,2%)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-2,7%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 / 64 (64,1%)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 / 56 (42,9%)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-7,7%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 / 60 (46,7%)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-3,4%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30 (30,0%)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32 (31,2%)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-37,5%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143 (0,7%)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156 (0,6%)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-66,7% | Turun 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57 (1,8%)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64 (1,6%)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2.408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91 | MoM +3,4%
PS: 79 | MoM -6,0%
• Junior
  RE: 80 | Active 55,9% | MoM +3,9%
  PS: 69 | Active 48,3% | MoM -9,2%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7 | Active 77,8% | MoM 0,0%
  PS: 6 | Active 66,7% | MoM +50,0%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-50,0%, Gap -1
• Grapari Baa Rote: PS -100,0%, Gap -1
• Grapari Kefamenanu: PS -33,3%, Gap -1
• Grapari Kupang: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-100,0%, Gap -1
• Grapari Soe: PS +100,0%, Gap 1
• Grapari Waikabubak: PS +200,0%, Gap 2
• Grapari Waingapu: PS -25,0%,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-24 (-30,8%), PS -24 (-38,7%)
• Malaka Timtim Belu: RE -13 (-13,7%), PS -13 (-17,1%)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0 (0,0%), PS -2 (-100,0%)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SPVEN05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RAFIKI ABDURAHMAN PUA JENDO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SPRAF16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SPVEN05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SPNLU74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RAFIKI ABDURAHMAN PUA JENDO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SPRAF16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MARLIN DA 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SPRLN81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YAKOB MONI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SPNOM19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DJO4406952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JAMES RICHARTUS YEFERSON BANU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JAM3016480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ZEL9504682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NORMA NATALIA AMALO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NOR8152023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MARLIN DA 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SPRLN81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SPLAA32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FAUZI ABDULA LATIF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SPLAA46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24.93%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95.83% | Gap -70.90 pp | M-1 28.89%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Rp330.594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Rp320.397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Rp327.529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-10.60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-1.04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-3.67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21.29%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-2.06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-3.13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-4.54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19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14 | MoM +35.7%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17 / +70.0%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 / +42.9%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 / +66.7%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