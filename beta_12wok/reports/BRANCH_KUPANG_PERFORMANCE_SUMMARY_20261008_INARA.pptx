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Kupang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Sheet1!$A$2:$A$9</c:f>
              <c:strCache>
                <c:ptCount val="8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23.0</c:v>
                </c:pt>
                <c:pt idx="1">
                  <c:v>22.0</c:v>
                </c:pt>
                <c:pt idx="2">
                  <c:v>16.0</c:v>
                </c:pt>
                <c:pt idx="3">
                  <c:v>11.0</c:v>
                </c:pt>
                <c:pt idx="4">
                  <c:v>33.0</c:v>
                </c:pt>
                <c:pt idx="5">
                  <c:v>38.0</c:v>
                </c:pt>
                <c:pt idx="6">
                  <c:v>36.0</c:v>
                </c:pt>
                <c:pt idx="7">
                  <c:v>32.0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Kupang Rote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Sheet1!$A$2:$A$9</c:f>
              <c:strCache>
                <c:ptCount val="8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</c:strCache>
            </c: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12.0</c:v>
                </c:pt>
                <c:pt idx="1">
                  <c:v>11.0</c:v>
                </c:pt>
                <c:pt idx="2">
                  <c:v>9.0</c:v>
                </c:pt>
                <c:pt idx="3">
                  <c:v>4.0</c:v>
                </c:pt>
                <c:pt idx="4">
                  <c:v>14.0</c:v>
                </c:pt>
                <c:pt idx="5">
                  <c:v>19.0</c:v>
                </c:pt>
                <c:pt idx="6">
                  <c:v>19.0</c:v>
                </c:pt>
                <c:pt idx="7">
                  <c:v>16.0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Malaka Timtim Belu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Sheet1!$A$2:$A$9</c:f>
              <c:strCache>
                <c:ptCount val="8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</c:strCache>
            </c:strRef>
          </c:cat>
          <c:val>
            <c:numRef>
              <c:f>Sheet1!$D$2:$D$9</c:f>
              <c:numCache>
                <c:formatCode>General</c:formatCode>
                <c:ptCount val="8"/>
                <c:pt idx="0">
                  <c:v>6.0</c:v>
                </c:pt>
                <c:pt idx="1">
                  <c:v>7.0</c:v>
                </c:pt>
                <c:pt idx="2">
                  <c:v>3.0</c:v>
                </c:pt>
                <c:pt idx="3">
                  <c:v>5.0</c:v>
                </c:pt>
                <c:pt idx="4">
                  <c:v>13.0</c:v>
                </c:pt>
                <c:pt idx="5">
                  <c:v>11.0</c:v>
                </c:pt>
                <c:pt idx="6">
                  <c:v>10.0</c:v>
                </c:pt>
                <c:pt idx="7">
                  <c:v>10.0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Sumba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Sheet1!$A$2:$A$9</c:f>
              <c:strCache>
                <c:ptCount val="8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</c:strCache>
            </c:strRef>
          </c:cat>
          <c:val>
            <c:numRef>
              <c:f>Sheet1!$E$2:$E$9</c:f>
              <c:numCache>
                <c:formatCode>General</c:formatCode>
                <c:ptCount val="8"/>
                <c:pt idx="0">
                  <c:v>5.0</c:v>
                </c:pt>
                <c:pt idx="1">
                  <c:v>4.0</c:v>
                </c:pt>
                <c:pt idx="2">
                  <c:v>4.0</c:v>
                </c:pt>
                <c:pt idx="3">
                  <c:v>2.0</c:v>
                </c:pt>
                <c:pt idx="4">
                  <c:v>6.0</c:v>
                </c:pt>
                <c:pt idx="5">
                  <c:v>8.0</c:v>
                </c:pt>
                <c:pt idx="6">
                  <c:v>7.0</c:v>
                </c:pt>
                <c:pt idx="7">
                  <c:v>6.0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Kupang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Sheet1!$A$2:$A$9</c:f>
              <c:strCache>
                <c:ptCount val="8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19.0</c:v>
                </c:pt>
                <c:pt idx="1">
                  <c:v>16.0</c:v>
                </c:pt>
                <c:pt idx="2">
                  <c:v>16.0</c:v>
                </c:pt>
                <c:pt idx="3">
                  <c:v>14.0</c:v>
                </c:pt>
                <c:pt idx="4">
                  <c:v>22.0</c:v>
                </c:pt>
                <c:pt idx="5">
                  <c:v>26.0</c:v>
                </c:pt>
                <c:pt idx="6">
                  <c:v>25.0</c:v>
                </c:pt>
                <c:pt idx="7">
                  <c:v>25.0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Kupang Rote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Sheet1!$A$2:$A$9</c:f>
              <c:strCache>
                <c:ptCount val="8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</c:strCache>
            </c: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8.0</c:v>
                </c:pt>
                <c:pt idx="1">
                  <c:v>7.0</c:v>
                </c:pt>
                <c:pt idx="2">
                  <c:v>7.0</c:v>
                </c:pt>
                <c:pt idx="3">
                  <c:v>7.0</c:v>
                </c:pt>
                <c:pt idx="4">
                  <c:v>12.0</c:v>
                </c:pt>
                <c:pt idx="5">
                  <c:v>12.0</c:v>
                </c:pt>
                <c:pt idx="6">
                  <c:v>17.0</c:v>
                </c:pt>
                <c:pt idx="7">
                  <c:v>13.0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Malaka Timtim Belu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Sheet1!$A$2:$A$9</c:f>
              <c:strCache>
                <c:ptCount val="8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</c:strCache>
            </c:strRef>
          </c:cat>
          <c:val>
            <c:numRef>
              <c:f>Sheet1!$D$2:$D$9</c:f>
              <c:numCache>
                <c:formatCode>General</c:formatCode>
                <c:ptCount val="8"/>
                <c:pt idx="0">
                  <c:v>6.0</c:v>
                </c:pt>
                <c:pt idx="1">
                  <c:v>6.0</c:v>
                </c:pt>
                <c:pt idx="2">
                  <c:v>4.0</c:v>
                </c:pt>
                <c:pt idx="3">
                  <c:v>6.0</c:v>
                </c:pt>
                <c:pt idx="4">
                  <c:v>6.0</c:v>
                </c:pt>
                <c:pt idx="5">
                  <c:v>9.0</c:v>
                </c:pt>
                <c:pt idx="6">
                  <c:v>6.0</c:v>
                </c:pt>
                <c:pt idx="7">
                  <c:v>8.0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Sumba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Sheet1!$A$2:$A$9</c:f>
              <c:strCache>
                <c:ptCount val="8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</c:strCache>
            </c:strRef>
          </c:cat>
          <c:val>
            <c:numRef>
              <c:f>Sheet1!$E$2:$E$9</c:f>
              <c:numCache>
                <c:formatCode>General</c:formatCode>
                <c:ptCount val="8"/>
                <c:pt idx="0">
                  <c:v>5.0</c:v>
                </c:pt>
                <c:pt idx="1">
                  <c:v>3.0</c:v>
                </c:pt>
                <c:pt idx="2">
                  <c:v>6.0</c:v>
                </c:pt>
                <c:pt idx="3">
                  <c:v>1.0</c:v>
                </c:pt>
                <c:pt idx="4">
                  <c:v>4.0</c:v>
                </c:pt>
                <c:pt idx="5">
                  <c:v>5.0</c:v>
                </c:pt>
                <c:pt idx="6">
                  <c:v>2.0</c:v>
                </c:pt>
                <c:pt idx="7">
                  <c:v>4.0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01–08 Oct 2026 vs MTD-1 01–08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2.002,3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16,8%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1.666,3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1.624,5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14,8%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1.383,5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3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80,4%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71,7%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-8,6 pp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74,0%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72,8%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37,8%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Kupang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+22,6%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18,2%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755,9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16,2%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634,4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13,2%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636,6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12,4%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514,4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-21,8%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19,7%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276,8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-34,8%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16,1%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234,7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828031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321807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Sabu Raijua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Rote Ndao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321807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 Barat Daya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-88,9%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-52,6%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Timor Tengah Selatan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01–08 Oct 2026 vs MTD-1 01–08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49640" y="749808"/>
            <a:ext cx="329184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SF Register: 152 → 156  (+2,6%)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91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01368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+3,4%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88   Δ 3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79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09160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-6,0%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84   Δ -5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N/A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16952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687386"/>
                </a:solidFill>
                <a:latin typeface="Arial"/>
              </a:rPr>
              <a:t>Data Transition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0">
                <a:solidFill>
                  <a:srgbClr val="687386"/>
                </a:solidFill>
                <a:latin typeface="Arial"/>
              </a:rPr>
              <a:t>MTD-1: 54   Current DJP unavailable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N/A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24744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687386"/>
                </a:solidFill>
                <a:latin typeface="Arial"/>
              </a:rPr>
              <a:t>Data Transition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0">
                <a:solidFill>
                  <a:srgbClr val="687386"/>
                </a:solidFill>
                <a:latin typeface="Arial"/>
              </a:rPr>
              <a:t>MTD-1: 1.015   Current DJP unavailable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&amp; DJP by WOK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20040" y="2505456"/>
          <a:ext cx="11548862" cy="19385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1088"/>
                <a:gridCol w="613666"/>
                <a:gridCol w="613666"/>
                <a:gridCol w="613666"/>
                <a:gridCol w="681852"/>
                <a:gridCol w="681852"/>
                <a:gridCol w="681852"/>
                <a:gridCol w="681852"/>
                <a:gridCol w="681852"/>
                <a:gridCol w="681852"/>
                <a:gridCol w="664805"/>
                <a:gridCol w="664805"/>
                <a:gridCol w="664805"/>
                <a:gridCol w="767083"/>
                <a:gridCol w="767083"/>
                <a:gridCol w="767083"/>
              </a:tblGrid>
              <a:tr h="323088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Register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Active 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Active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6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DJP Activity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3088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TOTAL 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+2,6%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+3,4%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-6,0%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1.015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+1,6%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+12,5%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+5,1%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697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+5,3%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-6,1%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-3,4%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-37,5%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320040" y="4791456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Kupang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20040" y="5065776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+11,9%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+11,1%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-23,8%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320040" y="6519672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01–08 Oct 2026 vs MTD-1 01–08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6 / 9 (66,7%)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+50,0% | Turun 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69 / 143 (48,3%)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-11,5% | Turun 38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 / 4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79 / 156 (50,6%)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-8,1% | Turun 44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6 (66,7%)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+33,3%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36 / 57 (63,2%)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-2,7% | Turun 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41 / 64 (64,1%)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+100,0%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24 / 56 (42,9%)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-7,7% | Turun 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28 / 60 (46,7%)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-3,4% | Turun 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9 / 30 (30,0%)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-40,0% | Turun 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10 / 32 (31,2%)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-37,5% | Turun 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+25,0%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183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-6,2%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16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-59,0%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209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-13,6%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-83,3%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+4,8%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52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-16,1%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62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-18,4%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-38,7%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9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 / 143 (0,7%)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38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0 / 4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-100,0% | Turun 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 / 156 (0,6%)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-66,7% | Turun 44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6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57 (1,8%)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 / 64 (1,6%)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-50,0% | Turun 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2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56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2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60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30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0 / 32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1">
                <a:solidFill>
                  <a:srgbClr val="687386"/>
                </a:solidFill>
                <a:latin typeface="Arial"/>
              </a:rPr>
              <a:t>Active = minimum 1 PS. Turun = jumlah SF dengan PS MTD lebih rendah dibanding MTD-1 pada periode tanggal yang sama.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Daily SF Active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01–08 Oct 2026 vs MTD-1 01–08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SF Active RE Harian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320040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27648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PS Harian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327648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4645152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Ringkasan Produktivitas Harian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956048"/>
          <a:ext cx="7955277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6049"/>
                <a:gridCol w="1735697"/>
                <a:gridCol w="1108917"/>
                <a:gridCol w="1735697"/>
                <a:gridCol w="1108917"/>
              </a:tblGrid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RE/Hari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PS/Hari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623620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Total Branch merupakan SF Code unik per hari; angka WOK tidak dijumlahkan jika satu SF beraktivitas pada lebih dari satu WOK.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01–08 Oct 2026 vs MTD-1 01–08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4356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+19,5%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-30,8%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-38,7%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4356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-53,8%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-28,6%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2825496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Kupang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3118103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383279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286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3118103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383279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2.408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5.063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2.115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10.003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24,1%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406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0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176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01–08 Oct 2026 vs MTD-1 01–08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Channel Scorecard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24128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3834"/>
                <a:gridCol w="1077894"/>
                <a:gridCol w="1077894"/>
                <a:gridCol w="975238"/>
                <a:gridCol w="1077894"/>
                <a:gridCol w="1077894"/>
                <a:gridCol w="975238"/>
                <a:gridCol w="1385864"/>
                <a:gridCol w="1129223"/>
                <a:gridCol w="1077894"/>
              </a:tblGrid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57,2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49,2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3,4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+57,1%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3,0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+62,4%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+128,6%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+82,6%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85292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Kontributor Penurunan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SF ACTIVE TOTAL
RE: 91 | MoM +3,4%
PS: 79 | MoM -6,0%
• Junior
  RE: 80 | Active 55,9% | MoM +3,9%
  PS: 69 | Active 48,3% | MoM -9,2%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36976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Greenfield
  RE: 7 | Active 77,8% | MoM 0,0%
  PS: 6 | Active 66,7% | MoM +50,0%
• Junior Plus
  RE: 4 | Active 100,0% | MoM 0,0%
  PS: 4 | Active 100,0% | MoM 0,0%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72783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GraPARI Performance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59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Atambua: PS -50,0%, Gap -1
• Grapari Baa Rote: PS -100,0%, Gap -1
• Grapari Kefamenanu: PS -33,3%, Gap -1
• Grapari Kupang: PS 0,0%, Gap 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9992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Malaka: PS -100,0%, Gap -1
• Grapari Soe: PS +100,0%, Gap 1
• Grapari Waikabubak: PS +200,0%, Gap 2
• Grapari Waingapu: PS -25,0%, Gap -1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40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79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Sumba: RE -24 (-30,8%), PS -24 (-38,7%)
• Malaka Timtim Belu: RE -13 (-13,7%), PS -13 (-17,1%)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36976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28416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46704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Sumba: RE 0 (0,0%), PS -2 (-100,0%)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53912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5351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Tidak ada penurunan PS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70848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62288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0576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Tidak ada penurunan PS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01–08 Oct 2026 vs MTD-1 01–08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PS by Speed — Total Branch &amp; WOK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37,8%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34,1%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45,5%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-9,1%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-11,6%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64,4%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-34,8%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01–08 Oct 2026 vs MTD-1 01–08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Revenue New Sales by Speed — Total Branch &amp;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777240"/>
            <a:ext cx="420624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 i="1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16,5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13,8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12,2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10,5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-14,1%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23,3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23,1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+18,4%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480,0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+212,5%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14,8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13,7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48,4%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10,3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-12,6%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51,7%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67,4%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925,0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-35,3%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+17,6%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615,0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-45,1%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310,0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310,0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63,0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57,2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26,9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28,4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20,0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17,4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16,0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11,4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-28,6%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Appendix — Top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01–08 Oct 2026 vs MTD-1 01–08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FITRI YUSINTA ELIK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SPLFS12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SUSANA ASTUTI PIUNG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SUS1184223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JILDER FINA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SPXXJF19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FELIKS VENTIANUS MARIO JEMA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SPVEN05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FINDRASARI Y. WILA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SPFIN88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ALEXANDRA INJEL FERNANDES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SPIEE10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RAFIKI ABDURAHMAN PUA JENDO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SPRAF16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ANJELICHA KAREK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ANJ6480240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FANCE AFI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FAN5911104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MELSI ORIANA TAELA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SPEMA28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FITRI YUSINTA ELIK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SPLFS12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ALEXANDRA INJEL FERNANDES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SPIEE10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FELIKS VENTIANUS MARIO JEMA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SPVEN05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JILDER FINA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SPXXJF19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LITA MELIANA HUSEN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SPNLU74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YUSUF MARIO BENNY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SPBNE43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FINDRASARI Y. WILA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SPFIN88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RAFIKI ABDURAHMAN PUA JENDO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SPRAF16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ANJELICHA KAREK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ANJ6480240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FANCE AFI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FAN5911104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137D3F"/>
                </a:solidFill>
                <a:latin typeface="Arial"/>
              </a:rPr>
              <a:t>Top 10 branch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Appendix — Bottom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01–08 Oct 2026 vs MTD-1 01–08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MARLIN DA SILVA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SPRLN81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YAKOB MONI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SPNOM19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ALFANDI KAREL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SPKRL00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ADRIANI NELSIANA ABUK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SPRNA14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INLY OLIFA PABALA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INL7633136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SEMUEL EDWIN KOBY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SPSEK85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DJORGHY RIZALDHY GA LONI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DJO4406952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SONYA IMELDA TUTFAUT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SPXLDA74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JAMES RICHARTUS YEFERSON BANU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JAM3016480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DELFIANA SILLA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DEL6256816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ZELA TRIANINGSIH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ZEL9504682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NORMA NATALIA AMALO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NOR8152023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MARLIN DA SILVA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SPRLN81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RANGGA BELA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SPLAA32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ALFANDI KAREL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SPKRL00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ADRIANI NELSIANA ABUK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SPRNA14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INLY OLIFA PABALA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INL7633136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AHMAD FAUZI ABDULA LATIF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SPLAA46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SEMUEL EDWIN KOBY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SPSEK85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Septania Rice Dapawole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SEP5137402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D73527"/>
                </a:solidFill>
                <a:latin typeface="Arial"/>
              </a:rPr>
              <a:t>Bottom 10 branch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01168"/>
            <a:ext cx="8869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73C64"/>
                </a:solidFill>
                <a:latin typeface="Arial"/>
              </a:defRPr>
            </a:pPr>
            <a:r>
              <a:t>C3MR Performance — KUPANG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0" y="228600"/>
            <a:ext cx="33375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64748B"/>
                </a:solidFill>
                <a:latin typeface="Arial"/>
              </a:defRPr>
            </a:pPr>
            <a:r>
              <a:t>Snapshot 2026-10-13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58368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1F2937"/>
                </a:solidFill>
                <a:latin typeface="Arial"/>
              </a:defRPr>
            </a:pPr>
            <a:r>
              <a:t>Branch C3MR 24.93%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0" y="694944"/>
            <a:ext cx="5943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F2937"/>
                </a:solidFill>
                <a:latin typeface="Arial"/>
              </a:defRPr>
            </a:pPr>
            <a:r>
              <a:t>Target 95.83% | Gap -70.90 pp | M-1 28.89%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20040" y="1143000"/>
          <a:ext cx="11548866" cy="20208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4747"/>
                <a:gridCol w="763658"/>
                <a:gridCol w="763658"/>
                <a:gridCol w="822401"/>
                <a:gridCol w="1233602"/>
                <a:gridCol w="1233602"/>
                <a:gridCol w="845899"/>
                <a:gridCol w="845899"/>
                <a:gridCol w="845899"/>
                <a:gridCol w="963385"/>
                <a:gridCol w="1116116"/>
              </a:tblGrid>
              <a:tr h="505206"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WOK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SSL All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SSL Paid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Paid Rate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Billing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Payment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C3MR M-1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C3MR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Gap 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Avg Payment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505206">
                <a:tc>
                  <a:txBody>
                    <a:bodyPr/>
                    <a:lstStyle/>
                    <a:p>
                      <a:pPr algn="l">
                        <a:defRPr sz="819">
                          <a:latin typeface="Arial"/>
                        </a:defRPr>
                      </a:pPr>
                      <a:r>
                        <a:t>KUPANG ROTE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26.827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7.246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27.01%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Rp8.61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Rp2.40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31.91%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27.84%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95.83%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-67.99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Rp330.594</a:t>
                      </a:r>
                    </a:p>
                  </a:txBody>
                  <a:tcPr/>
                </a:tc>
              </a:tr>
              <a:tr h="505206">
                <a:tc>
                  <a:txBody>
                    <a:bodyPr/>
                    <a:lstStyle/>
                    <a:p>
                      <a:pPr algn="l">
                        <a:defRPr sz="819">
                          <a:latin typeface="Arial"/>
                        </a:defRPr>
                      </a:pPr>
                      <a:r>
                        <a:t>MALAKA TIMTIM BELU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12.516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2.375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18.98%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Rp3.86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Rp760.9 Jt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23.63%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19.70%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95.83%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-76.13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Rp320.397</a:t>
                      </a:r>
                    </a:p>
                  </a:txBody>
                  <a:tcPr/>
                </a:tc>
              </a:tr>
              <a:tr h="505206">
                <a:tc>
                  <a:txBody>
                    <a:bodyPr/>
                    <a:lstStyle/>
                    <a:p>
                      <a:pPr algn="l">
                        <a:defRPr sz="819">
                          <a:latin typeface="Arial"/>
                        </a:defRPr>
                      </a:pPr>
                      <a:r>
                        <a:t>SUMBA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9.251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2.115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22.86%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Rp2.97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Rp692.7 Jt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26.88%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23.31%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95.83%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-72.52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Rp327.529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320040" y="4251960"/>
            <a:ext cx="1828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73C64"/>
                </a:solidFill>
                <a:latin typeface="Arial"/>
              </a:defRPr>
            </a:pPr>
            <a:r>
              <a:t>LOS Branch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4507992"/>
          <a:ext cx="5577838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73503"/>
                <a:gridCol w="1138334"/>
                <a:gridCol w="1366001"/>
              </a:tblGrid>
              <a:tr h="195942"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C3MR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Progress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NEW_SALES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42.53%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-10.60 pp</a:t>
                      </a:r>
                    </a:p>
                  </a:txBody>
                  <a:tcPr/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1 - 3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27.61%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-1.04 pp</a:t>
                      </a:r>
                    </a:p>
                  </a:txBody>
                  <a:tcPr/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4 - 6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20.49%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-3.67 pp</a:t>
                      </a:r>
                    </a:p>
                  </a:txBody>
                  <a:tcPr/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7 - 12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21.29%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-2.06 pp</a:t>
                      </a:r>
                    </a:p>
                  </a:txBody>
                  <a:tcPr/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19.02%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-3.13 pp</a:t>
                      </a:r>
                    </a:p>
                  </a:txBody>
                  <a:tcPr/>
                </a:tc>
              </a:tr>
              <a:tr h="195948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27.04%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-4.54 pp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01168"/>
            <a:ext cx="8869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73C64"/>
                </a:solidFill>
                <a:latin typeface="Arial"/>
              </a:defRPr>
            </a:pPr>
            <a:r>
              <a:t>CAPS Performance — KUPANG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0" y="228600"/>
            <a:ext cx="33375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64748B"/>
                </a:solidFill>
                <a:latin typeface="Arial"/>
              </a:defRPr>
            </a:pPr>
            <a:r>
              <a:t>Snapshot 2026-10-13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21792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CAPS M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19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M-1 14 | MoM +35.7%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63240" y="621792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TARGET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39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Batas CAPS bulan berjalan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06440" y="621792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GAP TARGET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-20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CAPS M - Target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49640" y="621792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Δ M vs M-1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+5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Perubahan jumlah CAPS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508760"/>
          <a:ext cx="11548871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20300"/>
                <a:gridCol w="1443609"/>
                <a:gridCol w="1443609"/>
                <a:gridCol w="1154887"/>
                <a:gridCol w="1299248"/>
                <a:gridCol w="1443609"/>
                <a:gridCol w="1443609"/>
              </a:tblGrid>
              <a:tr h="365760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CAPS M-1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CAPS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Δ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Gap 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KUPANG (BRANCH)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+35.7%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-20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KUPANG ROTE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+22.2%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-12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MALAKA TIMTIM BELU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-6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SUMBA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+0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-3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611880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73C64"/>
                </a:solidFill>
                <a:latin typeface="Arial"/>
              </a:defRPr>
            </a:pPr>
            <a:r>
              <a:t>CAPS by LOS — Branch &amp;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931920"/>
          <a:ext cx="11548870" cy="2331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78874"/>
                <a:gridCol w="2242499"/>
                <a:gridCol w="2242499"/>
                <a:gridCol w="2242499"/>
                <a:gridCol w="2242499"/>
              </a:tblGrid>
              <a:tr h="777240"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KUPANG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KUPANG ROTE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MALAKA TIMTIM BELU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SUMBA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 / -50.0%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 / -50.0%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1 / 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0 / -100.0%</a:t>
                      </a:r>
                    </a:p>
                  </a:txBody>
                  <a:tcPr/>
                </a:tc>
              </a:tr>
              <a:tr h="777240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17 / +70.0%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10 / +42.9%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5 / +66.7%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2 / +100.0%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750" b="1">
                <a:solidFill>
                  <a:srgbClr val="FFFFFF"/>
                </a:solidFill>
                <a:latin typeface="Arial"/>
              </a:defRPr>
            </a:pPr>
            <a:r>
              <a:t>Healthy Sales — KUPANG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84048"/>
            <a:ext cx="64008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950" b="0">
                <a:solidFill>
                  <a:srgbClr val="FFFFFF"/>
                </a:solidFill>
                <a:latin typeface="Arial"/>
              </a:defRPr>
            </a:pPr>
            <a:r>
              <a:t>15 Okt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35440" y="109728"/>
            <a:ext cx="26517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0040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2976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WO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28,881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0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1012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PAID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1012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5,656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80759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9048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HEALTHY SALES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9048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19.6%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61119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70847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UNPAID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0847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23,225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1481328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B5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B6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KUPANG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28,881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19.6%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943 / 48.4%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951 / 34.7%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1,104 / 30.0%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1,284 / 23.6%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1,369 / 21.4%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1,342 / 21.9%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KUPANG ROTE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14,914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408 / 53.4%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443 / 36.6%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498 / 30.5%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591 / 26.1%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636 / 21.7%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643 / 21.3%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MALAKA TIMTIM BELU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9,003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16.7%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308 / 40.6%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303 / 27.1%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373 / 21.7%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480 / 19.0%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522 / 19.9%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479 / 22.3%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SUMBA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4,964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22.7%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227 / 49.8%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205 / 42.0%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233 / 42.1%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213 / 27.2%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211 / 24.2%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220 / 22.7%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2752344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B7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B8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B9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B10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KUPANG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28,881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19.6%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1,509 / 21.1%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1,276 / 22.1%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1,246 / 21.8%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1,088 / 21.3%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1,063 / 20.4%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1,247 / 19.6%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KUPANG ROTE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14,914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700 / 22.6%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596 / 23.7%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575 / 26.1%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554 / 22.7%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597 / 23.6%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672 / 20.7%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MALAKA TIMTIM BELU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9,003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16.7%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562 / 18.0%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463 / 16.6%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463 / 18.4%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364 / 18.7%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291 / 15.8%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350 / 15.1%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SUMBA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4,964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22.7%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247 / 24.3%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217 / 29.5%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208 / 17.8%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170 / 22.4%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175 / 17.1%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225 / 23.6%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320040" y="4023360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B15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B16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B17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B18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KUPANG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28,881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19.6%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1,202 / 15.6%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1,273 / 17.1%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1,202 / 17.1%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1,295 / 14.4%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1,163 / 15.4%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1,132 / 14.5%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KUPANG ROTE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14,914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629 / 16.4%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709 / 17.6%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603 / 15.8%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703 / 14.4%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621 / 16.3%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644 / 13.8%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MALAKA TIMTIM BELU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9,003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16.7%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352 / 14.2%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367 / 15.5%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386 / 17.1%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372 / 12.6%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309 / 12.6%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314 / 13.4%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SUMBA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4,964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22.7%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221 / 15.4%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197 / 17.8%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213 / 20.7%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220 / 17.7%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233 / 16.7%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174 / 19.0%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320040" y="5294376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B19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B20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KUPANG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28,881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19.6%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1,262 / 13.4%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1,180 / 13.9%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1,207 / 15.2%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1,246 / 12.2%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1,227 / 11.9%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1,070 / 12.0%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KUPANG ROTE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14,914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685 / 14.6%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678 / 15.6%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700 / 16.7%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682 / 14.4%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698 / 12.8%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649 / 12.6%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MALAKA TIMTIM BELU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9,003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16.7%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359 / 8.6%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311 / 10.6%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305 / 11.8%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374 / 6.4%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356 / 9.6%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240 / 10.8%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SUMBA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4,964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22.7%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218 / 17.4%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191 / 13.1%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202 / 15.3%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190 / 15.8%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173 / 13.3%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181 / 11.1%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