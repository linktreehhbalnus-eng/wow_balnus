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1.015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57 (63,2%)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64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56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91 | MoM +3,4%
PS: 79 | MoM -6,0%
• Junior
  RE: 80 | Active 55,9% | MoM +3,9%
  PS: 69 | Active 48,3% | MoM -9,2%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-24 (-30,8%), PS -24 (-38,7%)
• Malaka Timtim Belu: RE -13 (-13,7%), PS -13 (-17,1%)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