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  <c:pt idx="25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  <c:pt idx="25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  <c:pt idx="25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  <c:pt idx="25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  <c:pt idx="25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  <c:pt idx="25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  <c:pt idx="25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  <c:pt idx="25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2.394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137 (47,4%)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-17,7%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 / 151 (51,7%)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45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50 (52,0%)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21 (61,9%)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23 (60,9%)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71 (43,7%)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78 (48,7%)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137 (12,4%)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45 (24,4%)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50 (32,0%)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71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78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-11,8%
PS: 78 | MoM -15,2%
• Junior
  RE: 69 | Active 50,4% | MoM -12,7%
  PS: 65 | Active 47,4% | MoM -16,7%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-33,3%, Gap -4
• Grapari Ende: PS -23,7%, Gap -9
• Grapari Kalabahi: PS +15,8%, Gap 3
• Grapari Labuan Bajo: PS -25,0%,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-61,5%, Gap -8
• Grapari Maumere: PS +60,0%, Gap 9
• Grapari Ruteng: PS -20,0%,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-87 (-38,5%), PS -68 (-40,2%)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-2 (-13,3%), PS -2 (-16,7%)
• Manggarai: RE -7 (-30,4%), PS -2 (-18,2%)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(+50,0%), PS -2 (-50,0%)
• Flores Timur: RE 1 (+50,0%), PS -2 (-100,0%)
• Manggarai: RE -5 (-71,4%),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-3 (-75,0%), PS -4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91.23%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92.77% | MoM -1.54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-5.47 pp | Rp-558.8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90.35%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91.76% | MoM -1.41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Rp9.32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Rp9.43 M | MoM -1.2%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91.23%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90.35%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91.72%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83.46%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Rp-283.8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96.50% / +0.44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96.92% / +1.71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92.16% / -5.41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98.61% / +2.62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89.82%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90.48% / +0.85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85.60% / -6.01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92.07% / +2.95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84.48% / -2.42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84.67%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77.08% / -11.14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88.98% / +0.97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87.44% / -1.83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87.04% / -0.80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82.21% / -8.65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90.80% / 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89.25% / -1.87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89.92% / -0.98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80.75% / -9.32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92.45% / +0.66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93.20% / -1.47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95.69% / +0.72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85.37% / -9.57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95.06% / 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 | MoM -33.3%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27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14,233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70.8%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5,875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92.3%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73.2%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84.4%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85.6%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79.4%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67.4%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71.7%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61.2%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75.5%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66.4%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58.1%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55.6%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54.8%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62.1%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47.2%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41.1%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63.4%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