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33.0</c:v>
                </c:pt>
                <c:pt idx="1">
                  <c:v>32.0</c:v>
                </c:pt>
                <c:pt idx="2">
                  <c:v>24.0</c:v>
                </c:pt>
                <c:pt idx="3">
                  <c:v>13.0</c:v>
                </c:pt>
                <c:pt idx="4">
                  <c:v>27.0</c:v>
                </c:pt>
                <c:pt idx="5">
                  <c:v>23.0</c:v>
                </c:pt>
                <c:pt idx="6">
                  <c:v>30.0</c:v>
                </c:pt>
                <c:pt idx="7">
                  <c:v>28.0</c:v>
                </c:pt>
                <c:pt idx="8">
                  <c:v>17.0</c:v>
                </c:pt>
                <c:pt idx="9">
                  <c:v>22.0</c:v>
                </c:pt>
                <c:pt idx="10">
                  <c:v>13.0</c:v>
                </c:pt>
                <c:pt idx="11">
                  <c:v>24.0</c:v>
                </c:pt>
                <c:pt idx="12">
                  <c:v>19.0</c:v>
                </c:pt>
                <c:pt idx="13">
                  <c:v>26.0</c:v>
                </c:pt>
                <c:pt idx="14">
                  <c:v>23.0</c:v>
                </c:pt>
                <c:pt idx="15">
                  <c:v>20.0</c:v>
                </c:pt>
                <c:pt idx="16">
                  <c:v>17.0</c:v>
                </c:pt>
                <c:pt idx="17">
                  <c:v>13.0</c:v>
                </c:pt>
                <c:pt idx="18">
                  <c:v>28.0</c:v>
                </c:pt>
                <c:pt idx="19">
                  <c:v>25.0</c:v>
                </c:pt>
                <c:pt idx="20">
                  <c:v>26.0</c:v>
                </c:pt>
                <c:pt idx="21">
                  <c:v>23.0</c:v>
                </c:pt>
                <c:pt idx="22">
                  <c:v>21.0</c:v>
                </c:pt>
                <c:pt idx="23">
                  <c:v>18.0</c:v>
                </c:pt>
                <c:pt idx="24">
                  <c:v>11.0</c:v>
                </c:pt>
                <c:pt idx="25">
                  <c:v>29.0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12.0</c:v>
                </c:pt>
                <c:pt idx="1">
                  <c:v>13.0</c:v>
                </c:pt>
                <c:pt idx="2">
                  <c:v>8.0</c:v>
                </c:pt>
                <c:pt idx="3">
                  <c:v>8.0</c:v>
                </c:pt>
                <c:pt idx="4">
                  <c:v>9.0</c:v>
                </c:pt>
                <c:pt idx="5">
                  <c:v>9.0</c:v>
                </c:pt>
                <c:pt idx="6">
                  <c:v>14.0</c:v>
                </c:pt>
                <c:pt idx="7">
                  <c:v>13.0</c:v>
                </c:pt>
                <c:pt idx="8">
                  <c:v>9.0</c:v>
                </c:pt>
                <c:pt idx="9">
                  <c:v>9.0</c:v>
                </c:pt>
                <c:pt idx="10">
                  <c:v>8.0</c:v>
                </c:pt>
                <c:pt idx="11">
                  <c:v>11.0</c:v>
                </c:pt>
                <c:pt idx="12">
                  <c:v>8.0</c:v>
                </c:pt>
                <c:pt idx="13">
                  <c:v>9.0</c:v>
                </c:pt>
                <c:pt idx="14">
                  <c:v>11.0</c:v>
                </c:pt>
                <c:pt idx="15">
                  <c:v>10.0</c:v>
                </c:pt>
                <c:pt idx="16">
                  <c:v>6.0</c:v>
                </c:pt>
                <c:pt idx="17">
                  <c:v>6.0</c:v>
                </c:pt>
                <c:pt idx="18">
                  <c:v>11.0</c:v>
                </c:pt>
                <c:pt idx="19">
                  <c:v>9.0</c:v>
                </c:pt>
                <c:pt idx="20">
                  <c:v>12.0</c:v>
                </c:pt>
                <c:pt idx="21">
                  <c:v>9.0</c:v>
                </c:pt>
                <c:pt idx="22">
                  <c:v>7.0</c:v>
                </c:pt>
                <c:pt idx="23">
                  <c:v>7.0</c:v>
                </c:pt>
                <c:pt idx="24">
                  <c:v>6.0</c:v>
                </c:pt>
                <c:pt idx="25">
                  <c:v>14.0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6.0</c:v>
                </c:pt>
                <c:pt idx="1">
                  <c:v>4.0</c:v>
                </c:pt>
                <c:pt idx="2">
                  <c:v>6.0</c:v>
                </c:pt>
                <c:pt idx="3">
                  <c:v>4.0</c:v>
                </c:pt>
                <c:pt idx="4">
                  <c:v>4.0</c:v>
                </c:pt>
                <c:pt idx="5">
                  <c:v>3.0</c:v>
                </c:pt>
                <c:pt idx="6">
                  <c:v>2.0</c:v>
                </c:pt>
                <c:pt idx="7">
                  <c:v>4.0</c:v>
                </c:pt>
                <c:pt idx="8">
                  <c:v>0</c:v>
                </c:pt>
                <c:pt idx="9">
                  <c:v>2.0</c:v>
                </c:pt>
                <c:pt idx="10">
                  <c:v>1.0</c:v>
                </c:pt>
                <c:pt idx="11">
                  <c:v>3.0</c:v>
                </c:pt>
                <c:pt idx="12">
                  <c:v>3.0</c:v>
                </c:pt>
                <c:pt idx="13">
                  <c:v>4.0</c:v>
                </c:pt>
                <c:pt idx="14">
                  <c:v>4.0</c:v>
                </c:pt>
                <c:pt idx="15">
                  <c:v>2.0</c:v>
                </c:pt>
                <c:pt idx="16">
                  <c:v>1.0</c:v>
                </c:pt>
                <c:pt idx="17">
                  <c:v>2.0</c:v>
                </c:pt>
                <c:pt idx="18">
                  <c:v>5.0</c:v>
                </c:pt>
                <c:pt idx="19">
                  <c:v>4.0</c:v>
                </c:pt>
                <c:pt idx="20">
                  <c:v>5.0</c:v>
                </c:pt>
                <c:pt idx="21">
                  <c:v>5.0</c:v>
                </c:pt>
                <c:pt idx="22">
                  <c:v>3.0</c:v>
                </c:pt>
                <c:pt idx="23">
                  <c:v>4.0</c:v>
                </c:pt>
                <c:pt idx="24">
                  <c:v>1.0</c:v>
                </c:pt>
                <c:pt idx="25">
                  <c:v>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Sheet1!$E$2:$E$27</c:f>
              <c:numCache>
                <c:formatCode>General</c:formatCode>
                <c:ptCount val="26"/>
                <c:pt idx="0">
                  <c:v>15.0</c:v>
                </c:pt>
                <c:pt idx="1">
                  <c:v>15.0</c:v>
                </c:pt>
                <c:pt idx="2">
                  <c:v>10.0</c:v>
                </c:pt>
                <c:pt idx="3">
                  <c:v>1.0</c:v>
                </c:pt>
                <c:pt idx="4">
                  <c:v>14.0</c:v>
                </c:pt>
                <c:pt idx="5">
                  <c:v>11.0</c:v>
                </c:pt>
                <c:pt idx="6">
                  <c:v>14.0</c:v>
                </c:pt>
                <c:pt idx="7">
                  <c:v>11.0</c:v>
                </c:pt>
                <c:pt idx="8">
                  <c:v>8.0</c:v>
                </c:pt>
                <c:pt idx="9">
                  <c:v>11.0</c:v>
                </c:pt>
                <c:pt idx="10">
                  <c:v>4.0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8.0</c:v>
                </c:pt>
                <c:pt idx="15">
                  <c:v>8.0</c:v>
                </c:pt>
                <c:pt idx="16">
                  <c:v>10.0</c:v>
                </c:pt>
                <c:pt idx="17">
                  <c:v>5.0</c:v>
                </c:pt>
                <c:pt idx="18">
                  <c:v>12.0</c:v>
                </c:pt>
                <c:pt idx="19">
                  <c:v>11.0</c:v>
                </c:pt>
                <c:pt idx="20">
                  <c:v>9.0</c:v>
                </c:pt>
                <c:pt idx="21">
                  <c:v>9.0</c:v>
                </c:pt>
                <c:pt idx="22">
                  <c:v>11.0</c:v>
                </c:pt>
                <c:pt idx="23">
                  <c:v>7.0</c:v>
                </c:pt>
                <c:pt idx="24">
                  <c:v>4.0</c:v>
                </c:pt>
                <c:pt idx="25">
                  <c:v>10.0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Sheet1!$F$2:$F$27</c:f>
              <c:numCache>
                <c:formatCode>General</c:formatCode>
                <c:ptCount val="2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1.0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23.0</c:v>
                </c:pt>
                <c:pt idx="1">
                  <c:v>21.0</c:v>
                </c:pt>
                <c:pt idx="2">
                  <c:v>18.0</c:v>
                </c:pt>
                <c:pt idx="3">
                  <c:v>15.0</c:v>
                </c:pt>
                <c:pt idx="4">
                  <c:v>21.0</c:v>
                </c:pt>
                <c:pt idx="5">
                  <c:v>26.0</c:v>
                </c:pt>
                <c:pt idx="6">
                  <c:v>23.0</c:v>
                </c:pt>
                <c:pt idx="7">
                  <c:v>27.0</c:v>
                </c:pt>
                <c:pt idx="8">
                  <c:v>34.0</c:v>
                </c:pt>
                <c:pt idx="9">
                  <c:v>15.0</c:v>
                </c:pt>
                <c:pt idx="10">
                  <c:v>9.0</c:v>
                </c:pt>
                <c:pt idx="11">
                  <c:v>22.0</c:v>
                </c:pt>
                <c:pt idx="12">
                  <c:v>25.0</c:v>
                </c:pt>
                <c:pt idx="13">
                  <c:v>26.0</c:v>
                </c:pt>
                <c:pt idx="14">
                  <c:v>20.0</c:v>
                </c:pt>
                <c:pt idx="15">
                  <c:v>20.0</c:v>
                </c:pt>
                <c:pt idx="16">
                  <c:v>13.0</c:v>
                </c:pt>
                <c:pt idx="17">
                  <c:v>7.0</c:v>
                </c:pt>
                <c:pt idx="18">
                  <c:v>19.0</c:v>
                </c:pt>
                <c:pt idx="19">
                  <c:v>21.0</c:v>
                </c:pt>
                <c:pt idx="20">
                  <c:v>22.0</c:v>
                </c:pt>
                <c:pt idx="21">
                  <c:v>23.0</c:v>
                </c:pt>
                <c:pt idx="22">
                  <c:v>17.0</c:v>
                </c:pt>
                <c:pt idx="23">
                  <c:v>14.0</c:v>
                </c:pt>
                <c:pt idx="24">
                  <c:v>10.0</c:v>
                </c:pt>
                <c:pt idx="25">
                  <c:v>23.0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9.0</c:v>
                </c:pt>
                <c:pt idx="1">
                  <c:v>9.0</c:v>
                </c:pt>
                <c:pt idx="2">
                  <c:v>7.0</c:v>
                </c:pt>
                <c:pt idx="3">
                  <c:v>7.0</c:v>
                </c:pt>
                <c:pt idx="4">
                  <c:v>9.0</c:v>
                </c:pt>
                <c:pt idx="5">
                  <c:v>12.0</c:v>
                </c:pt>
                <c:pt idx="6">
                  <c:v>11.0</c:v>
                </c:pt>
                <c:pt idx="7">
                  <c:v>7.0</c:v>
                </c:pt>
                <c:pt idx="8">
                  <c:v>16.0</c:v>
                </c:pt>
                <c:pt idx="9">
                  <c:v>8.0</c:v>
                </c:pt>
                <c:pt idx="10">
                  <c:v>6.0</c:v>
                </c:pt>
                <c:pt idx="11">
                  <c:v>12.0</c:v>
                </c:pt>
                <c:pt idx="12">
                  <c:v>8.0</c:v>
                </c:pt>
                <c:pt idx="13">
                  <c:v>9.0</c:v>
                </c:pt>
                <c:pt idx="14">
                  <c:v>9.0</c:v>
                </c:pt>
                <c:pt idx="15">
                  <c:v>7.0</c:v>
                </c:pt>
                <c:pt idx="16">
                  <c:v>8.0</c:v>
                </c:pt>
                <c:pt idx="17">
                  <c:v>2.0</c:v>
                </c:pt>
                <c:pt idx="18">
                  <c:v>8.0</c:v>
                </c:pt>
                <c:pt idx="19">
                  <c:v>8.0</c:v>
                </c:pt>
                <c:pt idx="20">
                  <c:v>9.0</c:v>
                </c:pt>
                <c:pt idx="21">
                  <c:v>10.0</c:v>
                </c:pt>
                <c:pt idx="22">
                  <c:v>9.0</c:v>
                </c:pt>
                <c:pt idx="23">
                  <c:v>2.0</c:v>
                </c:pt>
                <c:pt idx="24">
                  <c:v>5.0</c:v>
                </c:pt>
                <c:pt idx="25">
                  <c:v>11.0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5.0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4.0</c:v>
                </c:pt>
                <c:pt idx="5">
                  <c:v>3.0</c:v>
                </c:pt>
                <c:pt idx="6">
                  <c:v>3.0</c:v>
                </c:pt>
                <c:pt idx="7">
                  <c:v>4.0</c:v>
                </c:pt>
                <c:pt idx="8">
                  <c:v>4.0</c:v>
                </c:pt>
                <c:pt idx="9">
                  <c:v>2.0</c:v>
                </c:pt>
                <c:pt idx="10">
                  <c:v>1.0</c:v>
                </c:pt>
                <c:pt idx="11">
                  <c:v>1.0</c:v>
                </c:pt>
                <c:pt idx="12">
                  <c:v>2.0</c:v>
                </c:pt>
                <c:pt idx="13">
                  <c:v>6.0</c:v>
                </c:pt>
                <c:pt idx="14">
                  <c:v>1.0</c:v>
                </c:pt>
                <c:pt idx="15">
                  <c:v>2.0</c:v>
                </c:pt>
                <c:pt idx="16">
                  <c:v>1.0</c:v>
                </c:pt>
                <c:pt idx="17">
                  <c:v>0</c:v>
                </c:pt>
                <c:pt idx="18">
                  <c:v>4.0</c:v>
                </c:pt>
                <c:pt idx="19">
                  <c:v>3.0</c:v>
                </c:pt>
                <c:pt idx="20">
                  <c:v>3.0</c:v>
                </c:pt>
                <c:pt idx="21">
                  <c:v>6.0</c:v>
                </c:pt>
                <c:pt idx="22">
                  <c:v>4.0</c:v>
                </c:pt>
                <c:pt idx="23">
                  <c:v>5.0</c:v>
                </c:pt>
                <c:pt idx="24">
                  <c:v>1.0</c:v>
                </c:pt>
                <c:pt idx="25">
                  <c:v>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Sheet1!$E$2:$E$27</c:f>
              <c:numCache>
                <c:formatCode>General</c:formatCode>
                <c:ptCount val="26"/>
                <c:pt idx="0">
                  <c:v>9.0</c:v>
                </c:pt>
                <c:pt idx="1">
                  <c:v>9.0</c:v>
                </c:pt>
                <c:pt idx="2">
                  <c:v>8.0</c:v>
                </c:pt>
                <c:pt idx="3">
                  <c:v>5.0</c:v>
                </c:pt>
                <c:pt idx="4">
                  <c:v>8.0</c:v>
                </c:pt>
                <c:pt idx="5">
                  <c:v>11.0</c:v>
                </c:pt>
                <c:pt idx="6">
                  <c:v>9.0</c:v>
                </c:pt>
                <c:pt idx="7">
                  <c:v>16.0</c:v>
                </c:pt>
                <c:pt idx="8">
                  <c:v>14.0</c:v>
                </c:pt>
                <c:pt idx="9">
                  <c:v>5.0</c:v>
                </c:pt>
                <c:pt idx="10">
                  <c:v>2.0</c:v>
                </c:pt>
                <c:pt idx="11">
                  <c:v>9.0</c:v>
                </c:pt>
                <c:pt idx="12">
                  <c:v>15.0</c:v>
                </c:pt>
                <c:pt idx="13">
                  <c:v>11.0</c:v>
                </c:pt>
                <c:pt idx="14">
                  <c:v>10.0</c:v>
                </c:pt>
                <c:pt idx="15">
                  <c:v>11.0</c:v>
                </c:pt>
                <c:pt idx="16">
                  <c:v>4.0</c:v>
                </c:pt>
                <c:pt idx="17">
                  <c:v>5.0</c:v>
                </c:pt>
                <c:pt idx="18">
                  <c:v>7.0</c:v>
                </c:pt>
                <c:pt idx="19">
                  <c:v>10.0</c:v>
                </c:pt>
                <c:pt idx="20">
                  <c:v>10.0</c:v>
                </c:pt>
                <c:pt idx="21">
                  <c:v>7.0</c:v>
                </c:pt>
                <c:pt idx="22">
                  <c:v>4.0</c:v>
                </c:pt>
                <c:pt idx="23">
                  <c:v>7.0</c:v>
                </c:pt>
                <c:pt idx="24">
                  <c:v>4.0</c:v>
                </c:pt>
                <c:pt idx="25">
                  <c:v>11.0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Sheet1!$F$2:$F$27</c:f>
              <c:numCache>
                <c:formatCode>General</c:formatCode>
                <c:ptCount val="2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74,5%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76,8%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170,6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150 → 151  (+0,7%)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-11,8%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93   Δ -11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-15,2%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92   Δ -14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63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2.394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2.394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65 / 137 (47,4%)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-17,7% | Turun 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78 / 151 (51,7%)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-16,1% | Turun 44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 / 45 (46,7%)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 / 50 (52,0%)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 / 21 (61,9%)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-27,8%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 / 23 (60,9%)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 / 71 (43,7%)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-13,9%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 / 78 (48,7%)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-11,6%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+20,2%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504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712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 / 13 (84,6%)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 / 137 (12,4%)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-15,0% | Turun 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28 / 151 (18,5%)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-9,7% | Turun 44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45 (24,4%)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+37,5%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50 (32,0%)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+23,1%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21 (14,3%)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23 (17,4%)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7 (71,4%)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71 (4,2%)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78 (10,3%)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2.105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34,6%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254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82 | MoM -11,8%
PS: 78 | MoM -15,2%
• Junior
  RE: 69 | Active 50,4% | MoM -12,7%
  PS: 65 | Active 47,4% | MoM -16,7%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0,0%
  PS: 13 | Active 100,0% | MoM 0,0%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-33,3%, Gap -4
• Grapari Ende: PS -23,7%, Gap -9
• Grapari Kalabahi: PS +15,8%, Gap 3
• Grapari Labuan Bajo: PS -25,0%, Gap 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-61,5%, Gap -8
• Grapari Maumere: PS +60,0%, Gap 9
• Grapari Ruteng: PS -20,0%, Gap -2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-87 (-38,5%), PS -68 (-40,2%)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-2 (-13,3%), PS -2 (-16,7%)
• Manggarai: RE -7 (-30,4%), PS -2 (-18,2%)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2 (+50,0%), PS -2 (-50,0%)
• Flores Timur: RE 1 (+50,0%), PS -2 (-100,0%)
• Manggarai: RE -5 (-71,4%), PS -1 (-50,0%)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-3 (-75,0%), PS -4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199,1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Alifiah Putri Fadillah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ALI4809280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SPESS73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Dionisius lalu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DIO5274670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helmina dianafri jon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HEL4506624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Yanuarius Ngampu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YAN7120039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Rahmad syukur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RAH9224740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SPESS73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Ignasius Renaldi Putra Sanlando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IGN8815465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TEOFELUS EPIPEO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SPTFL84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SPDUA96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Dionisius lalu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DIO5274670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SPRGE76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SRY ANITA MEGAWATI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SPIAA10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KOMANG SUKAYANA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SPSTI73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GERADUS SOLA LIMA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SPADR53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Elias Vitus 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ELI8004604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ROBERTUS JUNAIDI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ROB7687647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SPVXK18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Roynaldus aquino kasi agung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ROY3974529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Aloysius fransisco becenty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ALO6883465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Elias Vitus 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ELI8004604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ROBERTUS JUNAIDI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ROB7687647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89.65%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91.86% | MoM -2.21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96.70%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-7.05 pp | Rp-719.4 Jt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88.74%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90.74% | MoM -2.00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Rp9.15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Rp9.33 M | MoM -1.9%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Rp10.21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89.65%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-2.21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88.74%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-2.00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Rp9.15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-7.05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Rp-719.4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92.07%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90.89%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Rp3.65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-4.63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Rp-183.5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80.96%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-11.44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80.65%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-10.95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Rp1.79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-11.5%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-15.74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Rp-347.7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92.04%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91.30%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+0.71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Rp3.72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-4.66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Rp-188.2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95.85% / +1.28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96.92% / +3.31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89.21% / -6.67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98.61% / +3.84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88.31% / -0.15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89.54% / +1.14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83.74% / -7.24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90.16% / +3.44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82.41% / -3.32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83.39% / -0.09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73.41% / -14.17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87.12% / +0.38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85.74% / -2.17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85.92% / -0.46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79.91% / -10.42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88.85% / +0.63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87.38% / -2.44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88.91% / -0.87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77.76% / -11.10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90.31% / +0.03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91.76% / -2.27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95.11% / +0.63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82.41% / -11.83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93.61% / +0.13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10/24/2026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5 | MoM -20.0%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-5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 / -40.0%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-33.3%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23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20,108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12,731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63.3%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7,377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94.7%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88.0%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79.7%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71.3%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71.3%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67.8%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406 / 95.6%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88.5%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409 / 81.2%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73.8%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70.9%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68.8%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236 / 89.8%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230 / 87.0%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75.7%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256 / 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251 / 61.0%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62.8%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96.7%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88.3%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80.9%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321 / 72.3%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465 / 77.2%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70.1%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67.7%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68.3%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64.1%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61.9%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59.5%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451 / 64.3%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369 / 65.0%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68.7%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384 / 63.5%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377 / 67.4%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328 / 63.4%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67.2%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229 / 68.1%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195 / 64.6%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145 / 62.1%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58.6%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53.5%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71.2%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70.4%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302 / 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278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57.8%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333 / 58.6%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56.3%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56.5%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51.3%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50.7%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51.4%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52.1%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60.3%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297 / 59.6%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312 / 59.3%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264 / 54.5%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56.8%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324 / 50.3%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147 / 50.3%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159 / 50.3%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48.5%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45.4%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162 / 47.5%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124 / 46.8%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55.2%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56.6%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336 / 45.2%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49.0%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301 / 56.1%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50.3%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55.0%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47.1%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46.3%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53.8%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294 / 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237 / 55.3%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280 / 45.0%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44.1%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258 / 42.2%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135 / 46.7%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158 / 48.7%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128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108 / 50.9%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106 / 41.5%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141 / 36.2%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282 / 47.5%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253 / 46.2%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57.9%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281 / 47.7%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257 / 54.9%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57.5%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