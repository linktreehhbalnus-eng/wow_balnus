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1.551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 / 129 (45,0%)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-18,3%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71 / 143 (49,7%)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-16,5%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45 (42,2%)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50 (48,0%)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21 (47,6%)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23 (47,8%)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63 (46,0%)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70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129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 / 143 (9,8%)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45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50 (16,0%)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70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73 | MoM -17,0%
PS: 71 | MoM -15,5%
• Junior
  RE: 60 | Active 46,5% | MoM -18,9%
  PS: 58 | Active 45,0% | MoM -17,1%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+66,7%, Gap 2
• Grapari Ende: PS +31,2%, Gap 5
• Grapari Kalabahi: PS +16,7%, Gap 2
• Grapari Labuan Bajo: PS -44,4%,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+100,0%, Gap 7
• Grapari Ruteng: PS -28,6%,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-44 (-36,4%), PS -28 (-30,8%)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-5 (-35,7%), PS -5 (-55,6%)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(+50,0%), PS -2 (-100,0%)
• Flores Timur: RE 0 (0,0%), PS -2 (-100,0%)
• Manggarai: RE -5 (-100,0%),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FER4126457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Oct 2026 vs MTD-1 01–14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24.96%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24.03% | MoM +0.92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-71.74 pp | Rp-7.33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24.23%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23.18% | MoM +1.06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Rp2.55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Rp2.44 M | MoM +4.4%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24.96%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24.23%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+4.4%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-71.74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Rp-7.33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Rp939.9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+4.6%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-72.99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23.61%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23.48%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Rp521.6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-73.09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26.91%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Rp1.09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+7.7%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-69.79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58.57% / +0.01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55.12% / +1.61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54.20% / -13.01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64.90% / +6.50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35.97% / +4.31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30.51% / +0.78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37.62% / +5.03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41.00% / +7.84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21.60% / -0.19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20.26% / +0.95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19.17% / -3.96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24.52% / +1.16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21.49% / +2.02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18.00% / +1.86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23.83% / +0.96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23.76% / +2.57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20.05% / +1.25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16.54% / +0.74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20.16% / -1.20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23.19% / +2.95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25.65% / +0.53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25.71% / +0.54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23.03% / -0.86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27.02% / +1.28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