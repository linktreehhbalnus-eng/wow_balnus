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21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23 (47,8%)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-17,0%
PS: 71 | MoM -15,5%
• Junior
  RE: 60 | Active 46,5% | MoM -18,9%
  PS: 58 | Active 45,0% | MoM 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+31,2%, Gap 5
• Grapari Kalabahi: PS +16,7%, Gap 2
• Grapari Labuan Bajo: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-44 (-36,4%), PS -28 (-30,8%)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(-35,7%), PS -5 (-55,6%)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0 (0,0%), PS -2 (-100,0%)
• Manggarai: RE -5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-3.88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-74.04 pp | Rp-7.56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22.17%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-3.30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Rp2.31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-14.2%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-7.09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51.64% / -18.32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61.60%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28.67% / -3.10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34.96%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37.57%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18.72%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17.34% / -7.79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23.57% / 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16.41% / -1.55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22.14% / -2.60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21.74%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14.88% / -2.52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18.01% / -5.90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21.39% / -1.22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22.76% / -4.88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20.64% / -6.45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24.70% / -3.78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