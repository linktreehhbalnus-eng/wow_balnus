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33.0</c:v>
                </c:pt>
                <c:pt idx="1">
                  <c:v>32.0</c:v>
                </c:pt>
                <c:pt idx="2">
                  <c:v>24.0</c:v>
                </c:pt>
                <c:pt idx="3">
                  <c:v>13.0</c:v>
                </c:pt>
                <c:pt idx="4">
                  <c:v>27.0</c:v>
                </c:pt>
                <c:pt idx="5">
                  <c:v>23.0</c:v>
                </c:pt>
                <c:pt idx="6">
                  <c:v>30.0</c:v>
                </c:pt>
                <c:pt idx="7">
                  <c:v>28.0</c:v>
                </c:pt>
                <c:pt idx="8">
                  <c:v>17.0</c:v>
                </c:pt>
                <c:pt idx="9">
                  <c:v>22.0</c:v>
                </c:pt>
                <c:pt idx="10">
                  <c:v>13.0</c:v>
                </c:pt>
                <c:pt idx="11">
                  <c:v>24.0</c:v>
                </c:pt>
                <c:pt idx="12">
                  <c:v>19.0</c:v>
                </c:pt>
                <c:pt idx="13">
                  <c:v>26.0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12.0</c:v>
                </c:pt>
                <c:pt idx="1">
                  <c:v>13.0</c:v>
                </c:pt>
                <c:pt idx="2">
                  <c:v>8.0</c:v>
                </c:pt>
                <c:pt idx="3">
                  <c:v>8.0</c:v>
                </c:pt>
                <c:pt idx="4">
                  <c:v>9.0</c:v>
                </c:pt>
                <c:pt idx="5">
                  <c:v>9.0</c:v>
                </c:pt>
                <c:pt idx="6">
                  <c:v>14.0</c:v>
                </c:pt>
                <c:pt idx="7">
                  <c:v>13.0</c:v>
                </c:pt>
                <c:pt idx="8">
                  <c:v>9.0</c:v>
                </c:pt>
                <c:pt idx="9">
                  <c:v>9.0</c:v>
                </c:pt>
                <c:pt idx="10">
                  <c:v>8.0</c:v>
                </c:pt>
                <c:pt idx="11">
                  <c:v>11.0</c:v>
                </c:pt>
                <c:pt idx="12">
                  <c:v>8.0</c:v>
                </c:pt>
                <c:pt idx="13">
                  <c:v>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Sheet1!$D$2:$D$15</c:f>
              <c:numCache>
                <c:formatCode>General</c:formatCode>
                <c:ptCount val="14"/>
                <c:pt idx="0">
                  <c:v>6.0</c:v>
                </c:pt>
                <c:pt idx="1">
                  <c:v>4.0</c:v>
                </c:pt>
                <c:pt idx="2">
                  <c:v>6.0</c:v>
                </c:pt>
                <c:pt idx="3">
                  <c:v>4.0</c:v>
                </c:pt>
                <c:pt idx="4">
                  <c:v>4.0</c:v>
                </c:pt>
                <c:pt idx="5">
                  <c:v>3.0</c:v>
                </c:pt>
                <c:pt idx="6">
                  <c:v>2.0</c:v>
                </c:pt>
                <c:pt idx="7">
                  <c:v>4.0</c:v>
                </c:pt>
                <c:pt idx="8">
                  <c:v>0</c:v>
                </c:pt>
                <c:pt idx="9">
                  <c:v>2.0</c:v>
                </c:pt>
                <c:pt idx="10">
                  <c:v>1.0</c:v>
                </c:pt>
                <c:pt idx="11">
                  <c:v>3.0</c:v>
                </c:pt>
                <c:pt idx="12">
                  <c:v>3.0</c:v>
                </c:pt>
                <c:pt idx="13">
                  <c:v>4.0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Sheet1!$E$2:$E$15</c:f>
              <c:numCache>
                <c:formatCode>General</c:formatCode>
                <c:ptCount val="14"/>
                <c:pt idx="0">
                  <c:v>15.0</c:v>
                </c:pt>
                <c:pt idx="1">
                  <c:v>15.0</c:v>
                </c:pt>
                <c:pt idx="2">
                  <c:v>10.0</c:v>
                </c:pt>
                <c:pt idx="3">
                  <c:v>1.0</c:v>
                </c:pt>
                <c:pt idx="4">
                  <c:v>14.0</c:v>
                </c:pt>
                <c:pt idx="5">
                  <c:v>11.0</c:v>
                </c:pt>
                <c:pt idx="6">
                  <c:v>14.0</c:v>
                </c:pt>
                <c:pt idx="7">
                  <c:v>11.0</c:v>
                </c:pt>
                <c:pt idx="8">
                  <c:v>8.0</c:v>
                </c:pt>
                <c:pt idx="9">
                  <c:v>11.0</c:v>
                </c:pt>
                <c:pt idx="10">
                  <c:v>4.0</c:v>
                </c:pt>
                <c:pt idx="11">
                  <c:v>10.0</c:v>
                </c:pt>
                <c:pt idx="12">
                  <c:v>8.0</c:v>
                </c:pt>
                <c:pt idx="13">
                  <c:v>13.0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23.0</c:v>
                </c:pt>
                <c:pt idx="1">
                  <c:v>21.0</c:v>
                </c:pt>
                <c:pt idx="2">
                  <c:v>18.0</c:v>
                </c:pt>
                <c:pt idx="3">
                  <c:v>15.0</c:v>
                </c:pt>
                <c:pt idx="4">
                  <c:v>21.0</c:v>
                </c:pt>
                <c:pt idx="5">
                  <c:v>26.0</c:v>
                </c:pt>
                <c:pt idx="6">
                  <c:v>23.0</c:v>
                </c:pt>
                <c:pt idx="7">
                  <c:v>27.0</c:v>
                </c:pt>
                <c:pt idx="8">
                  <c:v>34.0</c:v>
                </c:pt>
                <c:pt idx="9">
                  <c:v>15.0</c:v>
                </c:pt>
                <c:pt idx="10">
                  <c:v>9.0</c:v>
                </c:pt>
                <c:pt idx="11">
                  <c:v>22.0</c:v>
                </c:pt>
                <c:pt idx="12">
                  <c:v>25.0</c:v>
                </c:pt>
                <c:pt idx="13">
                  <c:v>26.0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9.0</c:v>
                </c:pt>
                <c:pt idx="1">
                  <c:v>9.0</c:v>
                </c:pt>
                <c:pt idx="2">
                  <c:v>7.0</c:v>
                </c:pt>
                <c:pt idx="3">
                  <c:v>7.0</c:v>
                </c:pt>
                <c:pt idx="4">
                  <c:v>9.0</c:v>
                </c:pt>
                <c:pt idx="5">
                  <c:v>12.0</c:v>
                </c:pt>
                <c:pt idx="6">
                  <c:v>11.0</c:v>
                </c:pt>
                <c:pt idx="7">
                  <c:v>7.0</c:v>
                </c:pt>
                <c:pt idx="8">
                  <c:v>16.0</c:v>
                </c:pt>
                <c:pt idx="9">
                  <c:v>8.0</c:v>
                </c:pt>
                <c:pt idx="10">
                  <c:v>6.0</c:v>
                </c:pt>
                <c:pt idx="11">
                  <c:v>12.0</c:v>
                </c:pt>
                <c:pt idx="12">
                  <c:v>8.0</c:v>
                </c:pt>
                <c:pt idx="13">
                  <c:v>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Sheet1!$D$2:$D$15</c:f>
              <c:numCache>
                <c:formatCode>General</c:formatCode>
                <c:ptCount val="14"/>
                <c:pt idx="0">
                  <c:v>5.0</c:v>
                </c:pt>
                <c:pt idx="1">
                  <c:v>3.0</c:v>
                </c:pt>
                <c:pt idx="2">
                  <c:v>3.0</c:v>
                </c:pt>
                <c:pt idx="3">
                  <c:v>3.0</c:v>
                </c:pt>
                <c:pt idx="4">
                  <c:v>4.0</c:v>
                </c:pt>
                <c:pt idx="5">
                  <c:v>3.0</c:v>
                </c:pt>
                <c:pt idx="6">
                  <c:v>3.0</c:v>
                </c:pt>
                <c:pt idx="7">
                  <c:v>4.0</c:v>
                </c:pt>
                <c:pt idx="8">
                  <c:v>4.0</c:v>
                </c:pt>
                <c:pt idx="9">
                  <c:v>2.0</c:v>
                </c:pt>
                <c:pt idx="10">
                  <c:v>1.0</c:v>
                </c:pt>
                <c:pt idx="11">
                  <c:v>1.0</c:v>
                </c:pt>
                <c:pt idx="12">
                  <c:v>2.0</c:v>
                </c:pt>
                <c:pt idx="13">
                  <c:v>6.0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Sheet1!$E$2:$E$15</c:f>
              <c:numCache>
                <c:formatCode>General</c:formatCode>
                <c:ptCount val="14"/>
                <c:pt idx="0">
                  <c:v>9.0</c:v>
                </c:pt>
                <c:pt idx="1">
                  <c:v>9.0</c:v>
                </c:pt>
                <c:pt idx="2">
                  <c:v>8.0</c:v>
                </c:pt>
                <c:pt idx="3">
                  <c:v>5.0</c:v>
                </c:pt>
                <c:pt idx="4">
                  <c:v>8.0</c:v>
                </c:pt>
                <c:pt idx="5">
                  <c:v>11.0</c:v>
                </c:pt>
                <c:pt idx="6">
                  <c:v>9.0</c:v>
                </c:pt>
                <c:pt idx="7">
                  <c:v>16.0</c:v>
                </c:pt>
                <c:pt idx="8">
                  <c:v>14.0</c:v>
                </c:pt>
                <c:pt idx="9">
                  <c:v>5.0</c:v>
                </c:pt>
                <c:pt idx="10">
                  <c:v>2.0</c:v>
                </c:pt>
                <c:pt idx="11">
                  <c:v>9.0</c:v>
                </c:pt>
                <c:pt idx="12">
                  <c:v>15.0</c:v>
                </c:pt>
                <c:pt idx="13">
                  <c:v>11.0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1.455,9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43,2%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826,9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1.182,5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42,6%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678,5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+5,3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44,8%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47,1%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29,2%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254,6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27,7%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51,1%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247,2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48,0%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Nagekeo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150 → 143  (-4,7%)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-17,0%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88   Δ -15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-15,5%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84   Δ -13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54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1.551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1.551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58 / 129 (45,0%)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-18,3% | Turun 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71 / 143 (49,7%)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-16,5% | Turun 43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19 / 45 (42,2%)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-17,4%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24 / 50 (48,0%)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 / 21 (47,6%)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 / 23 (47,8%)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-35,3%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29 / 63 (46,0%)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-12,1%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36 / 70 (51,4%)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+23,4%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420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13 (46,2%)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 / 129 (6,2%)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-11,1% | Turun 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14 / 143 (9,8%)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-6,7% | Turun 43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5 (40,0%)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45 (13,3%)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50 (16,0%)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21 (9,5%)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23 (13,0%)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7 (42,9%)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63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70 (4,3%)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2.047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33,8%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236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139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73 | MoM -17,0%
PS: 71 | MoM -15,5%
• Junior
  RE: 60 | Active 46,5% | MoM -18,9%
  PS: 58 | Active 45,0% | MoM -17,1%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100,0% | MoM 0,0%
  PS: 13 | Active 100,0% | MoM 0,0%
• Junior Plus
  RE: 0 | Active 0,0% | MoM -100,0%
  PS: 0 | Active 0,0% | MoM -100,0%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+66,7%, Gap 2
• Grapari Ende: PS +31,2%, Gap 5
• Grapari Kalabahi: PS +16,7%, Gap 2
• Grapari Labuan Bajo: PS -44,4%, Gap -4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0,0%, Gap 0
• Grapari Maumere: PS +100,0%, Gap 7
• Grapari Ruteng: PS -28,6%, Gap -2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Flores Timur: RE -44 (-36,4%), PS -28 (-30,8%)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-5 (-35,7%), PS -5 (-55,6%)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1 (+50,0%), PS -2 (-100,0%)
• Flores Timur: RE 0 (0,0%), PS -2 (-100,0%)
• Manggarai: RE -5 (-100,0%), PS -1 (-100,0%)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-1 (-50,0%), PS -2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108,4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SPRGE76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STEFANI WEA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SPESS73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MAR5321403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EMANUEL MARYANUS DE ORNAY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EMA7688343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JANUARIUS PAULUS KOPONG HADA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IPU6453975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Florida Bhalu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FLO9073003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ROBERTUS BEDA KOTEN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SPBRU61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TEOFELUS EPIPEO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SPTFL84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JANUARIUS PAULUS KOPONG HADA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BENYAMIN NDEWI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SPBEN72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ROBERTUS BEDA KOTEN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SPBRU61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FERDINANDUS PENO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FER4126457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Rahmad syukur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RAH9224740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MAR5321403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SUPAMRI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SPIRU12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FELIX LABA GOLE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NATALIS TOLEK KELEN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SPISE19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XAVERIUS LENGU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SPVXK18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KOMANG SUKAYANA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SPSTI73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WILLYAM RICSKY SAUDALE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WIL7359783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Yohannes moa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YOH4255803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FELIX LABA GOLE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XAVERIUS LENGU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SPVXK18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WILLYAM RICSKY SAUDALE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WIL7359783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DOMINGGUS RATU LELE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SPOIL46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Elias Vitus 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ELI8004604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FLORES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2026-10-14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24.96%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24.03% | MoM +0.92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96.70%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-71.74 pp | Rp-7.33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24.23%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23.18% | MoM +1.06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Rp2.55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Rp2.44 M | MoM +4.4%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Rp10.21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+0.5%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FLORES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24.96%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+0.92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24.23%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+1.06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Rp2.55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+4.4%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-71.74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Rp-7.33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23.71%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+0.78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22.66%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+0.84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Rp939.9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+4.6%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-72.99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Rp-2.89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23.61%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-0.83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23.48%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-0.75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Rp521.6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-73.09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Rp-1.61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26.91%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+2.04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26.31%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+2.36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Rp1.09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+7.7%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-69.79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Rp-2.82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ENDE SIKKA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FLORES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MANGGARAI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58.57% / +0.01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55.12% / +1.61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54.20% / -13.01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64.90% / +6.50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35.97% / +4.31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30.51% / +0.78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37.62% / +5.03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41.00% / +7.84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21.60% / -0.19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20.26% / +0.95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19.17% / -3.96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24.52% / +1.16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21.49% / +2.02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18.00% / +1.86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23.83% / +0.96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23.76% / +2.57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20.05% / +1.25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16.54% / +0.74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20.16% / -1.20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23.19% / +2.95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25.65% / +0.53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25.71% / +0.54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23.03% / -0.86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27.02% / +1.28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FLORES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2026-10-14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2 | MoM -50.0%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35052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ENDE SIKKA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MANGGARAI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