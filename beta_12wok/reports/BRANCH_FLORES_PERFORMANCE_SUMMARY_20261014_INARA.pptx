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21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23 (47,8%)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-17,0%
PS: 71 | MoM -15,5%
• Junior
  RE: 60 | Active 46,5% | MoM -18,9%
  PS: 58 | Active 45,0% | MoM 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+31,2%, Gap 5
• Grapari Kalabahi: PS +16,7%, Gap 2
• Grapari Labuan Bajo: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+100,0%, Gap 7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-44 (-36,4%), PS -28 (-30,8%)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(-35,7%), PS -5 (-55,6%)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(+50,0%), PS -2 (-100,0%)
• Flores Timur: RE 0 (0,0%), PS -2 (-100,0%)
• Manggarai: RE -5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24.03% | MoM +0.92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-71.74 pp | Rp-7.33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23.18% | MoM +1.06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Rp2.55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Rp2.44 M | MoM +4.4%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55.12% / +1.61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54.20% / -13.01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64.90% / +6.50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30.51% / +0.78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37.62% / +5.03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41.00% / +7.84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20.26% / +0.95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19.17% / -3.96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24.52% / +1.16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18.00% / +1.86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23.83% / +0.96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23.76% / +2.57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16.54% / +0.74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20.16% / -1.20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23.19%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25.71%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23.03% / -0.86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27.02% / +1.28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481328"/>
          <a:ext cx="11548871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14553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14553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1455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101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621024"/>
          <a:ext cx="1154887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