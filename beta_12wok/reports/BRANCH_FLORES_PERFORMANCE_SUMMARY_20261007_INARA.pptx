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670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45 (28,9%)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50 (36,0%)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21 (38,1%)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23 (39,1%)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63 (36,5%)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70 (41,4%)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45 (2,2%)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50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64 | MoM -5,9%
PS: 56 | MoM -12,5%
• Junior
  RE: 52 | Active 40,3% | MoM -5,5%
  PS: 44 | Active 34,1% | MoM -13,7%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0,0%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+200,0%, Gap 2
• Grapari Ende: PS +50,0%, Gap 4
• Grapari Kalabahi: PS -28,6%, Gap -2
• Grapari Labuan Bajo: PS -40,0%,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0,0%, Gap 0
• Grapari Ruteng: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-12 (-18,2%), PS -12 (-26,1%)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(-28,6%), PS -3 (-75,0%)
• Flores Timur: RE -4 (-80,0%),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(+100,0%), PS -1 (-100,0%)
• Flores Timur: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YOH6284952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RON5251958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