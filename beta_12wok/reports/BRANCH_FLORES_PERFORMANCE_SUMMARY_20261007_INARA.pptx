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28.0</c:v>
                </c:pt>
                <c:pt idx="5">
                  <c:v>26.0</c:v>
                </c:pt>
                <c:pt idx="6">
                  <c:v>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10.0</c:v>
                </c:pt>
                <c:pt idx="6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4.0</c:v>
                </c:pt>
                <c:pt idx="6">
                  <c:v>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16.0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15.0</c:v>
                </c:pt>
                <c:pt idx="5">
                  <c:v>12.0</c:v>
                </c:pt>
                <c:pt idx="6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22.0</c:v>
                </c:pt>
                <c:pt idx="5">
                  <c:v>26.0</c:v>
                </c:pt>
                <c:pt idx="6">
                  <c:v>24.0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9.0</c:v>
                </c:pt>
                <c:pt idx="5">
                  <c:v>11.0</c:v>
                </c:pt>
                <c:pt idx="6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1.602,0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66,2%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Nagekeo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143  (-4,7%)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68   Δ -4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64   Δ -8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30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670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44 / 129 (34,1%)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-15,4% | Turun 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56 / 143 (39,2%)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-13,8%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45 (28,9%)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-23,5%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 / 50 (36,0%)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21 (38,1%)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-38,5%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23 (39,1%)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63 (36,5%)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+4,5%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 / 70 (41,4%)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+3,6%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129 (0,8%)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143 (0,7%)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45 (2,2%)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50 (2,0%)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64 | MoM -5,9%
PS: 56 | MoM -12,5%
• Junior
  RE: 52 | Active 40,3% | MoM -5,5%
  PS: 44 | Active 34,1% | MoM -13,7%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92,3% | MoM 0,0%
  PS: 12 | Active 92,3%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+200,0%, Gap 2
• Grapari Ende: PS +50,0%, Gap 4
• Grapari Kalabahi: PS -28,6%, Gap -2
• Grapari Labuan Bajo: PS -40,0%,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-50,0%, Gap -1
• Grapari Maumere: PS 0,0%, Gap 0
• Grapari Ruteng: PS +50,0%,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-12 (-18,2%), PS -12 (-26,1%)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-2 (-28,6%), PS -3 (-75,0%)
• Flores Timur: RE -4 (-80,0%), PS -1 (-50,0%)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1 (+100,0%), PS -1 (-100,0%)
• Flores Timur: RE -1 (-100,0%),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0 (0,0%),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MAR1806995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gunawan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YOH6284952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SPDUA96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RAH9224740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ANM2815952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MAR1806995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YOH3951876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TURWEN HENCI MOLOM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SPOWO44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NDAGANG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FRA3131744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MAR2648963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FIRMUS YURIUS SUNI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FIR5719098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YOH4255803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MAR7897934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Roni Ratu Kaho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RON5251958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MAR2648963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VIN2925601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22.66%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96.70% | Gap -74.04 pp | M-1 26.53%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Rp319.857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Rp300.803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Rp332.479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-6.82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-3.40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-1.70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18.24%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-2.68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-4.79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