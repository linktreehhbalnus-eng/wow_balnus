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  <c:pt idx="19">
                  <c:v>10.0</c:v>
                </c:pt>
                <c:pt idx="20">
                  <c:v>25.0</c:v>
                </c:pt>
                <c:pt idx="21">
                  <c:v>26.0</c:v>
                </c:pt>
                <c:pt idx="22">
                  <c:v>24.0</c:v>
                </c:pt>
                <c:pt idx="23">
                  <c:v>23.0</c:v>
                </c:pt>
                <c:pt idx="24">
                  <c:v>23.0</c:v>
                </c:pt>
                <c:pt idx="25">
                  <c:v>18.0</c:v>
                </c:pt>
                <c:pt idx="26">
                  <c:v>9.0</c:v>
                </c:pt>
                <c:pt idx="27">
                  <c:v>21.0</c:v>
                </c:pt>
                <c:pt idx="28">
                  <c:v>18.0</c:v>
                </c:pt>
                <c:pt idx="29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  <c:pt idx="19">
                  <c:v>13.0</c:v>
                </c:pt>
                <c:pt idx="20">
                  <c:v>25.0</c:v>
                </c:pt>
                <c:pt idx="21">
                  <c:v>20.0</c:v>
                </c:pt>
                <c:pt idx="22">
                  <c:v>25.0</c:v>
                </c:pt>
                <c:pt idx="23">
                  <c:v>25.0</c:v>
                </c:pt>
                <c:pt idx="24">
                  <c:v>24.0</c:v>
                </c:pt>
                <c:pt idx="25">
                  <c:v>10.0</c:v>
                </c:pt>
                <c:pt idx="26">
                  <c:v>7.0</c:v>
                </c:pt>
                <c:pt idx="27">
                  <c:v>19.0</c:v>
                </c:pt>
                <c:pt idx="28">
                  <c:v>15.0</c:v>
                </c:pt>
                <c:pt idx="29">
                  <c:v>18.0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+31,5%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2.521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+29,8%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1.942   Δ 579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80 / 136 (58,8%)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94 / 150 (62,7%)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+11,9%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 / 136 (16,2%)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+15,8%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35 / 150 (23,3%)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(43,6%)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(89,9%)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96 | MoM +9,1%
PS: 94 | MoM +10,6%
• Junior
  RE: 82 | Active 60,3% | MoM +9,3%
  PS: 80 | Active 58,8% | MoM +11,1%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+100,0%, Gap 8
• Grapari Ende: PS +53,3%, Gap 16
• Grapari Kalabahi: PS -11,5%, Gap -3
• Grapari Labuan Bajo: PS -5,0%,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+77,8%, Gap 7
• Grapari Maumere: PS -20,0%, Gap -4
• Grapari Ruteng: PS +87,5%, Gap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1 (+7,7%), PS -2 (-25,0%)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MUSTAQIM K LONGSO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RIZ3028400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SPERE42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MAR7897934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SPRTO97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FER4126457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MUSTAQIM K LONGSO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RIZ3028400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SPERE42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MAR7897934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SPRTO97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KLA3857151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ACH5119274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paskarini dua gokun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MAR8199897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SAN9085799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ALO6883465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ROM8503687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SPNRW87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MOH7064905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SPAGM88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RIK8871174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MAR3510076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SAN9085799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ROM8503687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RIK8871174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SPNRW87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MOH7064905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SPAGM88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MAR7438987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 | MoM -50.0%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4,384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21.8%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15,724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24.9%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17.1%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17.4%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10.5%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13.7%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22.6%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10.1%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11.3%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