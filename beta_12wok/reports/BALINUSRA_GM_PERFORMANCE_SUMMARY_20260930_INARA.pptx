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17/09</c:v>
                </c:pt>
                <c:pt idx="1">
                  <c:v>18/09</c:v>
                </c:pt>
                <c:pt idx="2">
                  <c:v>19/09</c:v>
                </c:pt>
                <c:pt idx="3">
                  <c:v>20/09</c:v>
                </c:pt>
                <c:pt idx="4">
                  <c:v>21/09</c:v>
                </c:pt>
                <c:pt idx="5">
                  <c:v>22/09</c:v>
                </c:pt>
                <c:pt idx="6">
                  <c:v>23/09</c:v>
                </c:pt>
                <c:pt idx="7">
                  <c:v>24/09</c:v>
                </c:pt>
                <c:pt idx="8">
                  <c:v>25/09</c:v>
                </c:pt>
                <c:pt idx="9">
                  <c:v>26/09</c:v>
                </c:pt>
                <c:pt idx="10">
                  <c:v>27/09</c:v>
                </c:pt>
                <c:pt idx="11">
                  <c:v>28/09</c:v>
                </c:pt>
                <c:pt idx="12">
                  <c:v>29/09</c:v>
                </c:pt>
                <c:pt idx="13">
                  <c:v>30/09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334.0</c:v>
                </c:pt>
                <c:pt idx="1">
                  <c:v>305.0</c:v>
                </c:pt>
                <c:pt idx="2">
                  <c:v>267.0</c:v>
                </c:pt>
                <c:pt idx="3">
                  <c:v>193.0</c:v>
                </c:pt>
                <c:pt idx="4">
                  <c:v>378.0</c:v>
                </c:pt>
                <c:pt idx="5">
                  <c:v>316.0</c:v>
                </c:pt>
                <c:pt idx="6">
                  <c:v>299.0</c:v>
                </c:pt>
                <c:pt idx="7">
                  <c:v>309.0</c:v>
                </c:pt>
                <c:pt idx="8">
                  <c:v>303.0</c:v>
                </c:pt>
                <c:pt idx="9">
                  <c:v>248.0</c:v>
                </c:pt>
                <c:pt idx="10">
                  <c:v>150.0</c:v>
                </c:pt>
                <c:pt idx="11">
                  <c:v>315.0</c:v>
                </c:pt>
                <c:pt idx="12">
                  <c:v>321.0</c:v>
                </c:pt>
                <c:pt idx="13">
                  <c:v>257.0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17/09</c:v>
                </c:pt>
                <c:pt idx="1">
                  <c:v>18/09</c:v>
                </c:pt>
                <c:pt idx="2">
                  <c:v>19/09</c:v>
                </c:pt>
                <c:pt idx="3">
                  <c:v>20/09</c:v>
                </c:pt>
                <c:pt idx="4">
                  <c:v>21/09</c:v>
                </c:pt>
                <c:pt idx="5">
                  <c:v>22/09</c:v>
                </c:pt>
                <c:pt idx="6">
                  <c:v>23/09</c:v>
                </c:pt>
                <c:pt idx="7">
                  <c:v>24/09</c:v>
                </c:pt>
                <c:pt idx="8">
                  <c:v>25/09</c:v>
                </c:pt>
                <c:pt idx="9">
                  <c:v>26/09</c:v>
                </c:pt>
                <c:pt idx="10">
                  <c:v>27/09</c:v>
                </c:pt>
                <c:pt idx="11">
                  <c:v>28/09</c:v>
                </c:pt>
                <c:pt idx="12">
                  <c:v>29/09</c:v>
                </c:pt>
                <c:pt idx="13">
                  <c:v>30/09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261.0</c:v>
                </c:pt>
                <c:pt idx="1">
                  <c:v>242.0</c:v>
                </c:pt>
                <c:pt idx="2">
                  <c:v>209.0</c:v>
                </c:pt>
                <c:pt idx="3">
                  <c:v>177.0</c:v>
                </c:pt>
                <c:pt idx="4">
                  <c:v>269.0</c:v>
                </c:pt>
                <c:pt idx="5">
                  <c:v>271.0</c:v>
                </c:pt>
                <c:pt idx="6">
                  <c:v>247.0</c:v>
                </c:pt>
                <c:pt idx="7">
                  <c:v>254.0</c:v>
                </c:pt>
                <c:pt idx="8">
                  <c:v>239.0</c:v>
                </c:pt>
                <c:pt idx="9">
                  <c:v>173.0</c:v>
                </c:pt>
                <c:pt idx="10">
                  <c:v>131.0</c:v>
                </c:pt>
                <c:pt idx="11">
                  <c:v>241.0</c:v>
                </c:pt>
                <c:pt idx="12">
                  <c:v>240.0</c:v>
                </c:pt>
                <c:pt idx="13">
                  <c:v>232.0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+1,2% &amp; PS +0,5% MoM — Achievement Mencapai 87,9% (RE) / 87,1%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30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01–30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(+17,3%), Denpasar Terdalam (-2,6%)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(+25,2%), Bali Tengah Terdalam (-8,0%)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(+148), Ngada Tumbuh Tertinggi (+46,6%)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+290, Bottom 5 -289, dan perubahan PS regional +35.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(+32,6%), TSEL One &gt;30 Mbps Turun Terdalam (-51,3%)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+0,8%, Aktivitas DJP -2,8%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 (sumber WOK lama selama transisi)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1.378 (26,3%)
Visit DJP: 3.740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1.169 (83,3%)
Visit DJP: 3.515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186 / 310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 / 351 (64,1%)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 | Turun 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136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150 (62,7%)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+10,6%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 / 213 (78,4%)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 / 240 (80,8%)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 / 58 (96,6%)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536 / 798 (67,2%)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-0,7%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629 / 924 (68,1%)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+0,3% | Turun 323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2.709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3.851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+450,0%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6.123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310 (13,5%)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351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 | Turun 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136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139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152 (20,4%)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213 (19,2%)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-19,6%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 / 240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58 (53,4%)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+29,2%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132 / 798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199 / 924 (21,5%)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-1,5% | Turun 323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NYOMAN SAPUTRA WIJAYA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Wahyu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 GEDE FAJAR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INLY OLIFA PABALA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7.053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7.088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8.857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8.960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7.053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7.088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7.554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7.507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645 | MoM +0,2%
PS: 628 | MoM +0,8%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553 | Active 69,3% | MoM 0,0%
  PS: 536 | Active 67,2% | MoM +0,8%
• Greenfield
  RE: 56 | Active 96,6% | MoM +3,7%
  PS: 56 | Active 96,6% | MoM +3,7%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+15,2%, Gap +16
• Flores: PS +24,8%, Gap +30
• Kupang: PS +32,5%, Gap +13
• Mataram: PS -5,1%,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-50,0%, Gap -5
• Grapari Lombok Timur (Mataram): -50,0%, Gap -2
• Grapari Lombok Utara (Mataram): -50,0%, Gap -1
• Grapari Tabanan (Denpasar): -40,0%, Gap -4
• Grapari Mataram (Mataram): -26,2%, Gap -16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-144 (-8,0%), PS -125 (-8,3%)
• Lombok: RE -80 (-5,8%), PS -76 (-6,8%)
• Bali Timur: RE -11 (-1,9%), PS -42 (-8,9%)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-45 (-19,5%), PS -40 (-22,7%)
• Kupang Rote: RE +4 (+14,8%), PS -4 (-22,2%)
• Flores Timur: RE +1 (+7,7%), PS -2 (-25,0%)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Rote: RE -14 (-31,1%), PS -8 (-38,1%)
• Bali Timur: RE +1 (+7,7%), PS -4 (-44,4%)
• Sumbawa Timur: RE -3 (-11,5%), PS -3 (-20,0%)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(-62,5%), PS -3 (-100,0%)
• Bali Tengah: RE -2 (-28,6%), PS -2 (-33,3%)
• Sumbawa Barat: RE 0 (0,0%),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