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  <c:pt idx="20">
                  <c:v>44.0</c:v>
                </c:pt>
                <c:pt idx="21">
                  <c:v>60.0</c:v>
                </c:pt>
                <c:pt idx="22">
                  <c:v>39.0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  <c:pt idx="20">
                  <c:v>24.0</c:v>
                </c:pt>
                <c:pt idx="21">
                  <c:v>37.0</c:v>
                </c:pt>
                <c:pt idx="22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  <c:pt idx="20">
                  <c:v>11.0</c:v>
                </c:pt>
                <c:pt idx="21">
                  <c:v>12.0</c:v>
                </c:pt>
                <c:pt idx="22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  <c:pt idx="20">
                  <c:v>9.0</c:v>
                </c:pt>
                <c:pt idx="21">
                  <c:v>11.0</c:v>
                </c:pt>
                <c:pt idx="22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  <c:pt idx="20">
                  <c:v>52.0</c:v>
                </c:pt>
                <c:pt idx="21">
                  <c:v>59.0</c:v>
                </c:pt>
                <c:pt idx="22">
                  <c:v>37.0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  <c:pt idx="20">
                  <c:v>32.0</c:v>
                </c:pt>
                <c:pt idx="21">
                  <c:v>33.0</c:v>
                </c:pt>
                <c:pt idx="22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  <c:pt idx="20">
                  <c:v>9.0</c:v>
                </c:pt>
                <c:pt idx="21">
                  <c:v>11.0</c:v>
                </c:pt>
                <c:pt idx="22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  <c:pt idx="20">
                  <c:v>11.0</c:v>
                </c:pt>
                <c:pt idx="21">
                  <c:v>15.0</c:v>
                </c:pt>
                <c:pt idx="22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193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183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189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4.271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146 / 227 (64,3%)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-7,6% | Turun 82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169 / 253 (66,8%)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-8,2% | Turun 101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 / 129 (64,3%)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 | Turun 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96 / 145 (66,2%)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-13,5% | Turun 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37 (62,2%)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40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 / 61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 / 68 (69,1%)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 / 227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+9,7% | Turun 82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 / 253 (18,6%)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+2,2% | Turun 101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129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145 (18,6%)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-6,9% | Turun 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37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40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61 (14,8%)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68 (17,6%)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19.955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173 | MoM -10,4%
PS: 169 | MoM -7,7%
• Performer
  RE: 1 | Active 100,0% | MoM 0,0%
  PS: 1 | Active 100,0% | MoM 0,0%
• Junior
  RE: 150 | Active 66,1% | MoM -10,2%
  PS: 146 | Active 64,3% | MoM -7,6%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-18,8%
  PS: 13 | Active 81,2% | MoM -13,3%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-31,4%, Gap -11
• Grapari Dompu: PS +44,4%, Gap 4
• Grapari Lombok Timur: PS +100,0%, Gap 2
• Grapari Lombok Utara: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+300,0%, Gap 3
• Grapari Mataram: PS -31,7%, Gap -13
• Grapari Sumbawa: PS -55,6%, Gap -5
• Grapari Taliwang: PS +14,3%,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-109 (-10,8%), PS -70 (-8,7%)
• Sumbawa Barat: RE -55 (-19,0%), PS -11 (-5,9%)
• Sumbawa Timur: RE -15 (-3,2%), PS -11 (-2,9%)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-10 (-41,7%), PS -9 (-64,3%)
• Sumbawa Timur: RE -8 (-19,5%), PS -8 (-34,8%)
• Lombok: RE 4 (+7,7%), PS -1 (-2,6%)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3 (+21,4%), PS -4 (-40,0%)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(-75,0%),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SPXXERNA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HUZ8772299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WIR7929421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10/22/2026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87.64%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88.50% | MoM -0.86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-9.81 pp | Rp-2.46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86.56%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87.27% | MoM -0.70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Rp22.02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Rp21.88 M | MoM +0.6%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87.64%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86.56%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Rp22.02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89.62%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88.63%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Rp12.31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-7.83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Rp-1.08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86.66%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85.91%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Rp4.13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Rp-514.1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84.24%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83.02%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Rp5.58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-13.21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Rp-874.7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93.69% / +1.69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94.58% / +1.38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96.48% / +6.13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90.68% / +0.92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86.92% / -0.22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88.73% / -0.23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84.40% / +1.08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84.25% / -2.24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84.76% / +0.53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86.04% / -0.13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84.17% / -1.13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82.97% / +2.27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82.42% / +0.14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85.25% / +0.43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81.77% / -1.00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78.78% / +0.58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82.23% / -1.31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85.24% / -1.14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82.62% / -1.15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76.91% / -1.78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89.85% / -1.06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91.29% / -0.95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88.59% / -1.54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87.44% / -0.93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10/21/2026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79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83 | MoM -4.8%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18 / +5.9%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13 / -13.3%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 / +50.0%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60 / -9.1%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54 / -3.6%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30,040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66.0%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15,491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76.5%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94.3%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89.1%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85.7%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78.4%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95.4%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79.4%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93.2%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87.2%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76.5%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72.4%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63.8%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75.3%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67.1%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63.8%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75.1%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71.1%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66.9%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65.2%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63.0%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52.5%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64.9%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55.5%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48.0%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50.3%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46.3%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53.1%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50.2%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41.7%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49.2%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49.5%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49.4%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48.9%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42.8%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