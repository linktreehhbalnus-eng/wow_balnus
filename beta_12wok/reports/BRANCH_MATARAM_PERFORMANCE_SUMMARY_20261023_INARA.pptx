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4.271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 / 227 (64,3%)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169 / 253 (66,8%)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129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 / 145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 / 227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+9,7%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 / 253 (18,6%)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129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145 (18,6%)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37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61 (14,8%)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173 | MoM -10,4%
PS: 169 | MoM -7,7%
• Performer
  RE: 1 | Active 100,0% | MoM 0,0%
  PS: 1 | Active 100,0% | MoM 0,0%
• Junior
  RE: 150 | Active 66,1% | MoM -10,2%
  PS: 146 | Active 64,3% | MoM -7,6%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-31,4%, Gap -11
• Grapari Dompu: PS +44,4%, Gap 4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+300,0%, Gap 3
• Grapari Mataram: PS -31,7%, Gap -13
• Grapari Sumbawa: PS -55,6%, Gap -5
• Grapari Taliwang: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-109 (-10,8%), PS -70 (-8,7%)
• Sumbawa Barat: RE -55 (-19,0%), PS -11 (-5,9%)
• Sumbawa Timur: RE -15 (-3,2%), PS -11 (-2,9%)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(-41,7%), PS -9 (-64,3%)
• Sumbawa Timur: RE -8 (-19,5%), PS -8 (-34,8%)
• Lombok: RE 4 (+7,7%), PS -1 (-2,6%)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3 (+21,4%), PS -4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92.62% | MoM -0.19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-5.03 pp | Rp-1.26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91.75%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91.71% | MoM +0.04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Rp23.22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Rp22.90 M | MoM +1.4%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Rp23.22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Rp12.84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Rp-547.6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91.51%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91.05%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Rp-432.2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95.52% / +1.32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96.45% / +0.93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97.54% / +6.72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92.80% / 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90.46% / +0.33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88.37% / +1.74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89.06% / +0.65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89.50% / -0.05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88.00% / -1.57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88.99% / +2.96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88.79% / +0.27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90.42% / +0.80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86.54% / -3.11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87.70% / +1.46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89.61% / 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91.17% / -0.23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89.55% / -0.32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87.03% / 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93.97% / -0.36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94.66% / -0.40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93.02% / -0.10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86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88 | MoM -2.3%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65 / -4.4%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 / +1.7%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30,040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66.0%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15,491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78.4%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79.4%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72.4%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65.2%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63.0%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41.7%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