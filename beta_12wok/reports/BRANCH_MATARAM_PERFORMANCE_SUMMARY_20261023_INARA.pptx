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193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183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4.271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146 / 227 (64,3%)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-7,6% | Turun 82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169 / 253 (66,8%)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-8,2%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 / 129 (64,3%)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96 / 145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-13,5% | Turun 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37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40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61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68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 / 227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+9,7% | Turun 82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 / 253 (18,6%)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129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145 (18,6%)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 | Turun 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37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61 (14,8%)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68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173 | MoM -10,4%
PS: 169 | MoM -7,7%
• Performer
  RE: 1 | Active 100,0% | MoM 0,0%
  PS: 1 | Active 100,0% | MoM 0,0%
• Junior
  RE: 150 | Active 66,1% | MoM -10,2%
  PS: 146 | Active 64,3% | MoM -7,6%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-31,4%, Gap -11
• Grapari Dompu: PS +44,4%, Gap 4
• Grapari Lombok Timur: PS +100,0%, Gap 2
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+300,0%, Gap 3
• Grapari Mataram: PS -31,7%, Gap -13
• Grapari Sumbawa: PS -55,6%, Gap -5
• Grapari Taliwang: PS +14,3%,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-109 (-10,8%), PS -70 (-8,7%)
• Sumbawa Barat: RE -55 (-19,0%), PS -11 (-5,9%)
• Sumbawa Timur: RE -15 (-3,2%), PS -11 (-2,9%)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-10 (-41,7%), PS -9 (-64,3%)
• Sumbawa Timur: RE -8 (-19,5%), PS -8 (-34,8%)
• Lombok: RE 4 (+7,7%), PS -1 (-2,6%)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3 (+21,4%), PS -4 (-40,0%)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(-75,0%),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SPXXERNA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HUZ8772299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WIR7929421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90.75%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91.17% | MoM -0.43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-6.70 pp | Rp-1.68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89.94%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90.14% | MoM -0.20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Rp22.80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Rp22.55 M | MoM +1.1%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90.75%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-6.70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Rp12.64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Rp-745.4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Rp4.28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Rp-360.2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87.83%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Rp5.87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Rp-578.5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95.16% / +1.67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95.92% / +1.36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97.12% / +6.29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92.80% / +0.55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89.29% / +0.30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90.71% / -0.13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87.36% / +1.84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87.13% / -0.87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87.42% / +0.71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88.14% / -0.29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86.69% / -0.65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86.67% / +2.92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86.34% / +0.13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88.11% / +0.12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84.87% / -2.02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84.64% / +1.49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87.07% / -0.55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89.08% / -0.61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87.07% / -0.68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83.69% / -0.40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92.54% / -0.62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93.42% / -0.62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91.63% / -0.85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91.21% / -0.42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83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85 | MoM -2.4%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 / +5.6%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 / -18.8%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+100.0%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63 / -6.0%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57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30,040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66.0%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15,491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76.5%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89.1%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78.4%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79.4%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87.2%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72.4%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63.8%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75.3%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63.8%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65.2%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63.0%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52.5%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48.0%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50.3%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50.2%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41.7%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49.2%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42.8%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