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151 (66,2%)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+6,4%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112 / 164 (68,3%)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58 (77,6%)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65 (78,5%)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59 (64,4%)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58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65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59 (3,4%)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63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34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36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120 | MoM +15,4%
PS: 112 | MoM +8,7%
• Junior
  RE: 108 | Active 71,5% | MoM +16,1%
  PS: 100 | Active 66,2% | MoM +8,7%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-50,0%,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-33,3%, Gap -1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-5 (-3,2%), PS -17 (-12,1%)
• Malaka Timtim Belu: RE 12 (+5,8%), PS -6 (-3,4%)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(+11,1%), PS -3 (-60,0%)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64.52%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64.17% | MoM +0.34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-31.31 pp | Rp-4.84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63.10%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62.62% | MoM +0.48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Rp9.96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Rp9.94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64.52%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63.10%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67.96%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66.49%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57.66%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Rp2.23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-38.17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Rp-962.0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79.00% / +1.15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80.58% / +2.16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73.25% / -1.05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84.05% / +1.51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65.72% / +2.67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66.99% / +1.17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58.03% / +2.49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75.33% / +4.04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56.94% / +1.34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60.04% / +2.46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51.93% / +0.72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57.62% / +2.25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61.46% / +3.57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50.72% / -0.49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60.79% / +4.56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55.45% / +1.58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58.59% / +1.54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50.25% / +0.97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54.74% / +3.05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68.39% / -0.49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71.36%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62.85% / -1.13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65.18% / +1.80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 | MoM +0.0%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+15.8%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+27.3%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12,623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43.7%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16,258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49.3%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51.1%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57.7%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45.1%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44.9%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40.9%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57.6%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52.0%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35.8%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39.1%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35.8%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34.0%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38.9%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34.7%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44.2%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29.9%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20.9%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22.5%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35.8%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25.4%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