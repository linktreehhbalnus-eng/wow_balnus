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104   Δ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2.114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 / 151 (66,2%)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+6,4%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112 / 164 (68,3%)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+6,7%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58 (77,6%)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65 (78,5%)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59 (64,4%)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63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151 (7,3%)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164 (7,9%)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58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65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59 (3,4%)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63 (4,8%)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34 (11,8%)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36 (13,9%)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120 | MoM +15,4%
PS: 112 | MoM +8,7%
• Junior
  RE: 108 | Active 71,5% | MoM +16,1%
  PS: 100 | Active 66,2% | MoM +8,7%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-14,3%, Gap -1
• Grapari Kupang: PS -50,0%, Gap 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-33,3%, Gap -1
• Grapari Waikabubak: PS +133,3%, Gap 4
• Grapari Waingapu: PS -20,0%,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-5 (-3,2%), PS -17 (-12,1%)
• Malaka Timtim Belu: RE 12 (+5,8%), PS -6 (-3,4%)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(+11,1%), PS -3 (-60,0%)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
• Kupang Rote: RE 0 (0,0%),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49.14%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50.86% | MoM -1.72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-46.69 pp | Rp-7.21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47.82%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49.27% | MoM -1.44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Rp7.59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Rp7.88 M | MoM -3.7%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49.14%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47.82%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-46.69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51.27%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-43.13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Rp-3.71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41.69%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Rp1.66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-48.94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67.37% / -3.07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70.04% / +0.23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61.45% / -5.66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70.67% / -6.84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52.26% / -1.36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52.73% / -4.29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44.64% / +0.15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63.50% / -0.15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42.98% / -1.46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45.82% / -1.04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38.25% / -1.28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46.09% / -2.91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43.86% / +0.22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47.55% / +0.98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38.29% / -0.08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44.86% / -0.62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40.21% / -1.34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43.58% / -1.07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35.34% / -1.17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38.34% / -1.87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52.41% / -2.11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55.70% / -2.11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47.16% / -1.90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47.94% / -2.33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 | MoM -8.3%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 / 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 / +18.2%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 / -37.5%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9,568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33.1%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19,313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37.9%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51.6%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44.8%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36.5%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40.8%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38.4%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40.5%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34.0%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39.4%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41.6%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33.9%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33.6%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31.8%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31.1%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39.4%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38.7%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25.0%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24.2%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29.8%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23.9%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32.5%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25.8%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29.9%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20.8%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21.5%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22.6%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20.6%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17.5%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19.4%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20.2%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18.2%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