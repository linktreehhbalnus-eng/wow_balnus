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4.236,7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2.355,2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155   Δ -16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135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102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1.854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1.854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97 / 306 (31,7%)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-4,0% | Turun 68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131 / 347 (37,8%)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-3,0% | Turun 86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68 (38,2%)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-10,3%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 / 80 (41,2%)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-8,3%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164 (30,5%)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 / 185 (38,4%)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+2,9%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74 (28,4%)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82 (32,9%)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268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306 (0,7%)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-60,0% | Turun 68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347 (4,6%)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-23,8% | Turun 86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68 (1,5%)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80 (5,0%)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164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185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74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82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139 | MoM -10,3%
PS: 131 | MoM -3,0%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105 | Active 34,3% | MoM -11,0%
  PS: 97 | Active 31,7% | MoM -4,0%
• Greenfield
  RE: 14 | Active 70,0% | MoM -17,6%
  PS: 14 | Active 70,0%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0,0%, Gap 0
• Grapari Kuta: PS 0,0%, Gap 0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-11,1%, Gap -1
• Grapari Singaraja: PS 0,0%, Gap 0
• Grapari Tabanan: PS -66,7%, Gap -2
• Grapari Ubud: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-99 (-35,6%), PS -110 (-44,0%)
• Bali Timur: RE -29 (-19,5%), PS -21 (-18,3%)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-2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(-100,0%), PS -1 (-50,0%)
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KARTAKA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KOMANG AGUS ARTANA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SPGTA01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YOH6387368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