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4.236,7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102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1.854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68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164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185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74 (28,4%)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82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164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139 | MoM -10,3%
PS: 131 | MoM -3,0%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105 | Active 34,3% | MoM -11,0%
  PS: 97 | Active 31,7% | MoM -4,0%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-11,1%, Gap -1
• Grapari Singaraja: PS 0,0%, Gap 0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