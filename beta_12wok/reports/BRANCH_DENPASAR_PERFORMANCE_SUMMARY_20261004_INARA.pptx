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4.604,7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132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1.159   Δ -1.159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 / 306 (25,8%)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112 / 347 (32,3%)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-61,5%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119 | MoM -9,8%
PS: 112 | MoM -5,1%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86 | Active 28,1% | MoM -10,4%
  PS: 79 | Active 25,8% | MoM -7,1%
• Greenfield
  RE: 13 | Active 65,0% | MoM -18,8%
  PS: 13 | Active 65,0%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+100,0%, Gap 1
• Grapari Negara: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-37,5%, Gap -3
• Grapari Singaraja: PS 0,0%, Gap 0
• Grapari Tabanan: PS -50,0%, Gap -1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-71 (-37,6%), PS -86 (-50,6%)
• Bali Tengah: RE -17 (-6,6%), PS -27 (-12,1%)
• Bali Timur: RE -34 (-35,8%), PS -18 (-28,6%)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4 (+13,8%), PS -4 (-21,1%)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(-30,0%), PS -5 (-71,4%)
• Bali Timur: RE -2 (-50,0%),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