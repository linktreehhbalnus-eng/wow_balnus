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4.604,7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3.771,2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2.585,2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2.109,8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132   Δ 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118   Δ -6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80   Δ -80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1.159   Δ -1.159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79 / 306 (25,8%)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112 / 347 (32,3%)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-5,1% | Turun 78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306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10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-62,5%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347 (1,4%)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-61,5% | Turun 78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119 | MoM -9,8%
PS: 112 | MoM -5,1%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86 | Active 28,1% | MoM -10,4%
  PS: 79 | Active 25,8% | MoM -7,1%
• Greenfield
  RE: 13 | Active 65,0% | MoM -18,8%
  PS: 13 | Active 65,0%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-42,9%, Gap -3
• Grapari Kuta: PS +100,0%, Gap 1
• Grapari Negara: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-37,5%, Gap -3
• Grapari Singaraja: PS 0,0%, Gap 0
• Grapari Tabanan: PS -50,0%, Gap -1
• Grapari Ubud: PS -100,0%,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-71 (-37,6%), PS -86 (-50,6%)
• Bali Tengah: RE -17 (-6,6%), PS -27 (-12,1%)
• Bali Timur: RE -34 (-35,8%), PS -18 (-28,6%)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4 (+13,8%), PS -4 (-21,1%)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-3 (-30,0%), PS -5 (-71,4%)
• Bali Timur: RE -2 (-50,0%),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895,5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SPDAR84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SPDAR84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SEP6298129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SEP6298129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IGN7412146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IGN7412146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SPXXGD91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SPXXGD91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SPXYH91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SPXYH91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WIN8225886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WIN8225886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DOD4949153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DOD4949153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ALL3716833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ALL3716833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BAM8870058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BAM8870058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SPXYH91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SPXYH91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SPSSG22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SPSSG22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HAN9698607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HAN9698607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SPXDWI69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SPXDWI69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KAD9367254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KAD9367254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MUH9585099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MUH9585099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MUH9585099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MUH9585099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