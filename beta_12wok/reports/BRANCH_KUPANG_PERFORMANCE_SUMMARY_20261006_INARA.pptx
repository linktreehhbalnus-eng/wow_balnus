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57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64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56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-6,5%
PS: 63 | MoM -16,0%
• Junior
  RE: 63 | Active 44,1% | MoM -10,0%
  PS: 55 | Active 38,5% | MoM -17,9%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0,0%, Gap 0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-16 (-30,2%), PS -12 (-27,9%)
• Kupang Rote: RE 17 (+22,4%), PS -6 (-8,1%)
• Malaka Timtim Belu: RE -14 (-20,3%), PS -6 (-11,1%)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