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1.764,3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-5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 / 143 (38,5%)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-19,1%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63 / 156 (40,4%)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57 (45,6%)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64 (45,3%)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56 (35,7%)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60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30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32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72 | MoM -6,5%
PS: 63 | MoM -16,0%
• Junior
  RE: 63 | Active 44,1% | MoM -10,0%
  PS: 55 | Active 38,5% | MoM -17,9%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+66,7%
  PS: 4 | Active 44,4%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0,0%, Gap 0
• Grapari Kupang: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+100,0%, Gap 1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-16 (-30,2%), PS -12 (-27,9%)
• Kupang Rote: RE 17 (+22,4%), PS -6 (-8,1%)
• Malaka Timtim Belu: RE -14 (-20,3%), PS -6 (-11,1%)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(+100,0%),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