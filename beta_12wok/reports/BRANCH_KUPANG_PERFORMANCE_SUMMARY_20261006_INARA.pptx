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1.764,3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77   Δ -5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75   Δ 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697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9 (44,4%)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55 / 143 (38,5%)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-19,1%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63 / 156 (40,4%)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-17,1%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57 (45,6%)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64 (45,3%)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56 (35,7%)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60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30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32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156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57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72 | MoM -6,5%
PS: 63 | MoM -16,0%
• Junior
  RE: 63 | Active 44,1% | MoM -10,0%
  PS: 55 | Active 38,5% | MoM -17,9%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5 | Active 55,6% | MoM +66,7%
  PS: 4 | Active 44,4%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0,0%, Gap 0
• Grapari Kefamenanu: PS 0,0%, Gap 0
• Grapari Kupang: PS -33,3%,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-100,0%, Gap -1
• Grapari Soe: PS +100,0%, Gap 1
• Grapari Waikabubak: PS +100,0%, Gap 1
• Grapari Waingapu: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-16 (-30,2%), PS -12 (-27,9%)
• Kupang Rote: RE 17 (+22,4%), PS -6 (-8,1%)
• Malaka Timtim Belu: RE -14 (-20,3%), PS -6 (-11,1%)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1 (+100,0%), PS -2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SPEIA79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FIRDA JAITUN SABRI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SPTUN00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YUNESTI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SPNOM19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MUL6427400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YUNESTI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NOR8152023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