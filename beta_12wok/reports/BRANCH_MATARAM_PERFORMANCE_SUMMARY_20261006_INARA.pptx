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17.0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3.019,5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2.556,5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2.449,7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2.111,7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66,9%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1.286,7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237  (-1,2%)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127   Δ -7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107   Δ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88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1.349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16 (62,5%)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+11,1%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95 / 210 (45,2%)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+9,2%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116 / 237 (48,9%)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+8,4%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11 (54,5%)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 / 128 (39,8%)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+8,5%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 / 145 (43,4%)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+6,8%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35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+27,3%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38 (44,7%)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+21,4%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 / 47 (63,8%)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+3,4%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 / 54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214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297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237 (0,4%)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128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145 (0,7%)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3.077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120 | MoM -5,5%
PS: 116 | MoM +8,4%
• Performer
  RE: 1 | Active 100,0% | MoM 0,0%
  PS: 1 | Active 100,0% | MoM 0,0%
• Junior
  RE: 99 | Active 47,1% | MoM -6,6%
  PS: 95 | Active 45,2% | MoM +9,2%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10 | Active 62,5% | MoM 0,0%
  PS: 10 | Active 62,5% | MoM +11,1%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-60,0%, Gap -6
• Grapari Dompu: PS +150,0%, Gap 3
• Grapari Lombok Timur: PS 0,0%, Gap 0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N/A, Gap 2
• Grapari Mataram: PS -81,2%, Gap -13
• Grapari Sumbawa: PS -50,0%, Gap -2
• Grapari Taliwang: PS N/A,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-23 (-9,4%), PS -15 (-8,5%)
• Sumbawa Barat: RE -38 (-45,8%), PS -3 (-7,1%)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0 (0,0%), PS -2 (-18,2%)
• Sumbawa Barat: RE -2 (-40,0%), PS -1 (-20,0%)
• Sumbawa Timur: RE 1 (+12,5%), PS -1 (-33,3%)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-6 (-100,0%), PS -2 (-40,0%)
• Lombok: RE 0 (0,0%), PS -1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SPYYU45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WAHYUDDIN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SPGWW15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Teddy Soeyitno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RINGGA 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LAL3976891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DARUSSALAM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SPLSL72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DESI SURIYANI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SPXECHI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BUDIYANSYAH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SPKPG09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MARLINA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Sunarti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SUN4743590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IRUL KURNIAWAN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IRU7539291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BUDIYANSYAH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SPKPG09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SUR9462371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Fanny Aulia Andita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FAN4159846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YULI INDRAYANI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Teddy Soeyitno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MARLINA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PURNAMAWATI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SPDEDEW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ADY SYAHRIAL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SPRAH83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Annama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DEW1935075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FIRMANSYAH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Damarbudi prakoso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DAM2334423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LAL6459400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HER1161525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ANDIRA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AYU1444446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Bian dwi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BIA3488083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 ALAM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SPAAM23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IRGI PIRMANSAH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LAL9017900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Minhaq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ABD8242555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ALV9273981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IRGI PIRMANSAH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LAL9017900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TAJUDIN NUR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TAJ5596872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puri 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NIL9865359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IKE4509027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JUNAIDI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SPJIJ28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Devi Adekantari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DEV6085887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28.12%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97.45% | Gap -69.33 pp | M-1 32.56%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Rp309.289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Rp313.758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Rp298.590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43.94%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-12.42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-4.96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-3.79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-3.37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-4.86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44 | MoM +13.6%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 / +3.0%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11,424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34,107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34.3%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35.4%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27.9%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24.0%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42.2%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20.7%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33.0%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28.5%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20.7%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12.6%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23.5%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14.0%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22.9%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21.8%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16.9%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24.3%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15.3%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