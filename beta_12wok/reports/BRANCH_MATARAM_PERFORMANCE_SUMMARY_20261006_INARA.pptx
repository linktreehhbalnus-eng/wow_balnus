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127   Δ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107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1.349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95 / 210 (45,2%)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+9,2%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116 / 237 (48,9%)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+8,4%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128 (39,8%)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145 (43,4%)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35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38 (44,7%)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47 (63,8%)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54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145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120 | MoM -5,5%
PS: 116 | MoM +8,4%
• Performer
  RE: 1 | Active 100,0% | MoM 0,0%
  PS: 1 | Active 100,0% | MoM 0,0%
• Junior
  RE: 99 | Active 47,1% | MoM -6,6%
  PS: 95 | Active 45,2% | MoM +9,2%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10 | Active 62,5% | MoM 0,0%
  PS: 10 | Active 62,5% | MoM +11,1%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-60,0%, Gap -6
• Grapari Dompu: PS +150,0%,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-81,2%, Gap -13
• Grapari Sumbawa: PS -50,0%, Gap -2
• Grapari Taliwang: PS N/A,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-23 (-9,4%), PS -15 (-8,5%)
• Sumbawa Barat: RE -38 (-45,8%), PS -3 (-7,1%)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-2 (-18,2%)
• Sumbawa Barat: RE -2 (-40,0%), PS -1 (-20,0%)
• Sumbawa Timur: RE 1 (+12,5%),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-6 (-100,0%), PS -2 (-40,0%)
• Lombok: RE 0 (0,0%),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DESI SURIYANI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Annama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ANDIRA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SPJIJ28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Devi Adekantari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DEV6085887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