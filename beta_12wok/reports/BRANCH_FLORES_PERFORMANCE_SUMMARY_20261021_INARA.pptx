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2.179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62 / 137 (45,3%)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-18,4%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 / 151 (49,7%)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71 (42,3%)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78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137 (9,5%)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 / 151 (15,2%)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-8,0%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45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50 (26,0%)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71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78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80 | MoM -11,1%
PS: 75 | MoM -15,7%
• Junior
  RE: 67 | Active 48,9% | MoM -11,8%
  PS: 62 | Active 45,3% | MoM -17,3%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-33,3%, Gap -3
• Grapari Ende: PS -16,7%, Gap -5
• Grapari Kalabahi: PS +33,3%, Gap 5
• Grapari Labuan Bajo: PS -16,7%,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-62,5%, Gap -5
• Grapari Maumere: PS +130,0%, Gap 13
• Grapari Ruteng: PS -25,0%,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-60 (-34,9%), PS -56 (-40,9%)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-1 (-10,0%)
• Flores Timur: RE -6 (-60,0%),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(+25,0%), PS -3 (-75,0%)
• Flores Timur: RE 0 (0,0%), PS -2 (-100,0%)
• Manggarai: RE -3 (-60,0%),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(-66,7%),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62.48%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62.32% | MoM +0.16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-34.22 pp | Rp-3.49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60.77%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60.27% | MoM +0.50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Rp6.38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Rp6.33 M | MoM +0.8%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57.13%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-39.57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84.18% / 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83.45% / +0.25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80.28% / -4.99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87.28% / +2.21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67.86% / +1.79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64.28% / +3.51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65.83% / -6.05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73.36% / +5.50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56.81% / +1.46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54.33% / +4.47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51.07% / -6.41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62.97% / +3.71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55.86% / +3.15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52.53% / +3.16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55.63% / -3.05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59.42% / +6.35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54.35% / +2.37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52.08% / +3.72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51.03% / -4.24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57.91% / +4.29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65.50% / -1.18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67.99% / -0.01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58.26% / -9.29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67.03% / +2.10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 | MoM -25.0%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9,363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46.6%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10,745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50.0%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47.7%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44.6%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45.2%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55.5%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45.1%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45.8%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38.5%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44.7%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37.5%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47.6%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37.1%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43.9%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40.2%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36.5%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30.2%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39.5%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36.5%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33.1%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32.4%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44.5%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31.3%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36.8%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26.0%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29.8%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38.5%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