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2.764,5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2.250,7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100   Δ -7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78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184   Δ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5.817   Δ -812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16 (56,2%)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67 / 213 (31,5%)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+8,1%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87 / 240 (36,2%)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+13,0%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240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477 (34,6%)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1.214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510 (92,9%)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1.612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93 | MoM -7,0%
PS: 87 | MoM +11,5%
• Performer
  RE: 1 | Active 100,0% | MoM 0,0%
  PS: 1 | Active 100,0% | MoM 0,0%
• Junior
  RE: 75 | Active 35,2% | MoM -6,2%
  PS: 67 | Active 31,5% | MoM +11,7%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43,8% | MoM -22,2%
  PS: 9 | Active 56,2% | MoM +28,6%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-50,0%, Gap -3
• Grapari Dompu: PS N/A, Gap 4
• Grapari Lombok Utara: PS N/A, Gap 2
• Grapari Maluk: PS N/A, Gap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Mataram: PS -90,0%, Gap -9
• Grapari Sumbawa: PS -33,3%, Gap -1
• Grapari Taliwang: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-22 (-15,0%), PS -17 (-14,7%)
• Sumbawa Barat: RE -14 (-35,0%), PS -9 (-34,6%)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-2 (-25,0%), PS -5 (-62,5%)
• Sumbawa Timur: RE 3 (+100,0%), PS -2 (-66,7%)
• Sumbawa Barat: RE 0 (0,0%), PS -1 (-25,0%)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AFRILIAN WULANSARI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DESI SURIYANI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Annama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DEW1935075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Aprillinda Wulandary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APR8993939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Fanny Aulia Andita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DEDY HARTONO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Iwan Sugiarta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IKO1422466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UTA4382510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ABD5400166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IND7939044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BERLIN RIZKAILLAH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BER7356850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HENI RATMAWATI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 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AFRILIAN WULANSARI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YULIANA SAWITRI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SPTNS68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