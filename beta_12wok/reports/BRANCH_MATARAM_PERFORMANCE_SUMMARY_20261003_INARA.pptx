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55   Δ -55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636   Δ -636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-7,0%
PS: 87 | MoM +11,5%
• Performer
  RE: 1 | Active 100,0% | MoM 0,0%
  PS: 1 | Active 100,0% | MoM 0,0%
• Junior
  RE: 75 | Active 35,7% | MoM -6,2%
  PS: 67 | Active 31,9% | MoM 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43,8% | MoM -22,2%
  PS: 9 | Active 56,2% | MoM +28,6%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N/A, Gap 2
• Grapari Maluk: PS N/A,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-90,0%, Gap -9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-22 (-15,0%), PS -17 (-14,7%)
• Sumbawa Barat: RE -14 (-35,0%),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(-25,0%), PS -5 (-62,5%)
• Sumbawa Timur: RE 3 (+100,0%), PS -2 (-66,7%)
• Sumbawa Barat: RE 0 (0,0%),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