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48.0</c:v>
                </c:pt>
                <c:pt idx="1">
                  <c:v>54.0</c:v>
                </c:pt>
                <c:pt idx="2">
                  <c:v>40.0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48.0</c:v>
                </c:pt>
                <c:pt idx="1">
                  <c:v>47.0</c:v>
                </c:pt>
                <c:pt idx="2">
                  <c:v>36.0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3.019,5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2.764,5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2.449,7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2.250,7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1.402,7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100   Δ -7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78   Δ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55   Δ -55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636   Δ -636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16 (56,2%)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+28,6%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67 / 210 (31,9%)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+11,7%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87 / 237 (36,7%)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+11,5% | Turun 46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237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3.077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93 | MoM -7,0%
PS: 87 | MoM +11,5%
• Performer
  RE: 1 | Active 100,0% | MoM 0,0%
  PS: 1 | Active 100,0% | MoM 0,0%
• Junior
  RE: 75 | Active 35,7% | MoM -6,2%
  PS: 67 | Active 31,9% | MoM +11,7%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43,8% | MoM -22,2%
  PS: 9 | Active 56,2% | MoM +28,6%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-50,0%, Gap -3
• Grapari Dompu: PS N/A, Gap 4
• Grapari Lombok Utara: PS N/A, Gap 2
• Grapari Maluk: PS N/A, Gap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Mataram: PS -90,0%, Gap -9
• Grapari Sumbawa: PS -33,3%, Gap -1
• Grapari Taliwang: PS N/A,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-22 (-15,0%), PS -17 (-14,7%)
• Sumbawa Barat: RE -14 (-35,0%), PS -9 (-34,6%)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-2 (-25,0%), PS -5 (-62,5%)
• Sumbawa Timur: RE 3 (+100,0%), PS -2 (-66,7%)
• Sumbawa Barat: RE 0 (0,0%), PS -1 (-25,0%)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0 (0,0%),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SPLSL72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SPLSL72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SPXECHI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SPXECHI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SPRFA73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SPRFA73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SPKPG09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SPKPG09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SPRAH83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SPRAH83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SPGWW15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SPGWW15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SPUIA69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SPUIA69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DEW1935075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DEW1935075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SPKPG09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SPKPG09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APR8993939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APR8993939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FAN4159846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FAN4159846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SPYNR75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SPYNR75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UTA4382510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UTA4382510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ABD5400166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ABD5400166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IKO1422466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IKO1422466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SPARD16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SPARD16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SPNOT11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SPNOT11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SPNTB55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BER7356850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BER7356850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LAL6459400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LAL6459400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HER1161525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HER1161525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SRI1682242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SRI1682242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ABD8242555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ABD8242555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SPSLD07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SPTNS68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SPTNS68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ABD8242555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ABD8242555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ALV9273981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ALV9273981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SUN4743590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SUN4743590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SPRFA73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SPRFA73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SPTNS68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SPTNS68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IRU7539291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IRU7539291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LAL9017900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LAL9017900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TAJ5596872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TAJ5596872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AHM2513922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AHM2513922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28.12%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97.45% | Gap -69.33 pp | M-1 32.56%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Rp309.289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Rp313.758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Rp298.590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-12.42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-4.96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-3.79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-3.37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-4.86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44 | MoM +13.6%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 / +3.0%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11,424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34,107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34.3%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35.4%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27.9%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24.0%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42.2%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20.7%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33.0%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28.5%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20.7%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23.5%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16.9%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15.3%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