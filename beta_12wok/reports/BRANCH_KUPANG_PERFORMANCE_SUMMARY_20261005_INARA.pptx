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74   Δ -24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697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 / 143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 / 156 (32,1%)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57 (38,6%)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64 (37,5%)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56 (26,8%)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60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62 | MoM -16,2%
PS: 50 | MoM -32,4%
• Junior
  RE: 53 | Active 37,1% | MoM -20,9%
  PS: 44 | Active 30,8% | MoM -34,3%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5 | Active 55,6% | MoM +66,7%
  PS: 2 | Active 22,2% | MoM -33,3%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+100,0%, Gap 1
• Grapari Kupang: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-100,0%, Gap -1
• Grapari Soe: PS +100,0%, Gap 1
• Grapari Waikabubak: PS +100,0%,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-22 (-44,0%), PS -16 (-39,0%)
• Kupang Rote: RE 3 (+4,5%), PS -15 (-22,7%)
• Malaka Timtim Belu: RE -20 (-32,3%), PS -14 (-30,4%)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(+100,0%),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FAN5086386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SPTUN00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SPVEN05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RYANTO AHMAD CHAHYADI YAMIN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RYA4882696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COR5804367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SPNUT73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