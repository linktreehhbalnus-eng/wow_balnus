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57 (38,6%)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64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60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-16,2%
PS: 50 | MoM -32,4%
• Junior
  RE: 53 | Active 37,1% | MoM -20,9%
  PS: 44 | Active 30,8% | MoM -34,3%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-22 (-44,0%), PS -16 (-39,0%)
• Kupang Rote: RE 3 (+4,5%), PS -15 (-22,7%)
• Malaka Timtim Belu: RE -20 (-32,3%), PS -14 (-30,4%)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RYA4882696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