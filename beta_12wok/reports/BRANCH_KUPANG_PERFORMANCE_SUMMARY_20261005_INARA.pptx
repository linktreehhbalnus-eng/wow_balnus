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23.0</c:v>
                </c:pt>
                <c:pt idx="1">
                  <c:v>22.0</c:v>
                </c:pt>
                <c:pt idx="2">
                  <c:v>16.0</c:v>
                </c:pt>
                <c:pt idx="3">
                  <c:v>11.0</c:v>
                </c:pt>
                <c:pt idx="4">
                  <c:v>33.0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12.0</c:v>
                </c:pt>
                <c:pt idx="1">
                  <c:v>11.0</c:v>
                </c:pt>
                <c:pt idx="2">
                  <c:v>9.0</c:v>
                </c:pt>
                <c:pt idx="3">
                  <c:v>4.0</c:v>
                </c:pt>
                <c:pt idx="4">
                  <c:v>14.0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6.0</c:v>
                </c:pt>
                <c:pt idx="1">
                  <c:v>7.0</c:v>
                </c:pt>
                <c:pt idx="2">
                  <c:v>3.0</c:v>
                </c:pt>
                <c:pt idx="3">
                  <c:v>5.0</c:v>
                </c:pt>
                <c:pt idx="4">
                  <c:v>13.0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5.0</c:v>
                </c:pt>
                <c:pt idx="1">
                  <c:v>4.0</c:v>
                </c:pt>
                <c:pt idx="2">
                  <c:v>4.0</c:v>
                </c:pt>
                <c:pt idx="3">
                  <c:v>2.0</c:v>
                </c:pt>
                <c:pt idx="4">
                  <c:v>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19.0</c:v>
                </c:pt>
                <c:pt idx="1">
                  <c:v>16.0</c:v>
                </c:pt>
                <c:pt idx="2">
                  <c:v>16.0</c:v>
                </c:pt>
                <c:pt idx="3">
                  <c:v>14.0</c:v>
                </c:pt>
                <c:pt idx="4">
                  <c:v>22.0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8.0</c:v>
                </c:pt>
                <c:pt idx="1">
                  <c:v>7.0</c:v>
                </c:pt>
                <c:pt idx="2">
                  <c:v>7.0</c:v>
                </c:pt>
                <c:pt idx="3">
                  <c:v>7.0</c:v>
                </c:pt>
                <c:pt idx="4">
                  <c:v>12.0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6.0</c:v>
                </c:pt>
                <c:pt idx="1">
                  <c:v>6.0</c:v>
                </c:pt>
                <c:pt idx="2">
                  <c:v>4.0</c:v>
                </c:pt>
                <c:pt idx="3">
                  <c:v>6.0</c:v>
                </c:pt>
                <c:pt idx="4">
                  <c:v>6.0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5.0</c:v>
                </c:pt>
                <c:pt idx="1">
                  <c:v>3.0</c:v>
                </c:pt>
                <c:pt idx="2">
                  <c:v>6.0</c:v>
                </c:pt>
                <c:pt idx="3">
                  <c:v>1.0</c:v>
                </c:pt>
                <c:pt idx="4">
                  <c:v>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2.002,3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1.819,3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1.624,5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1.494,5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-13,1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696,4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546,4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Sabu Raijua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Rote Ndao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152 → 156  (+2,6%)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62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-16,2%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74   Δ -12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-32,4%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74   Δ -24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41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697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-46,7%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 / 9 (22,2%)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-33,3%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44 / 143 (30,8%)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-35,3% | Turun 40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50 / 156 (32,1%)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-33,3% | Turun 45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6 (16,7%)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22 / 57 (38,6%)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-26,7%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24 / 64 (37,5%)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-27,3%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15 / 56 (26,8%)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-37,5% | Turun 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18 / 60 (30,0%)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 / 30 (23,3%)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 / 32 (25,0%)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-46,7%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-25,8%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-48,0%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-28,9%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143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40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4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156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45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57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64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30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32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82549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2.418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5.049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9.986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24,2%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392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167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62 | MoM -16,2%
PS: 50 | MoM -32,4%
• Junior
  RE: 53 | Active 37,1% | MoM -20,9%
  PS: 44 | Active 30,8% | MoM -34,3%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5 | Active 55,6% | MoM +66,7%
  PS: 2 | Active 22,2% | MoM -33,3%
• Junior Plus
  RE: 4 | Active 100,0% | MoM 0,0%
  PS: 4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Atambua: PS 0,0%, Gap 0
• Grapari Baa Rote: PS 0,0%, Gap 0
• Grapari Kefamenanu: PS +100,0%, Gap 1
• Grapari Kupang: PS -66,7%, Gap 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Malaka: PS -100,0%, Gap -1
• Grapari Soe: PS +100,0%, Gap 1
• Grapari Waikabubak: PS +100,0%, Gap 1
• Grapari Waingapu: PS -50,0%, Gap -1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Sumba: RE -22 (-44,0%), PS -16 (-39,0%)
• Kupang Rote: RE 3 (+4,5%), PS -15 (-22,7%)
• Malaka Timtim Belu: RE -20 (-32,3%), PS -14 (-30,4%)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Sumba: RE 1 (+100,0%), PS -2 (-100,0%)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850,0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MELSI ORIANA TAELA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SPEMA28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FELIKS VENTIANUS MARIO JEMA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SPVEN05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SPLFS12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SPIEE10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YOLANDA SUBAN LEYN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SPUYL51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HENDRIK YAKOBIS ZACHARYA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SPHYZ89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OKTAVIANUS SERAN LUAN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SPEKA14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Cornelis Desanto Karo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COR5804367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FANCE AFI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FAN5911104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YUSUF MARIO BENNY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SPBNE43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MELSI ORIANA TAELA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SPEMA28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JEVRIANUS DIMA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SPEIA79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YUSUF MARIO BENNY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SPBNE43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VONNY MIRNAWATY RISSI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SPWSI90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Fanderio l laure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FAN5086386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YOLANDA SUBAN LEYN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SPUYL51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FIRDA JAITUN SABRI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SPTUN00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FELIKS VENTIANUS MARIO JEMA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SPVEN05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JEPRIANUS MUJI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SPUUE13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FANCE AFI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FAN5911104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Oct 2026 vs MTD-1 01–05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JEPRIANUS MUJI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SPUUE13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MISION NARIS POIK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MIS1468588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YUNESTI DIMA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SPNUT73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ZELA TRIANINGSIH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ZEL9504682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ZEFERINO DOS REIS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ZEF3712155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MARLIN DA SILVA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SPRLN81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YAKOB MONI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SPNOM19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Mulyandry malaikosa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MUL6427400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RYANTO AHMAD CHAHYADI YAMIN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RYA4882696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RANGGA BELA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SPLAA32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Cornelis Desanto Karo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COR5804367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MISION NARIS POIK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MIS1468588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YUNESTI DIMA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SPNUT73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JILDER FINA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SPXXJF19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ZELA TRIANINGSIH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ZEL9504682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FINDRASARI Y. WILA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SPFIN88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ZEFERINO DOS REIS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ZEF3712155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Anita Welmince ukat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ANI1534039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NORMA NATALIA AMALO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NOR8152023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MARLIN DA SILVA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SPRLN81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KUPANG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Branch C3MR 24.93%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694944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95.83% | Gap -70.90 pp | M-1 28.89%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747"/>
                <a:gridCol w="763658"/>
                <a:gridCol w="763658"/>
                <a:gridCol w="822401"/>
                <a:gridCol w="1233602"/>
                <a:gridCol w="1233602"/>
                <a:gridCol w="845899"/>
                <a:gridCol w="845899"/>
                <a:gridCol w="845899"/>
                <a:gridCol w="963385"/>
                <a:gridCol w="1116116"/>
              </a:tblGrid>
              <a:tr h="50520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WOK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26.827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7.246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27.01%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Rp8.61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Rp2.40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31.91%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27.84%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-67.99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Rp330.594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12.516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2.375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18.98%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Rp3.86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Rp760.9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23.63%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19.70%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-76.13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Rp320.397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9.251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2.115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22.86%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Rp2.97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Rp692.7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26.88%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23.31%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-72.52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Rp327.529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LOS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4507992"/>
          <a:ext cx="55778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503"/>
                <a:gridCol w="1138334"/>
                <a:gridCol w="1366001"/>
              </a:tblGrid>
              <a:tr h="19594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42.53%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-10.60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27.61%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-1.04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20.49%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-3.67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21.29%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-2.06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19.02%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-3.13 pp</a:t>
                      </a:r>
                    </a:p>
                  </a:txBody>
                  <a:tcPr/>
                </a:tc>
              </a:tr>
              <a:tr h="19594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27.04%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-4.54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CAPS Performance — KUPANG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19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14 | MoM +35.7%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39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-20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+5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508760"/>
          <a:ext cx="1154887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KUPANG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611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931920"/>
          <a:ext cx="1154887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874"/>
                <a:gridCol w="2242499"/>
                <a:gridCol w="2242499"/>
                <a:gridCol w="2242499"/>
                <a:gridCol w="2242499"/>
              </a:tblGrid>
              <a:tr h="77724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KUPANG ROTE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MALAKA TIMTIM BELU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17 / +70.0%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 / +42.9%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 / +66.7%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