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-24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41   Δ -41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697   Δ -697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 / 143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156 (32,1%)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62 | MoM -16,2%
PS: 50 | MoM -32,4%
• Junior
  RE: 53 | Active 37,1% | MoM -20,9%
  PS: 44 | Active 30,8% | MoM -34,3%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+66,7%
  PS: 2 | Active 22,2% | MoM -33,3%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+100,0%, Gap 1
• Grapari Kupang: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+100,0%,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-22 (-44,0%), PS -16 (-39,0%)
• Kupang Rote: RE 3 (+4,5%), PS -15 (-22,7%)
• Malaka Timtim Belu: RE -20 (-32,3%), PS -14 (-30,4%)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(+100,0%),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RYA4882696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RYA4882696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