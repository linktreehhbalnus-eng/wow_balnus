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  <c:pt idx="7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  <c:pt idx="7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  <c:pt idx="7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  <c:pt idx="7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73   Δ 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65   Δ 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30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730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49 / 129 (38,0%)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-7,5%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 / 143 (42,7%)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-7,6%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45 (31,1%)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50 (38,0%)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21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23 (43,5%)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63 (41,3%)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70 (45,7%)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13 (7,7%)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129 (0,8%)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143 (1,4%)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45 (2,2%)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50 (2,0%)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23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70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67 | MoM -8,2%
PS: 61 | MoM -6,2%
• Junior
  RE: 55 | Active 42,6% | MoM -6,8%
  PS: 49 | Active 38,0% | MoM -5,8%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-7,7%
  PS: 12 | Active 92,3%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+300,0%, Gap 3
• Grapari Ende: PS 0,0%, Gap 0
• Grapari Kalabahi: PS -14,3%, Gap -1
• Grapari Labuan Bajo: PS -50,0%,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+20,0%, Gap 1
• Grapari Ruteng: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-11 (-15,1%), PS -15 (-28,3%)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-4 (-40,0%), PS -4 (-80,0%)
• Flores Timur: RE -4 (-80,0%),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(+200,0%), PS -1 (-100,0%)
• Flores Timur: RE -1 (-100,0%),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YOH6284952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AGUSTINO OSWALDUS SUDIN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SPOLS08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FRA3131744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FIRMUS YURIUS SUNI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FIR5719098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MAR7897934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YES1480927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