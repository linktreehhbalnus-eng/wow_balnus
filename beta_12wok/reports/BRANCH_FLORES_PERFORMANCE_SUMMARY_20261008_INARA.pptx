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45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50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63 (41,3%)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70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67 | MoM -8,2%
PS: 61 | MoM -6,2%
• Junior
  RE: 55 | Active 42,6% | MoM -6,8%
  PS: 49 | Active 38,0% | MoM -5,8%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-7,7%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0,0%, Gap 0
• Grapari Kalabahi: PS -14,3%, Gap -1
• Grapari Labuan Bajo: PS -50,0%,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+20,0%, Gap 1
• Grapari Ruteng: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-11 (-15,1%), PS -15 (-28,3%)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(-40,0%), PS -4 (-80,0%)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(+200,0%),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