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01 Oct</c:v>
                </c:pt>
                <c:pt idx="1">
                  <c:v>02 Oct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60.0</c:v>
                </c:pt>
                <c:pt idx="1">
                  <c:v>61.0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01 Oct</c:v>
                </c:pt>
                <c:pt idx="1">
                  <c:v>02 Oct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54.0</c:v>
                </c:pt>
                <c:pt idx="1">
                  <c:v>53.0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4.831,7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3.950,2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2.709,2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110   Δ -18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87   Δ -7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219   Δ 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7.035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6.419   Δ 616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20 (40,0%)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52 / 310 (16,8%)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-17,5%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80 / 351 (22,8%)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-7,0% | Turun 61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+283,3%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310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351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61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710 (21,8%)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1.927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433 (76,1%)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704,4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92 | MoM -16,4%
PS: 80 | MoM -8,0%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63 | Active 20,3% | MoM -19,2%
  PS: 52 | Active 16,8% | MoM -13,3%
• Greenfield
  RE: 10 | Active 50,0% | MoM -16,7%
  PS: 8 | Active 40,0% | MoM +14,3%
• Junior Plus
  RE: 3 | Active 60,0% | MoM -25,0%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-100,0%, Gap -1
• Grapari Gatsu Tengah: PS 0,0%, Gap 0
• Grapari Jimbaran: PS -75,0%, Gap -3
• Grapari Kuta: PS N/A, Gap 2
• Grapari Negara: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+100,0%, Gap 2
• Grapari Singaraja: PS 0,0%, Gap 0
• Grapari Tabanan: PS N/A, Gap 1
• Grapari Ubud: PS -100,0%,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-38 (-38,0%), PS -56 (-57,1%)
• Bali Timur: RE -23 (-43,4%), PS -12 (-33,3%)
• Bali Tengah: RE -4 (-2,8%), PS -10 (-9,1%)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-2 (-33,3%), PS -1 (-33,3%)
• Bali Timur: RE 0 (0,0%),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886,2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 Setyawan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DOD4949153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SPNAR92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HENDRA KARJAYA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SPXYH91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PUTU SETIASIH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SPXSET75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NYOMAN RAKA TRISNAYANTI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SPXRAK75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HANDINI WINARTI SIWO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SPSWT73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EMA8643140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Septian Adiputra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SEP6298129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SHINTIA SRIGANTINY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SPSSG22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BAYU KRISNA ADHYATMA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SPBKA89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SPNAR92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Ignasius paga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IGN7412146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DEWA AGUNG GEDE ADI UTAMA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SPXXYIM7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EMA8643140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ALLAN SUHERLAN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ALL3716833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AYU SUPASTIYANI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NIP1334283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JULIANTARA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SPXXGD91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pebri wirianta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IWA2475863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Reno dhika nur febriansyah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REN8141561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SPVRI72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SRI9155608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pebri wirianta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IWA2475863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37.39%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97.58% | Gap -60.19 pp | M-1 42.77%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Rp270.743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Rp275.691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Rp294.910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-8.17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-5.69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-2.78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-4.34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-5.77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260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M-1 244 | MoM +6.6%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-271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 / +40.0%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150 / +21.0%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-35.4%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