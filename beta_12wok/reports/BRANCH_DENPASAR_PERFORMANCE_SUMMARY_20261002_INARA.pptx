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60.0</c:v>
                </c:pt>
                <c:pt idx="1">
                  <c:v>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54.0</c:v>
                </c:pt>
                <c:pt idx="1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2.231,5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-16,4%
PS: 80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63 | Active 20,3% | MoM -19,2%
  PS: 52 | Active 16,8% | MoM -13,3%
• Greenfield
  RE: 10 | Active 50,0% | MoM -16,7%
  PS: 8 | Active 40,0% | MoM +14,3%
• Junior Plus
  RE: 3 | Active 60,0% | MoM -25,0%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0,0%, Gap 0
• Grapari Jimbaran: PS -75,0%, Gap -3
• Grapari Kuta: PS N/A,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2
• Grapari Singaraja: PS 0,0%, Gap 0
• Grapari Tabanan: PS N/A, Gap 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Bali Tengah 2: RE -18 (-23,4%), PS -10 (-17,2%)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 (-44,4%),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1 (+50,0%), PS -1 (-100,0%)
• Bali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SPXSET75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SPXRAK75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JULIANTARA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SPVRI72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