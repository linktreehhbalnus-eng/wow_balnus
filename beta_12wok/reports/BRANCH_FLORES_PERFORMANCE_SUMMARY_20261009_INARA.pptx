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45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50 (44,0%)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63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70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45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50 (6,0%)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68 | MoM -13,9%
PS: 65 | MoM -7,1%
• Junior
  RE: 55 | Active 42,6% | MoM -15,4%
  PS: 53 | Active 41,1% | MoM -5,4%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12 | Active 92,3% | MoM -7,7%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+14,3%, Gap 2
• Grapari Kalabahi: PS +28,6%, Gap 2
• Grapari Labuan Bajo: PS -33,3%,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+40,0%, Gap 2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-22 (-25,9%), PS -11 (-18,0%)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(-36,4%), PS -3 (-60,0%)
• Flores Timur: RE -3 (-60,0%),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(+200,0%),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Oct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