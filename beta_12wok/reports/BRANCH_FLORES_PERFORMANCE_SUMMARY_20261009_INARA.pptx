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  <c:pt idx="6">
                  <c:v>30.0</c:v>
                </c:pt>
                <c:pt idx="7">
                  <c:v>30.0</c:v>
                </c:pt>
                <c:pt idx="8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  <c:pt idx="6">
                  <c:v>2.0</c:v>
                </c:pt>
                <c:pt idx="7">
                  <c:v>4.0</c:v>
                </c:pt>
                <c:pt idx="8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  <c:pt idx="6">
                  <c:v>14.0</c:v>
                </c:pt>
                <c:pt idx="7">
                  <c:v>13.0</c:v>
                </c:pt>
                <c:pt idx="8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  <c:pt idx="6">
                  <c:v>24.0</c:v>
                </c:pt>
                <c:pt idx="7">
                  <c:v>27.0</c:v>
                </c:pt>
                <c:pt idx="8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4.0</c:v>
                </c:pt>
                <c:pt idx="7">
                  <c:v>4.0</c:v>
                </c:pt>
                <c:pt idx="8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960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-7,7%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 / 129 (41,1%)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-7,0%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 / 143 (45,5%)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45 (37,8%)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50 (44,0%)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21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-30,8%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23 (43,5%)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63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70 (47,1%)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+6,5%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13 (15,4%)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129 (3,9%)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143 (4,9%)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+75,0%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45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50 (6,0%)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70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68 | MoM -13,9%
PS: 65 | MoM -7,1%
• Junior
  RE: 55 | Active 42,6% | MoM -15,4%
  PS: 53 | Active 41,1% | MoM -5,4%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12 | Active 92,3% | MoM -7,7%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+300,0%, Gap 3
• Grapari Ende: PS +14,3%, Gap 2
• Grapari Kalabahi: PS +28,6%, Gap 2
• Grapari Labuan Bajo: PS -33,3%,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-50,0%, Gap -1
• Grapari Maumere: PS +40,0%, Gap 2
• Grapari Ruteng: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-22 (-25,9%), PS -11 (-18,0%)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-4 (-36,4%), PS -3 (-60,0%)
• Flores Timur: RE -3 (-60,0%),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0 (0,0%), PS -2 (-100,0%)
• Ende Sikka: RE 2 (+200,0%),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SPDUA96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MAR7897934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FIRMUS YURIUS SUNI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FIR5719098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MAR7897934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