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1.543,5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-29,8%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57   Δ -17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-33,3%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57   Δ -19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31   Δ -31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379   Δ -379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-66,7%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33 / 143 (23,1%)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-35,3%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38 / 156 (24,4%)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-34,5%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40 | MoM -29,8%
PS: 38 | MoM -33,3%
• Junior
  RE: 34 | Active 23,8% | MoM -32,0%
  PS: 33 | Active 23,1% | MoM -34,0%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2 | Active 22,2% | MoM -33,3%
  PS: 1 | Active 11,1% | MoM -66,7%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N/A, Gap 1
• Grapari Kefamenanu: PS +100,0%, Gap 1
• Grapari Kupang: PS -50,0%, Gap -1
• Grapari Malaka: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Soe: PS N/A, Gap 1
• Grapari Waikabubak: PS N/A, Gap 1
• Grapari Waingapu: PS -50,0%,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-27 (-62,8%), PS -15 (-46,9%)
• Kupang Rote: RE 2 (+5,0%), PS -13 (-30,2%)
• Sumba: RE -14 (-45,2%), PS -9 (-34,6%)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1 (N/A),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SPNII66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SPNII66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SPFEE84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SPFEE84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