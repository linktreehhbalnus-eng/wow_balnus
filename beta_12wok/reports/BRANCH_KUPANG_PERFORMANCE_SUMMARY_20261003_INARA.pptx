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23.0</c:v>
                </c:pt>
                <c:pt idx="1">
                  <c:v>22.0</c:v>
                </c:pt>
                <c:pt idx="2">
                  <c:v>16.0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19.0</c:v>
                </c:pt>
                <c:pt idx="1">
                  <c:v>16.0</c:v>
                </c:pt>
                <c:pt idx="2">
                  <c:v>16.0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2.002,3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1.900,3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1.624,5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1.543,5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-6,7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867,9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719,4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710,6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Sabu Raijua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Selatan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152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40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-31,0%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58   Δ -18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38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-34,5%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58   Δ -20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+5,7%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88   Δ 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2.606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-26,4%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3.542   Δ -936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SF/DJP Level Branch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0040" y="2505456"/>
            <a:ext cx="11548872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2679192"/>
            <a:ext cx="111556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0" i="0">
                <a:solidFill>
                  <a:srgbClr val="20252B"/>
                </a:solidFill>
                <a:latin typeface="Arial"/>
              </a:rPr>
              <a:t>Detail WOK SF tidak ditampilkan pada PPT selama ownership 12 WOK masih dalam masa transisi.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" y="3383280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20040" y="3657600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320040" y="5111496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 / 9 (11,1%)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-66,7%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33 / 139 (23,7%)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-36,5% | Turun 33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38 / 152 (25,0%)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-35,6% | Turun 39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-33,3%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-31,2%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-57,1%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-36,6%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139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4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152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39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SF Class pada PPT Branch ditampilkan pada level Branch sampai ownership 12 WOK resmi tersedia.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Trend SF ditampilkan pada level Branch selama masa transisi ownership 12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2.418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5.049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9.986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392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105 (26,8%)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513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167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131 (78,4%)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540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+234,6%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40 | MoM -31,0%
PS: 38 | MoM -34,5%
• Junior
  RE: 34 | Active 24,5% | MoM -33,3%
  PS: 33 | Active 23,7% | MoM -35,3%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2 | Active 22,2% | MoM -33,3%
  PS: 1 | Active 11,1% | MoM -66,7%
• Junior Plus
  RE: 4 | Active 100,0% | MoM 0,0%
  PS: 4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Atambua: PS N/A, Gap 1
• Grapari Kefamenanu: PS +100,0%, Gap 1
• Grapari Kupang: PS -50,0%, Gap -1
• Grapari Malaka: PS -100,0%, Gap 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Soe: PS N/A, Gap 1
• Grapari Waikabubak: PS N/A, Gap 1
• Grapari Waingapu: PS -50,0%, Gap -1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Malaka Timtim Belu: RE -27 (-62,8%), PS -15 (-46,9%)
• Kupang Rote: RE 2 (+5,0%), PS -13 (-30,2%)
• Sumba: RE -14 (-45,2%), PS -9 (-34,6%)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Sumba: RE 1 (N/A), PS -1 (-100,0%)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720,0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MELSI ORIANA TAELA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MIRANDA DODO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SPXXMD19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JULIAN RUDYBEL LAPEBESI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SPXRYN88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YOLANDA SUBAN LEYN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SPUYL51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VONNY MIRNAWATY RISSI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SPWSI90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YUSUF MARIO BENNY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SPBNE43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HARMAN NDAJANG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SPSKU99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Joehanis Daniel Steven Pah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JOE4357109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DEDI FILIPUS FAY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SPLIS04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MELSI ORIANA TAELA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SPEMA28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YUSUF MARIO BENNY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SPBNE43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MIRANDA DODO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SPXXMD19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VONNY MIRNAWATY RISSI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SPWSI90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FANCE AFI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FAN5911104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HARMAN NDAJANG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SPSKU99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Joehanis Daniel Steven Pah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JOE4357109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YOLANDA SUBAN LEYN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SPUYL51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JEVRIANUS DIMA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SPEIA79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Dian Bonita Ndaomanu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DIA6573568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01–03 Oct 2026 vs MTD-1 01–03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JEPRIANUS MUJI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SPUUE13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JEVRIANUS DIMA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SPEIA79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Mulyandry malaikosa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MUL6427400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MISION NARIS POIK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MIS1468588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ZEFERINO DOS REIS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ZEF3712155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Christin Natalia Banunaek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CHR3429486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FINDRASARI Y. WILA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SPFIN88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ZELA TRIANINGSIH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ZEL9504682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Christin eliafnir costa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CHR2660088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HENDRIK YAKOBIS ZACHARYA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SPHYZ89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FITRI YUSINTA ELIK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SPLFS12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Anita Welmince ukat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ANI1534039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MISION NARIS POIK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MIS1468588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ZEFERINO DOS REIS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ZEF3712155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Christin Natalia Banunaek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CHR3429486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FINDRASARI Y. WILA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SPFIN88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ZELA TRIANINGSIH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ZEL9504682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Christin eliafnir costa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CHR2660088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JACOB BESSIE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SPCJO63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HENDRIK YAKOBIS ZACHARYA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SPHYZ89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