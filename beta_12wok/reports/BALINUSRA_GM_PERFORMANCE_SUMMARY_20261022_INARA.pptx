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09/10</c:v>
                </c:pt>
                <c:pt idx="1">
                  <c:v>10/10</c:v>
                </c:pt>
                <c:pt idx="2">
                  <c:v>11/10</c:v>
                </c:pt>
                <c:pt idx="3">
                  <c:v>12/10</c:v>
                </c:pt>
                <c:pt idx="4">
                  <c:v>13/10</c:v>
                </c:pt>
                <c:pt idx="5">
                  <c:v>14/10</c:v>
                </c:pt>
                <c:pt idx="6">
                  <c:v>15/10</c:v>
                </c:pt>
                <c:pt idx="7">
                  <c:v>16/10</c:v>
                </c:pt>
                <c:pt idx="8">
                  <c:v>17/10</c:v>
                </c:pt>
                <c:pt idx="9">
                  <c:v>18/10</c:v>
                </c:pt>
                <c:pt idx="10">
                  <c:v>19/10</c:v>
                </c:pt>
                <c:pt idx="11">
                  <c:v>20/10</c:v>
                </c:pt>
                <c:pt idx="12">
                  <c:v>21/10</c:v>
                </c:pt>
                <c:pt idx="13">
                  <c:v>22/10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225.0</c:v>
                </c:pt>
                <c:pt idx="1">
                  <c:v>231.0</c:v>
                </c:pt>
                <c:pt idx="2">
                  <c:v>159.0</c:v>
                </c:pt>
                <c:pt idx="3">
                  <c:v>287.0</c:v>
                </c:pt>
                <c:pt idx="4">
                  <c:v>276.0</c:v>
                </c:pt>
                <c:pt idx="5">
                  <c:v>273.0</c:v>
                </c:pt>
                <c:pt idx="6">
                  <c:v>281.0</c:v>
                </c:pt>
                <c:pt idx="7">
                  <c:v>283.0</c:v>
                </c:pt>
                <c:pt idx="8">
                  <c:v>216.0</c:v>
                </c:pt>
                <c:pt idx="9">
                  <c:v>206.0</c:v>
                </c:pt>
                <c:pt idx="10">
                  <c:v>321.0</c:v>
                </c:pt>
                <c:pt idx="11">
                  <c:v>341.0</c:v>
                </c:pt>
                <c:pt idx="12">
                  <c:v>273.0</c:v>
                </c:pt>
                <c:pt idx="13">
                  <c:v>296.0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09/10</c:v>
                </c:pt>
                <c:pt idx="1">
                  <c:v>10/10</c:v>
                </c:pt>
                <c:pt idx="2">
                  <c:v>11/10</c:v>
                </c:pt>
                <c:pt idx="3">
                  <c:v>12/10</c:v>
                </c:pt>
                <c:pt idx="4">
                  <c:v>13/10</c:v>
                </c:pt>
                <c:pt idx="5">
                  <c:v>14/10</c:v>
                </c:pt>
                <c:pt idx="6">
                  <c:v>15/10</c:v>
                </c:pt>
                <c:pt idx="7">
                  <c:v>16/10</c:v>
                </c:pt>
                <c:pt idx="8">
                  <c:v>17/10</c:v>
                </c:pt>
                <c:pt idx="9">
                  <c:v>18/10</c:v>
                </c:pt>
                <c:pt idx="10">
                  <c:v>19/10</c:v>
                </c:pt>
                <c:pt idx="11">
                  <c:v>20/10</c:v>
                </c:pt>
                <c:pt idx="12">
                  <c:v>21/10</c:v>
                </c:pt>
                <c:pt idx="13">
                  <c:v>22/10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238.0</c:v>
                </c:pt>
                <c:pt idx="1">
                  <c:v>184.0</c:v>
                </c:pt>
                <c:pt idx="2">
                  <c:v>121.0</c:v>
                </c:pt>
                <c:pt idx="3">
                  <c:v>206.0</c:v>
                </c:pt>
                <c:pt idx="4">
                  <c:v>225.0</c:v>
                </c:pt>
                <c:pt idx="5">
                  <c:v>212.0</c:v>
                </c:pt>
                <c:pt idx="6">
                  <c:v>206.0</c:v>
                </c:pt>
                <c:pt idx="7">
                  <c:v>212.0</c:v>
                </c:pt>
                <c:pt idx="8">
                  <c:v>190.0</c:v>
                </c:pt>
                <c:pt idx="9">
                  <c:v>146.0</c:v>
                </c:pt>
                <c:pt idx="10">
                  <c:v>256.0</c:v>
                </c:pt>
                <c:pt idx="11">
                  <c:v>261.0</c:v>
                </c:pt>
                <c:pt idx="12">
                  <c:v>249.0</c:v>
                </c:pt>
                <c:pt idx="13">
                  <c:v>219.0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-11,0% &amp; PS -12,0% MoM — Achievement Mencapai 52,4% (RE) / 50,6%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(+0,7%), Denpasar Terdalam (-21,6%)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51,9%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(+13,6%), Flores Timur Terdalam (-35,6%)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(+39), Manggarai Tumbuh Tertinggi (+28,3%)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+120, Bottom 5 -509, dan perubahan PS regional -638.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(-5,8%), TSEL One &gt;30 Mbps Turun Terdalam (-25,9%)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-8,8%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5.724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Okt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 / 337 (40,9%)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 / 378 (46,8%)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 / 137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151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 / 151 (68,9%)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164 (70,7%)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 / 227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 / 253 (66,4%)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449 / 852 (52,7%)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-10,6% | Turun 270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538 / 965 (55,8%)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 | Turun 329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1.618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2.634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4.098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337 (6,8%)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378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151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164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227 (14,5%)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253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58 (31,0%)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852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 | Turun 270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137 / 965 (14,2%)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329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Okt 2026 vs MTD-1 01–22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Okt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4.692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Okt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Okt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6.742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5.330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4.692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5.705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4.098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554 | MoM -8,7%
PS: 536 | MoM -8,8%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468 | Active 54,9% | MoM -9,5%
  PS: 449 | Active 52,7% | MoM -10,0%
• Greenfield
  RE: 52 | Active 89,7% | MoM -5,5%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-37,3%, Gap -31
• Flores: PS +1,0%, Gap +1
• Kupang: PS -20,5%, Gap -8
• Mataram: PS -16,3%,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Larantuka (Flores): -62,5%, Gap -5
• Grapari Sumbawa (Mataram): -55,6%, Gap -5
• Grapari Renon (Denpasar): -54,8%, Gap -17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-239 (-31,0%), PS -252 (-37,1%)
• Bali Tengah: RE -183 (-14,3%), PS -170 (-15,6%)
• Lombok: RE -98 (-10,2%), PS -62 (-8,1%)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-7 (-17,5%), PS -10 (-45,5%)
• Sumbawa Barat: RE -10 (-45,5%), PS -9 (-64,3%)
• Bali Tengah: RE -7 (-5,3%), PS -7 (-7,1%)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+3 (+21,4%), PS -4 (-40,0%)
• Ende Sikka: RE +1 (+25,0%), PS -3 (-75,0%)
• Flores Timur: RE 0 (0,0%),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Manggarai: RE -2 (-66,7%), PS -3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83.72%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86.39% | MoM -2.66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-13.49 pp | Rp-14.43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82.88%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85.52% | MoM -2.65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Rp89.59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Rp91.96 M | MoM -2.6%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Rp50.07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75.10%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73.28%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73.41%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Rp11.57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Rp-3.23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80.74%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Rp20.28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85.94%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89.82%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Rp28.39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Rp11.99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77.31%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-19.39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Rp-768.5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-13.41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68.34%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Rp-606.9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77.55%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69.63%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67.93%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76.15%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-20.55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72.97%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Rp-643.6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82.44%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Rp11.51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-17.10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Rp-814.9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74.74%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73.01%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Rp4.95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-22.71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Rp-1.50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83.72%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-2.66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88.39% / -1.72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90.01%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89.13% / -0.51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84.16%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87.91% / 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79.09% / -1.73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81.23% / -2.55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76.63% / -0.85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72.09% / -1.02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80.58% / -2.37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72.17% / -4.91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76.22% / -4.92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63.95% / -7.16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64.16% / -6.31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75.84% / -3.04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74.85% / -4.12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81.35% / -4.51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66.47% / -6.39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66.84% / -6.24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74.00% / -0.71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76.08% / -4.73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83.06% / -4.27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67.15% / -6.32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67.18% / -7.41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72.86% / -3.17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87.29% / -1.95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91.66% / -1.54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79.56% / -3.40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79.26% / -4.04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83.87% / -1.21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518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M-1 495 | MoM +4.6%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86 / +8.9%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67 / +17.5%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16 / +0.0%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421 / +1.4%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341 / 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 / -3.4%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22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103,176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58.9%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72,055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88.7%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65.4%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69.2%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56.8%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58.9%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68.2%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55.9%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58.8%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53.7%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47.8%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51.6%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56.2%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49.3%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54.0%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44.6%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43.2%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45.3%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48.0%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43.2%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55.1%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45.6%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50.5%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43.8%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57.0%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49.4%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43.2%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45.7%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40.7%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