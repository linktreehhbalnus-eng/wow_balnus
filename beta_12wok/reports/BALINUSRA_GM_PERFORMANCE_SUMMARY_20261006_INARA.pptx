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23/09</c:v>
                </c:pt>
                <c:pt idx="1">
                  <c:v>24/09</c:v>
                </c:pt>
                <c:pt idx="2">
                  <c:v>25/09</c:v>
                </c:pt>
                <c:pt idx="3">
                  <c:v>26/09</c:v>
                </c:pt>
                <c:pt idx="4">
                  <c:v>27/09</c:v>
                </c:pt>
                <c:pt idx="5">
                  <c:v>28/09</c:v>
                </c:pt>
                <c:pt idx="6">
                  <c:v>29/09</c:v>
                </c:pt>
                <c:pt idx="7">
                  <c:v>30/09</c:v>
                </c:pt>
                <c:pt idx="8">
                  <c:v>01/10</c:v>
                </c:pt>
                <c:pt idx="9">
                  <c:v>02/10</c:v>
                </c:pt>
                <c:pt idx="10">
                  <c:v>03/10</c:v>
                </c:pt>
                <c:pt idx="11">
                  <c:v>04/10</c:v>
                </c:pt>
                <c:pt idx="12">
                  <c:v>05/10</c:v>
                </c:pt>
                <c:pt idx="13">
                  <c:v>06/10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299.0</c:v>
                </c:pt>
                <c:pt idx="1">
                  <c:v>309.0</c:v>
                </c:pt>
                <c:pt idx="2">
                  <c:v>303.0</c:v>
                </c:pt>
                <c:pt idx="3">
                  <c:v>248.0</c:v>
                </c:pt>
                <c:pt idx="4">
                  <c:v>150.0</c:v>
                </c:pt>
                <c:pt idx="5">
                  <c:v>315.0</c:v>
                </c:pt>
                <c:pt idx="6">
                  <c:v>321.0</c:v>
                </c:pt>
                <c:pt idx="7">
                  <c:v>271.0</c:v>
                </c:pt>
                <c:pt idx="8">
                  <c:v>352.0</c:v>
                </c:pt>
                <c:pt idx="9">
                  <c:v>332.0</c:v>
                </c:pt>
                <c:pt idx="10">
                  <c:v>257.0</c:v>
                </c:pt>
                <c:pt idx="11">
                  <c:v>184.0</c:v>
                </c:pt>
                <c:pt idx="12">
                  <c:v>335.0</c:v>
                </c:pt>
                <c:pt idx="13">
                  <c:v>304.0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23/09</c:v>
                </c:pt>
                <c:pt idx="1">
                  <c:v>24/09</c:v>
                </c:pt>
                <c:pt idx="2">
                  <c:v>25/09</c:v>
                </c:pt>
                <c:pt idx="3">
                  <c:v>26/09</c:v>
                </c:pt>
                <c:pt idx="4">
                  <c:v>27/09</c:v>
                </c:pt>
                <c:pt idx="5">
                  <c:v>28/09</c:v>
                </c:pt>
                <c:pt idx="6">
                  <c:v>29/09</c:v>
                </c:pt>
                <c:pt idx="7">
                  <c:v>30/09</c:v>
                </c:pt>
                <c:pt idx="8">
                  <c:v>01/10</c:v>
                </c:pt>
                <c:pt idx="9">
                  <c:v>02/10</c:v>
                </c:pt>
                <c:pt idx="10">
                  <c:v>03/10</c:v>
                </c:pt>
                <c:pt idx="11">
                  <c:v>04/10</c:v>
                </c:pt>
                <c:pt idx="12">
                  <c:v>05/10</c:v>
                </c:pt>
                <c:pt idx="13">
                  <c:v>06/10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247.0</c:v>
                </c:pt>
                <c:pt idx="1">
                  <c:v>254.0</c:v>
                </c:pt>
                <c:pt idx="2">
                  <c:v>239.0</c:v>
                </c:pt>
                <c:pt idx="3">
                  <c:v>173.0</c:v>
                </c:pt>
                <c:pt idx="4">
                  <c:v>131.0</c:v>
                </c:pt>
                <c:pt idx="5">
                  <c:v>241.0</c:v>
                </c:pt>
                <c:pt idx="6">
                  <c:v>240.0</c:v>
                </c:pt>
                <c:pt idx="7">
                  <c:v>239.0</c:v>
                </c:pt>
                <c:pt idx="8">
                  <c:v>238.0</c:v>
                </c:pt>
                <c:pt idx="9">
                  <c:v>225.0</c:v>
                </c:pt>
                <c:pt idx="10">
                  <c:v>205.0</c:v>
                </c:pt>
                <c:pt idx="11">
                  <c:v>154.0</c:v>
                </c:pt>
                <c:pt idx="12">
                  <c:v>237.0</c:v>
                </c:pt>
                <c:pt idx="13">
                  <c:v>221.0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-7,2% &amp; PS -12,0% MoM — Achievement Mencapai 15,0% (RE) / 13,5%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6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01–06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(+0,5%), Denpasar Terdalam (-19,2%)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+0,5%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-6,9%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-8,9%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15,8%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(+15,9%), Bali Barat Terdalam (-49,0%)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Kota Denpasar Penyumbang PS Absolut Terbesar (+12), Karang Asem Tumbuh Tertinggi (+66,7%)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+40, Bottom 5 -169, dan perubahan PS regional -175.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(+2,8%), TSEL One ≤30 Mbps Turun Terdalam (-23,6%)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-4,0%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 / 306 (29,1%)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347 (35,4%)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-4,7%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129 (32,6%)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143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143 (38,5%)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-19,1%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156 (40,4%)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95 / 210 (45,2%)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+9,2%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 / 237 (48,9%)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 / 58 (69,0%)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+2,6%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281 / 788 (35,7%)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 | Turun 175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356 / 901 (39,5%)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-4,6%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347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58 (3,4%)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901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Novi Rohmatul hazijah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USAMAH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Septian Adiputra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Anmisa putrianingsih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MAWAYANA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YUSUF MARIO BENNY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JEVRIANUS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Fanny Aulia Andita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Minhaq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YUNESTI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1.901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1.764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1.455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286,3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1.608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242,0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390 | MoM -5,6%
PS: 356 | MoM -4,0%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314 | Active 39,8% | MoM -6,5%
  PS: 281 | Active 35,7% | MoM -5,1%
• Greenfield
  RE: 41 | Active 70,7% | MoM 0,0%
  PS: 40 | Active 69,0% | MoM +2,6%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-23,1%, Gap -6
• Flores: PS +15,4%, Gap +4
• Kupang: PS 0,0%, Gap 0
• Mataram: PS -37,5%,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Singaraja (Denpasar): -100,0%, Gap -1
• Grapari Malaka (Kupang): -100,0%, Gap -1
• Grapari Mataram (Mataram): -81,2%, Gap -13
• Grapari Tabanan (Denpasar): -66,7%, Gap -2
• Grapari Ubud (Denpasar): -66,7%,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-101 (-38,1%), PS -117 (-51,3%)
• Bali Timur: RE -23 (-18,3%), PS -22 (-23,2%)
• Lombok: RE -23 (-9,4%), PS -15 (-8,5%)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0 (0,0%), PS -3 (-100,0%)
• Lombok: RE 0 (0,0%), PS -2 (-18,2%)
• Sumba: RE +1 (+100,0%), PS -2 (-100,0%)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(-15,4%), PS -4 (-44,4%)
• Sumbawa Timur: RE -6 (-100,0%), PS -2 (-40,0%)
• Bali Timur: RE +1 (+25,0%), PS -1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0 (0,0%), PS -1 (-100,0%)
• Bali Timur: RE -1 (-100,0%), PS -1 (-100,0%)
• Manggarai: RE 0 (0,0%),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