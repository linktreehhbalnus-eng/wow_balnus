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140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113   Δ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128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145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145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126 | MoM -10,0%
PS: 127 | MoM +12,4%
• Performer
  RE: 1 | Active 100,0% | MoM 0,0%
  PS: 1 | Active 100,0% | MoM 0,0%
• Junior
  RE: 103 | Active 49,0% | MoM -12,7%
  PS: 105 | Active 50,0%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+9,1%
  PS: 11 | Active 68,8% | MoM +22,2%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-61,5%, Gap -8
• Grapari Dompu: PS +100,0%,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-76,5%, Gap -13
• Grapari Sumbawa: PS -50,0%, Gap -2
• Grapari Taliwang: PS N/A,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-33 (-11,2%), PS -21 (-9,1%)
• Sumbawa Barat: RE -34 (-34,7%), PS -2 (-3,9%)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-4 (-66,7%)
• Lombok: RE 3 (+16,7%), PS -3 (-23,1%)
• Sumbawa Barat: RE -3 (-50,0%),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-8 (-100,0%),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AGU1967415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NURDIANTO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SPDDN14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