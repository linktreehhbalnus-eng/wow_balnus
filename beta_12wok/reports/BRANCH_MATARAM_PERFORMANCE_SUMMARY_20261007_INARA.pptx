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  <c:pt idx="4">
                  <c:v>43.0</c:v>
                </c:pt>
                <c:pt idx="5">
                  <c:v>48.0</c:v>
                </c:pt>
                <c:pt idx="6">
                  <c:v>50.0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25.0</c:v>
                </c:pt>
                <c:pt idx="1">
                  <c:v>30.0</c:v>
                </c:pt>
                <c:pt idx="2">
                  <c:v>20.0</c:v>
                </c:pt>
                <c:pt idx="3">
                  <c:v>14.0</c:v>
                </c:pt>
                <c:pt idx="4">
                  <c:v>25.0</c:v>
                </c:pt>
                <c:pt idx="5">
                  <c:v>26.0</c:v>
                </c:pt>
                <c:pt idx="6">
                  <c:v>23.0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6.0</c:v>
                </c:pt>
                <c:pt idx="1">
                  <c:v>7.0</c:v>
                </c:pt>
                <c:pt idx="2">
                  <c:v>5.0</c:v>
                </c:pt>
                <c:pt idx="3">
                  <c:v>2.0</c:v>
                </c:pt>
                <c:pt idx="4">
                  <c:v>9.0</c:v>
                </c:pt>
                <c:pt idx="5">
                  <c:v>5.0</c:v>
                </c:pt>
                <c:pt idx="6">
                  <c:v>9.0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17.0</c:v>
                </c:pt>
                <c:pt idx="1">
                  <c:v>17.0</c:v>
                </c:pt>
                <c:pt idx="2">
                  <c:v>15.0</c:v>
                </c:pt>
                <c:pt idx="3">
                  <c:v>12.0</c:v>
                </c:pt>
                <c:pt idx="4">
                  <c:v>9.0</c:v>
                </c:pt>
                <c:pt idx="5">
                  <c:v>17.0</c:v>
                </c:pt>
                <c:pt idx="6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  <c:pt idx="4">
                  <c:v>42.0</c:v>
                </c:pt>
                <c:pt idx="5">
                  <c:v>27.0</c:v>
                </c:pt>
                <c:pt idx="6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29.0</c:v>
                </c:pt>
                <c:pt idx="1">
                  <c:v>23.0</c:v>
                </c:pt>
                <c:pt idx="2">
                  <c:v>22.0</c:v>
                </c:pt>
                <c:pt idx="3">
                  <c:v>18.0</c:v>
                </c:pt>
                <c:pt idx="4">
                  <c:v>17.0</c:v>
                </c:pt>
                <c:pt idx="5">
                  <c:v>14.0</c:v>
                </c:pt>
                <c:pt idx="6">
                  <c:v>30.0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4.0</c:v>
                </c:pt>
                <c:pt idx="1">
                  <c:v>5.0</c:v>
                </c:pt>
                <c:pt idx="2">
                  <c:v>5.0</c:v>
                </c:pt>
                <c:pt idx="3">
                  <c:v>3.0</c:v>
                </c:pt>
                <c:pt idx="4">
                  <c:v>9.0</c:v>
                </c:pt>
                <c:pt idx="5">
                  <c:v>7.0</c:v>
                </c:pt>
                <c:pt idx="6">
                  <c:v>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</c:strCache>
            </c: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15.0</c:v>
                </c:pt>
                <c:pt idx="1">
                  <c:v>19.0</c:v>
                </c:pt>
                <c:pt idx="2">
                  <c:v>9.0</c:v>
                </c:pt>
                <c:pt idx="3">
                  <c:v>9.0</c:v>
                </c:pt>
                <c:pt idx="4">
                  <c:v>16.0</c:v>
                </c:pt>
                <c:pt idx="5">
                  <c:v>6.0</c:v>
                </c:pt>
                <c:pt idx="6">
                  <c:v>18.0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2.453,5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2.019,7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1.023,2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Dompu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240 → 237  (-1,2%)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140   Δ -14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113   Δ 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95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1.565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1.565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+11,8%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 / 16 (68,8%)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+22,2%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105 / 210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+12,9%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127 / 237 (53,6%)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11 (54,5%)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58 / 128 (45,3%)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+11,5%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70 / 145 (48,3%)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35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38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+26,7%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47 (66,0%)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+6,9%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38 / 54 (70,4%)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147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210 (0,5%)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41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10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237 (1,3%)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128 (0,8%)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145 (2,1%)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38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47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54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126 | MoM -10,0%
PS: 127 | MoM +12,4%
• Performer
  RE: 1 | Active 100,0% | MoM 0,0%
  PS: 1 | Active 100,0% | MoM 0,0%
• Junior
  RE: 103 | Active 49,0% | MoM -12,7%
  PS: 105 | Active 50,0% | MoM +12,9%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75,0% | MoM +9,1%
  PS: 11 | Active 68,8% | MoM +22,2%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-61,5%, Gap -8
• Grapari Dompu: PS +100,0%, Gap 3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-76,5%, Gap -13
• Grapari Sumbawa: PS -50,0%, Gap -2
• Grapari Taliwang: PS N/A, Gap 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-32 (-10,9%), PS -21 (-9,1%)
• Sumbawa Barat: RE -34 (-34,7%), PS -2 (-3,9%)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-4 (-30,8%), PS -4 (-66,7%)
• Lombok: RE 3 (+16,7%), PS -3 (-23,1%)
• Sumbawa Barat: RE -3 (-50,0%), PS -3 (-42,9%)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-8 (-100,0%), PS -2 (-40,0%)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SPYYU45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WAHYUDDIN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Mita muliati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MIT4358873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RINGGA JAYA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LAL3976891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DARUSSALAM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BUDIYANSYAH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YULI INDRAYANI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SUR9462371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AL MARUF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Teddy Soeyitno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ADY SYAHRIAL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SPRAH83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LIA MISWAN ANJANI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SPKEMO5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RENI HENDRIANI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 MARLINA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Fanny Aulia Andita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01–07 Oct 2026 vs MTD-1 01–07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Damarbudi prakoso SH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Bian dwi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BIA3488083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SURYA ALAM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USWATUN HASANAH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USW5846733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Yudi arman 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YUD8751940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 TOPAN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ALI9003519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IRGI PIRMANSAH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TAJUDIN NUR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luh puri artini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KETUT PUTRA KARSANA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IKE4509027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 SANDI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ARI2024904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RIZAL HAKIKY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SPXHQQ94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MANGKU YOGISWARA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SPKYA37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Agusman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AGU1967415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ADE NURDIANTO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SPDDN14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