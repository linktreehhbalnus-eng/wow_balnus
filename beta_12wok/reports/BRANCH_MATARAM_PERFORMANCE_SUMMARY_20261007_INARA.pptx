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2.453,5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2.019,7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140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113   Δ 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95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1.565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16 (68,8%)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+22,2%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105 / 210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+12,9%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127 / 237 (53,6%)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+12,4%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11 (54,5%)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 / 128 (45,3%)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+11,5%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 / 145 (48,3%)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35 (45,7%)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38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+26,7%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47 (66,0%)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54 (70,4%)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+11,8%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210 (0,5%)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-66,7%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237 (1,3%)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128 (0,8%)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145 (2,1%)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47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54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126 | MoM -10,0%
PS: 127 | MoM +12,4%
• Performer
  RE: 1 | Active 100,0% | MoM 0,0%
  PS: 1 | Active 100,0% | MoM 0,0%
• Junior
  RE: 103 | Active 49,0% | MoM -12,7%
  PS: 105 | Active 50,0% | MoM +12,9%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+9,1%
  PS: 11 | Active 68,8% | MoM +22,2%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-61,5%, Gap -8
• Grapari Dompu: PS +100,0%, Gap 3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2
• Grapari Mataram: PS -76,5%, Gap -13
• Grapari Sumbawa: PS -50,0%, Gap -2
• Grapari Taliwang: PS N/A, Gap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-33 (-11,2%), PS -21 (-9,1%)
• Sumbawa Barat: RE -34 (-34,7%), PS -2 (-3,9%)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-4 (-30,8%), PS -4 (-66,7%)
• Lombok: RE 3 (+16,7%), PS -3 (-23,1%)
• Sumbawa Barat: RE -3 (-50,0%), PS -3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-8 (-100,0%), PS -2 (-40,0%)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SPYYU45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SPKEMO5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SUR9462371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SPKEMO5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Fanny Aulia Andita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Bian dwi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BIA3488083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 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RIZAL HAKIKY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SPXHQQ94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AGU1967415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ADE NURDIANTO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SPDDN14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