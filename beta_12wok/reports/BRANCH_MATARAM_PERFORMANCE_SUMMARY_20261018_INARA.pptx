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183   Δ -17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172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3.755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138 / 210 (65,7%)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162 / 237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 / 128 (60,2%)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 / 145 (62,8%)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35 (62,9%)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38 (65,8%)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 / 47 (83,0%)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54 (85,2%)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210 (8,1%)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-26,1%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 / 237 (12,7%)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97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128 (7,0%)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145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35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38 (7,9%)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47 (14,9%)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54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39959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299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30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38581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67842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594360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567842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594360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166 | MoM -9,3%
PS: 162 | MoM -5,8%
• Performer
  RE: 1 | Active 100,0% | MoM 0,0%
  PS: 1 | Active 100,0% | MoM 0,0%
• Junior
  RE: 142 | Active 67,6% | MoM -9,6%
  PS: 138 | Active 65,7% | MoM -6,1%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-13,3%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-28,6%, Gap -2
• Grapari Dompu: PS +400,0%, Gap 4
• Grapari Lombok Timur: PS 0,0%, Gap 0
• Grapari Lombok Utara: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0,0%, Gap 0
• Grapari Mataram: PS -11,1%, Gap -1
• Grapari Sumbawa: PS -100,0%, Gap -3
• Grapari Taliwang: PS N/A,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-127 (-16,0%), PS -99 (-15,6%)
• Sumbawa Barat: RE -49 (-22,4%), PS -17 (-12,0%)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-13 (-65,0%), PS -7 (-63,6%)
• Sumbawa Timur: RE -5 (-14,7%), PS -6 (-33,3%)
• Lombok: RE 3 (+7,3%), PS -4 (-12,5%)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2 (+22,2%), PS -2 (-28,6%)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SPXXERNA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Mardiastuti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RAT8710290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yedik pratama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LAL6636669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39.32%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38.84% | MoM +0.47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-58.13 pp | Rp-14.60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38.19%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37.76% | MoM +0.42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Rp9.88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Rp9.61 M | MoM +2.8%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39.32%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46.99%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46.23%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Rp-6.93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35.55%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Rp1.69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Rp-4.76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57.67% / -5.17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59.48% / -2.98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58.03% / -4.58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54.11% / -9.94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44.30% / -1.45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48.23% / -5.57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41.47% / +3.04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36.72%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38.71% / +0.54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35.52% / +1.40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28.44% / +0.34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36.65% / +1.93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46.20% / +3.04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33.11% / -0.24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25.02% / +2.27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32.70% / +0.70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41.52%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30.93%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14.80% / 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40.65% / 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47.98% / +0.82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37.66% / -0.29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20.24% / 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68 | MoM -5.9%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-5.7%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 / -4.3%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11,424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34,107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41.3%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35.4%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24.0%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42.2%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20.7%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28.5%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20.7%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23.5%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14.0%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26.9%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15.3%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