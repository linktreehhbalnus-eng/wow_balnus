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1.851,9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182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171   Δ 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3.755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138 / 227 (60,8%)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161 / 253 (63,6%)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77 / 129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90 / 145 (62,1%)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 | Turun 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37 (59,5%)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40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61 (63,9%)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68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227 (7,5%)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-26,1%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253 (11,5%)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-21,6%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129 (7,0%)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145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37 (2,7%)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61 (11,5%)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68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3995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299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30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38581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67842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594360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1.395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567842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594360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165 | MoM -9,3%
PS: 161 | MoM -5,8%
• Performer
  RE: 1 | Active 100,0% | MoM 0,0%
  PS: 1 | Active 100,0% | MoM 0,0%
• Junior
  RE: 142 | Active 62,6% | MoM -9,6%
  PS: 138 | Active 60,8% | MoM -6,1%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-13,3%
  PS: 13 | Active 81,2% | MoM -7,1%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-28,6%, Gap -2
• Grapari Dompu: PS +400,0%, Gap 4
• Grapari Lombok Timur: PS 0,0%, Gap 0
• Grapari Lombok Utara: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0,0%, Gap 0
• Grapari Mataram: PS -11,1%, Gap -1
• Grapari Sumbawa: PS -100,0%, Gap -3
• Grapari Taliwang: PS N/A,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-127 (-16,0%), PS -99 (-15,6%)
• Sumbawa Barat: RE -49 (-22,4%), PS -17 (-12,0%)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-13 (-65,0%), PS -7 (-63,6%)
• Sumbawa Timur: RE -5 (-14,7%), PS -6 (-33,3%)
• Lombok: RE 3 (+7,3%), PS -4 (-12,5%)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2 (+22,2%), PS -2 (-28,6%)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-2 (-66,7%),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IDH6810961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SPXXERNA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SPXXERNA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WIR7929421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Suewandi Mohtar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SUE2560050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Suewandi Mohtar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SUE2560050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42.33%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42.33% | MoM +0.00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-55.12 pp | Rp-13.85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41.14%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41.13% | MoM +0.01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Rp10.63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Rp10.47 M | MoM +1.6%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Rp10.63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-55.12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49.27%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-47.37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39.42%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-58.03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-69.12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61.42% / -3.87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63.25% / -1.65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63.47% / -2.24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57.02% / -9.11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47.19% / -1.79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50.68% / -5.85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46.10% / +3.62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39.53% / -0.17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41.78% / +0.57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49.34% / +0.41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37.93% / +0.85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31.43% / -0.46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39.71% / +1.55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49.26% / +2.87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37.02% / -0.36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27.61% / +1.47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35.47% / +0.24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44.57% / +0.60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33.67% / -0.77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21.45% / +0.15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43.69% / 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51.09% / +0.49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40.66% / -1.70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28.71% / -0.35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68 | MoM -5.9%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-28.6%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 / -5.7%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 / -4.3%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 / +50.0%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