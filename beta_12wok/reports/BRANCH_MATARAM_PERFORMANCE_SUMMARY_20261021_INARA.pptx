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  <c:pt idx="20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  <c:pt idx="20">
                  <c:v>24.0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  <c:pt idx="20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  <c:pt idx="20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  <c:pt idx="20">
                  <c:v>52.0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  <c:pt idx="20">
                  <c:v>32.0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  <c:pt idx="20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  <c:pt idx="20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</c:strCache>
            </c: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4.058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4.058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144 / 227 (63,4%)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167 / 253 (66,0%)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-7,7%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129 (62,8%)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-12,9%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94 / 145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37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40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 / 227 (11,9%)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 / 253 (15,8%)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-4,8%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129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145 (15,2%)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 | Turun 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37 (13,5%)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40 (17,5%)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61 (13,1%)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68 (16,2%)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169 | MoM -10,6%
PS: 167 | MoM -7,2%
• Performer
  RE: 1 | Active 100,0% | MoM 0,0%
  PS: 1 | Active 100,0% | MoM 0,0%
• Junior
  RE: 146 | Active 64,3% | MoM -10,4%
  PS: 144 | Active 63,4% | MoM -7,1%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-13,3%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-27,6%, Gap -8
• Grapari Dompu: PS +62,5%, Gap 5
• Grapari Lombok Timur: PS +100,0%, Gap 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-32,4%, Gap -12
• Grapari Sumbawa: PS -66,7%, Gap -6
• Grapari Taliwang: PS +33,3%,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-110 (-12,0%), PS -65 (-8,9%)
• Sumbawa Barat: RE -49 (-18,6%), PS -14 (-8,2%)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-6 (-15,8%), PS -9 (-42,9%)
• Sumbawa Barat: RE -9 (-42,9%), PS -8 (-61,5%)
• Lombok: RE 5 (+10,6%), PS -1 (-2,8%)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4 (+30,8%), PS -3 (-33,3%)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01–21 Oct 2026 vs MTD-1 01–21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70.83%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70.65% | MoM +0.18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-26.62 pp | Rp-6.69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69.11%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68.95% | MoM +0.16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Rp17.80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Rp17.47 M | MoM +1.9%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70.83%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Rp17.80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Rp-6.69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75.52%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74.08%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70.56%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-26.89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61.29%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59.42%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-36.16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81.67% / -2.85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83.41% / -2.68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86.40% / +6.19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76.12% / -6.85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72.82% / -0.85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76.54% / -0.12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70.49% / +0.16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65.40% / -5.12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67.45% / +1.90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70.91% / +0.77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68.49% / +2.16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60.97% / +2.79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65.41% / +2.40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70.97% / +2.10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66.09% / +2.31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57.16% / +3.43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62.45% / +0.51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68.42%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64.52% / +0.86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50.95%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73.56% / 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77.69% / +0.30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72.72% / -1.17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64.54% / -0.58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70 | MoM -1.4%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 / +2.1%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23,605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21,926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59.9%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62.5%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62.7%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51.9%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49.9%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52.5%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52.9%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51.7%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38.3%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48.0%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47.3%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43.1%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43.1%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36.3%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31.7%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34.3%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40.1%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33.1%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