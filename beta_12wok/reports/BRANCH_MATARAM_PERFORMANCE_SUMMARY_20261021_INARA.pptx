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  <c:pt idx="19">
                  <c:v>65.0</c:v>
                </c:pt>
                <c:pt idx="20">
                  <c:v>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  <c:pt idx="19">
                  <c:v>38.0</c:v>
                </c:pt>
                <c:pt idx="20">
                  <c:v>24.0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  <c:pt idx="19">
                  <c:v>10.0</c:v>
                </c:pt>
                <c:pt idx="20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  <c:pt idx="19">
                  <c:v>17.0</c:v>
                </c:pt>
                <c:pt idx="20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  <c:pt idx="19">
                  <c:v>50.0</c:v>
                </c:pt>
                <c:pt idx="20">
                  <c:v>52.0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  <c:pt idx="19">
                  <c:v>30.0</c:v>
                </c:pt>
                <c:pt idx="20">
                  <c:v>32.0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  <c:pt idx="19">
                  <c:v>9.0</c:v>
                </c:pt>
                <c:pt idx="20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253  (+5,4%)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-20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185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4.058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1.721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1.761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144 / 227 (63,4%)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79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167 / 253 (66,0%)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-7,7% | Turun 97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81 / 129 (62,8%)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-12,9% | Turun 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94 / 145 (64,8%)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 | Turun 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37 (62,2%)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40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61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68 (69,1%)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 / 227 (11,9%)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40 / 253 (15,8%)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-4,8% | Turun 97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129 (10,9%)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145 (15,2%)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 | Turun 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37 (13,5%)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40 (17,5%)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61 (13,1%)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68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19.955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169 | MoM -10,6%
PS: 167 | MoM -7,2%
• Performer
  RE: 1 | Active 100,0% | MoM 0,0%
  PS: 1 | Active 100,0% | MoM 0,0%
• Junior
  RE: 146 | Active 64,3% | MoM -10,4%
  PS: 144 | Active 63,4% | MoM -7,1%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81,2% | MoM -18,8%
  PS: 13 | Active 81,2% | MoM -13,3%
• Junior Plus
  RE: 9 | Active 100,0% | MoM 0,0%
  PS: 9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-27,6%, Gap -8
• Grapari Dompu: PS +62,5%, Gap 5
• Grapari Lombok Timur: PS +100,0%, Gap 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+200,0%, Gap 2
• Grapari Mataram: PS -32,4%, Gap -12
• Grapari Sumbawa: PS -66,7%, Gap -6
• Grapari Taliwang: PS +33,3%,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-110 (-12,0%), PS -65 (-8,9%)
• Sumbawa Barat: RE -49 (-18,6%), PS -14 (-8,2%)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-6 (-15,8%), PS -9 (-42,9%)
• Sumbawa Barat: RE -9 (-42,9%), PS -8 (-61,5%)
• Lombok: RE 5 (+10,6%), PS -1 (-2,8%)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4 (+30,8%), PS -3 (-33,3%)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(-75,0%),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fitriah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NUR5794369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SPXXERNA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IDA4692342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HUZ8772299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HUZ8772299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WIR7929421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80.74%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82.37% | MoM -1.63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-16.71 pp | Rp-4.20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79.22%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80.93% | MoM -1.71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Rp20.28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Rp20.37 M | MoM -0.4%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80.74%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79.22%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Rp20.28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-16.71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Rp-4.20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83.77%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82.44%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Rp11.51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-13.68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Rp-1.88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80.35%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79.20%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Rp3.83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-17.10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Rp-814.9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74.74%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73.01%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Rp4.95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-22.71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Rp-1.50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87.91% / -1.96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89.19% / -2.07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91.31% / +4.11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83.87% / -3.88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80.58% / -2.37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82.72% / -2.25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78.23% / +0.13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77.00% / -5.67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75.84% / -3.04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78.56% / -2.96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76.21% / -3.53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71.03% / -3.40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74.00% / -0.71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77.99% / -0.34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74.85% / -0.56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67.88% / -0.98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72.86% / -3.17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77.31% / -2.47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73.57% / -2.93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64.90% / -4.60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83.87% / -1.21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86.18% / -1.05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83.20% / -1.24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78.99% / -1.49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72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74 | MoM -2.7%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56 / -3.4%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 / +2.0%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22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26,873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59.0%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18,658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70.7%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68.2%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88.9%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84.1%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70.3%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81.7%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74.4%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71.6%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71.8%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86.0%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81.7%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71.7%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63.6%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56.2%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57.2%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69.2%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59.2%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58.5%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53.4%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52.7%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55.1%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51.6%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45.6%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50.4%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55.5%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48.5%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45.6%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42.0%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48.0%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39.8%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46.9%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45.9%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40.7%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49.5%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45.9%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47.8%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45.1%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52.4%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55.1%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46.0%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37.0%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42.3%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35.9%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