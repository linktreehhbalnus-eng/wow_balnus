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  <c:pt idx="28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  <c:pt idx="2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  <c:pt idx="28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  <c:pt idx="2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43.0</c:v>
                </c:pt>
                <c:pt idx="28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12.0</c:v>
                </c:pt>
                <c:pt idx="2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19.0</c:v>
                </c:pt>
                <c:pt idx="28">
                  <c:v>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12.0</c:v>
                </c:pt>
                <c:pt idx="28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2.149,5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364  (+3,7%)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234   Δ -40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225   Δ -37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7.033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149 / 315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188 / 364 (51,6%)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82 (58,5%)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 / 165 (43,6%)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 / 188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81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94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-44,4%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-27,5%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-23,2%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82 (17,1%)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11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165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188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94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194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-19,1%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188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-20,3%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-11,4%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-14,2%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6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-26,5%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155 SF | Active 49,2%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-22,2%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149 SF | Active 47,3%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-22,6%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19 SF | Active 67,9%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-32,3%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19 SF | Active 67,9%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-31,3%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 SF | Active 80,0% | MoM RE +3,8%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 SF | Active 80,0%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-5,8%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Amlapura: PS </a:t>
            </a:r>
            <a:r>
              <a:rPr sz="850" b="1">
                <a:solidFill>
                  <a:srgbClr val="D73527"/>
                </a:solidFill>
                <a:latin typeface="Arial"/>
              </a:rPr>
              <a:t>-33,3%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Jimbaran: PS </a:t>
            </a:r>
            <a:r>
              <a:rPr sz="850" b="1">
                <a:solidFill>
                  <a:srgbClr val="D73527"/>
                </a:solidFill>
                <a:latin typeface="Arial"/>
              </a:rPr>
              <a:t>-45,5%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Kuta: PS +12,5%, Gap 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Renon: PS </a:t>
            </a:r>
            <a:r>
              <a:rPr sz="850" b="1">
                <a:solidFill>
                  <a:srgbClr val="D73527"/>
                </a:solidFill>
                <a:latin typeface="Arial"/>
              </a:rPr>
              <a:t>-48,8%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Singaraja: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Tabanan: PS </a:t>
            </a:r>
            <a:r>
              <a:rPr sz="850" b="1">
                <a:solidFill>
                  <a:srgbClr val="D73527"/>
                </a:solidFill>
                <a:latin typeface="Arial"/>
              </a:rPr>
              <a:t>-16,7%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Ubud: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-204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-6,6%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12 (+21,4%),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-22,8%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-36,4%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SPNGU91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DEVI PREDIYANI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SPRPN60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ANOM PURWA KENITEN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SPEAB78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96.32%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96.39% | MoM -0.07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-1.26 pp | Rp-711.0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95.78% | MoM +0.10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Rp54.18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Rp54.05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96.89% / -2.76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99.41%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98.19% / -1.81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-2.15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94.71% / +0.41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96.05% / -1.48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88.72%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88.07% / -0.37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91.88%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91.89%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92.96% / +0.14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93.79% / -0.57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94.45%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95.77% / -0.23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97.62% / -0.03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97.21%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M-1 537 | MoM +2.0%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 / 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 / -5.6%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298 / 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 / -11.0%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58,079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22,632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79.0%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66.0%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53.2%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