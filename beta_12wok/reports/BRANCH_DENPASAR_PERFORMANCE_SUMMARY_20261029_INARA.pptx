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  <c:pt idx="28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  <c:pt idx="2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  <c:pt idx="28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  <c:pt idx="2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43.0</c:v>
                </c:pt>
                <c:pt idx="28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12.0</c:v>
                </c:pt>
                <c:pt idx="2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19.0</c:v>
                </c:pt>
                <c:pt idx="28">
                  <c:v>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12.0</c:v>
                </c:pt>
                <c:pt idx="28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2.149,5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364  (+3,7%)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234   Δ -40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225   Δ -37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7.033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149 / 315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188 / 364 (51,6%)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82 (58,5%)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 / 165 (43,6%)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 / 188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81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94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-44,4%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-27,5%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-23,2%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82 (17,1%)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11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165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188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94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194 | MoM -17,1%
PS: 188 | MoM -16,4%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155 | Active 49,2% | MoM -20,5%
  PS: 149 | Active 47,3% | MoM -19,9%
• Greenfield
  RE: 19 | Active 67,9% | MoM 0,0%
  PS: 19 | Active 67,9%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-33,3%, Gap -1
• Grapari Gatsu Tengah: PS -66,7%, Gap -4
• Grapari Jimbaran: PS -45,5%, Gap -10
• Grapari Kuta: PS +12,5%, Gap 1
• Grapari Negara: PS -66,7%,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-48,8%, Gap -21
• Grapari Singaraja: PS -20,0%, Gap -1
• Grapari Tabanan: PS -16,7%, Gap -1
• Grapari Ubud: PS -25,0%,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-250 (-26,9%), PS -255 (-31,2%)
• Bali Tengah: RE -233 (-14,1%), PS -204 (-14,9%)
• Bali Timur: RE -114 (-21,3%), PS -70 (-16,9%)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-12 (-6,6%), PS -8 (-6,2%)
• Bali Timur: RE 12 (+21,4%), PS -7 (-16,3%)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(-22,8%), PS -6 (-16,2%)
• Bali Barat: RE -4 (-36,4%),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0 (0,0%), PS -2 (-40,0%)
• Bali Timur: RE -3 (-37,5%),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SPNGU91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DEVI PREDIYANI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SPRPN60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ANOM PURWA KENITEN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SPEAB78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96.18%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96.23% | MoM -0.05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-1.40 pp | Rp-788.4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95.73%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95.59% | MoM +0.14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Rp54.09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Rp53.96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Rp54.09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Rp-788.4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Rp-257.1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Rp-138.1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98.45% / -0.61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-2.86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99.36% / +0.79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98.19% / -1.81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92.47% / -1.79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94.53% / +1.95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95.88%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88.41% / -0.31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87.71% / -0.33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91.72% / 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92.65%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91.64%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92.70% / +0.18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93.59% / -0.55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94.32%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93.39%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94.21% / +0.00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95.59% / -0.19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97.53% / -0.02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97.11% / 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M-1 515 | MoM +3.3%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 / 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 / -10.3%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440 / +0.7%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 / -2.9%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289 / +5.9%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 / -11.5%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57,922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22,789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80.3%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53.0%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