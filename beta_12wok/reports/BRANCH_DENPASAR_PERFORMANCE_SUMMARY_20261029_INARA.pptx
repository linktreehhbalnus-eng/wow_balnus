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59.0</c:v>
                </c:pt>
                <c:pt idx="1">
                  <c:v>59.0</c:v>
                </c:pt>
                <c:pt idx="2">
                  <c:v>50.0</c:v>
                </c:pt>
                <c:pt idx="3">
                  <c:v>46.0</c:v>
                </c:pt>
                <c:pt idx="4">
                  <c:v>57.0</c:v>
                </c:pt>
                <c:pt idx="5">
                  <c:v>52.0</c:v>
                </c:pt>
                <c:pt idx="6">
                  <c:v>50.0</c:v>
                </c:pt>
                <c:pt idx="7">
                  <c:v>62.0</c:v>
                </c:pt>
                <c:pt idx="8">
                  <c:v>40.0</c:v>
                </c:pt>
                <c:pt idx="9">
                  <c:v>45.0</c:v>
                </c:pt>
                <c:pt idx="10">
                  <c:v>35.0</c:v>
                </c:pt>
                <c:pt idx="11">
                  <c:v>55.0</c:v>
                </c:pt>
                <c:pt idx="12">
                  <c:v>44.0</c:v>
                </c:pt>
                <c:pt idx="13">
                  <c:v>38.0</c:v>
                </c:pt>
                <c:pt idx="14">
                  <c:v>41.0</c:v>
                </c:pt>
                <c:pt idx="15">
                  <c:v>43.0</c:v>
                </c:pt>
                <c:pt idx="16">
                  <c:v>35.0</c:v>
                </c:pt>
                <c:pt idx="17">
                  <c:v>43.0</c:v>
                </c:pt>
                <c:pt idx="18">
                  <c:v>52.0</c:v>
                </c:pt>
                <c:pt idx="19">
                  <c:v>60.0</c:v>
                </c:pt>
                <c:pt idx="20">
                  <c:v>48.0</c:v>
                </c:pt>
                <c:pt idx="21">
                  <c:v>49.0</c:v>
                </c:pt>
                <c:pt idx="22">
                  <c:v>40.0</c:v>
                </c:pt>
                <c:pt idx="23">
                  <c:v>43.0</c:v>
                </c:pt>
                <c:pt idx="24">
                  <c:v>48.0</c:v>
                </c:pt>
                <c:pt idx="25">
                  <c:v>44.0</c:v>
                </c:pt>
                <c:pt idx="26">
                  <c:v>44.0</c:v>
                </c:pt>
                <c:pt idx="27">
                  <c:v>46.0</c:v>
                </c:pt>
                <c:pt idx="28">
                  <c:v>46.0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15.0</c:v>
                </c:pt>
                <c:pt idx="1">
                  <c:v>16.0</c:v>
                </c:pt>
                <c:pt idx="2">
                  <c:v>13.0</c:v>
                </c:pt>
                <c:pt idx="3">
                  <c:v>14.0</c:v>
                </c:pt>
                <c:pt idx="4">
                  <c:v>15.0</c:v>
                </c:pt>
                <c:pt idx="5">
                  <c:v>15.0</c:v>
                </c:pt>
                <c:pt idx="6">
                  <c:v>13.0</c:v>
                </c:pt>
                <c:pt idx="7">
                  <c:v>18.0</c:v>
                </c:pt>
                <c:pt idx="8">
                  <c:v>13.0</c:v>
                </c:pt>
                <c:pt idx="9">
                  <c:v>17.0</c:v>
                </c:pt>
                <c:pt idx="10">
                  <c:v>10.0</c:v>
                </c:pt>
                <c:pt idx="11">
                  <c:v>11.0</c:v>
                </c:pt>
                <c:pt idx="12">
                  <c:v>13.0</c:v>
                </c:pt>
                <c:pt idx="13">
                  <c:v>11.0</c:v>
                </c:pt>
                <c:pt idx="14">
                  <c:v>12.0</c:v>
                </c:pt>
                <c:pt idx="15">
                  <c:v>10.0</c:v>
                </c:pt>
                <c:pt idx="16">
                  <c:v>11.0</c:v>
                </c:pt>
                <c:pt idx="17">
                  <c:v>14.0</c:v>
                </c:pt>
                <c:pt idx="18">
                  <c:v>19.0</c:v>
                </c:pt>
                <c:pt idx="19">
                  <c:v>22.0</c:v>
                </c:pt>
                <c:pt idx="20">
                  <c:v>15.0</c:v>
                </c:pt>
                <c:pt idx="21">
                  <c:v>16.0</c:v>
                </c:pt>
                <c:pt idx="22">
                  <c:v>11.0</c:v>
                </c:pt>
                <c:pt idx="23">
                  <c:v>12.0</c:v>
                </c:pt>
                <c:pt idx="24">
                  <c:v>15.0</c:v>
                </c:pt>
                <c:pt idx="25">
                  <c:v>10.0</c:v>
                </c:pt>
                <c:pt idx="26">
                  <c:v>13.0</c:v>
                </c:pt>
                <c:pt idx="27">
                  <c:v>13.0</c:v>
                </c:pt>
                <c:pt idx="28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34.0</c:v>
                </c:pt>
                <c:pt idx="1">
                  <c:v>34.0</c:v>
                </c:pt>
                <c:pt idx="2">
                  <c:v>31.0</c:v>
                </c:pt>
                <c:pt idx="3">
                  <c:v>22.0</c:v>
                </c:pt>
                <c:pt idx="4">
                  <c:v>33.0</c:v>
                </c:pt>
                <c:pt idx="5">
                  <c:v>25.0</c:v>
                </c:pt>
                <c:pt idx="6">
                  <c:v>32.0</c:v>
                </c:pt>
                <c:pt idx="7">
                  <c:v>34.0</c:v>
                </c:pt>
                <c:pt idx="8">
                  <c:v>19.0</c:v>
                </c:pt>
                <c:pt idx="9">
                  <c:v>24.0</c:v>
                </c:pt>
                <c:pt idx="10">
                  <c:v>18.0</c:v>
                </c:pt>
                <c:pt idx="11">
                  <c:v>31.0</c:v>
                </c:pt>
                <c:pt idx="12">
                  <c:v>22.0</c:v>
                </c:pt>
                <c:pt idx="13">
                  <c:v>17.0</c:v>
                </c:pt>
                <c:pt idx="14">
                  <c:v>23.0</c:v>
                </c:pt>
                <c:pt idx="15">
                  <c:v>23.0</c:v>
                </c:pt>
                <c:pt idx="16">
                  <c:v>16.0</c:v>
                </c:pt>
                <c:pt idx="17">
                  <c:v>20.0</c:v>
                </c:pt>
                <c:pt idx="18">
                  <c:v>24.0</c:v>
                </c:pt>
                <c:pt idx="19">
                  <c:v>27.0</c:v>
                </c:pt>
                <c:pt idx="20">
                  <c:v>23.0</c:v>
                </c:pt>
                <c:pt idx="21">
                  <c:v>25.0</c:v>
                </c:pt>
                <c:pt idx="22">
                  <c:v>23.0</c:v>
                </c:pt>
                <c:pt idx="23">
                  <c:v>19.0</c:v>
                </c:pt>
                <c:pt idx="24">
                  <c:v>20.0</c:v>
                </c:pt>
                <c:pt idx="25">
                  <c:v>25.0</c:v>
                </c:pt>
                <c:pt idx="26">
                  <c:v>22.0</c:v>
                </c:pt>
                <c:pt idx="27">
                  <c:v>23.0</c:v>
                </c:pt>
                <c:pt idx="28">
                  <c:v>25.0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Sheet1!$E$2:$E$30</c:f>
              <c:numCache>
                <c:formatCode>General</c:formatCode>
                <c:ptCount val="29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11.0</c:v>
                </c:pt>
                <c:pt idx="5">
                  <c:v>13.0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13.0</c:v>
                </c:pt>
                <c:pt idx="12">
                  <c:v>11.0</c:v>
                </c:pt>
                <c:pt idx="13">
                  <c:v>10.0</c:v>
                </c:pt>
                <c:pt idx="14">
                  <c:v>7.0</c:v>
                </c:pt>
                <c:pt idx="15">
                  <c:v>10.0</c:v>
                </c:pt>
                <c:pt idx="16">
                  <c:v>8.0</c:v>
                </c:pt>
                <c:pt idx="17">
                  <c:v>10.0</c:v>
                </c:pt>
                <c:pt idx="18">
                  <c:v>9.0</c:v>
                </c:pt>
                <c:pt idx="19">
                  <c:v>11.0</c:v>
                </c:pt>
                <c:pt idx="20">
                  <c:v>10.0</c:v>
                </c:pt>
                <c:pt idx="21">
                  <c:v>8.0</c:v>
                </c:pt>
                <c:pt idx="22">
                  <c:v>6.0</c:v>
                </c:pt>
                <c:pt idx="23">
                  <c:v>12.0</c:v>
                </c:pt>
                <c:pt idx="24">
                  <c:v>13.0</c:v>
                </c:pt>
                <c:pt idx="25">
                  <c:v>9.0</c:v>
                </c:pt>
                <c:pt idx="26">
                  <c:v>9.0</c:v>
                </c:pt>
                <c:pt idx="27">
                  <c:v>10.0</c:v>
                </c:pt>
                <c:pt idx="28">
                  <c:v>11.0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Sheet1!$F$2:$F$30</c:f>
              <c:numCache>
                <c:formatCode>General</c:formatCode>
                <c:ptCount val="29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53.0</c:v>
                </c:pt>
                <c:pt idx="1">
                  <c:v>53.0</c:v>
                </c:pt>
                <c:pt idx="2">
                  <c:v>57.0</c:v>
                </c:pt>
                <c:pt idx="3">
                  <c:v>41.0</c:v>
                </c:pt>
                <c:pt idx="4">
                  <c:v>42.0</c:v>
                </c:pt>
                <c:pt idx="5">
                  <c:v>45.0</c:v>
                </c:pt>
                <c:pt idx="6">
                  <c:v>57.0</c:v>
                </c:pt>
                <c:pt idx="7">
                  <c:v>56.0</c:v>
                </c:pt>
                <c:pt idx="8">
                  <c:v>43.0</c:v>
                </c:pt>
                <c:pt idx="9">
                  <c:v>41.0</c:v>
                </c:pt>
                <c:pt idx="10">
                  <c:v>32.0</c:v>
                </c:pt>
                <c:pt idx="11">
                  <c:v>42.0</c:v>
                </c:pt>
                <c:pt idx="12">
                  <c:v>43.0</c:v>
                </c:pt>
                <c:pt idx="13">
                  <c:v>34.0</c:v>
                </c:pt>
                <c:pt idx="14">
                  <c:v>31.0</c:v>
                </c:pt>
                <c:pt idx="15">
                  <c:v>40.0</c:v>
                </c:pt>
                <c:pt idx="16">
                  <c:v>43.0</c:v>
                </c:pt>
                <c:pt idx="17">
                  <c:v>35.0</c:v>
                </c:pt>
                <c:pt idx="18">
                  <c:v>50.0</c:v>
                </c:pt>
                <c:pt idx="19">
                  <c:v>44.0</c:v>
                </c:pt>
                <c:pt idx="20">
                  <c:v>46.0</c:v>
                </c:pt>
                <c:pt idx="21">
                  <c:v>40.0</c:v>
                </c:pt>
                <c:pt idx="22">
                  <c:v>36.0</c:v>
                </c:pt>
                <c:pt idx="23">
                  <c:v>45.0</c:v>
                </c:pt>
                <c:pt idx="24">
                  <c:v>37.0</c:v>
                </c:pt>
                <c:pt idx="25">
                  <c:v>43.0</c:v>
                </c:pt>
                <c:pt idx="26">
                  <c:v>33.0</c:v>
                </c:pt>
                <c:pt idx="27">
                  <c:v>43.0</c:v>
                </c:pt>
                <c:pt idx="28">
                  <c:v>38.0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19.0</c:v>
                </c:pt>
                <c:pt idx="7">
                  <c:v>15.0</c:v>
                </c:pt>
                <c:pt idx="8">
                  <c:v>11.0</c:v>
                </c:pt>
                <c:pt idx="9">
                  <c:v>14.0</c:v>
                </c:pt>
                <c:pt idx="10">
                  <c:v>12.0</c:v>
                </c:pt>
                <c:pt idx="11">
                  <c:v>11.0</c:v>
                </c:pt>
                <c:pt idx="12">
                  <c:v>12.0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15.0</c:v>
                </c:pt>
                <c:pt idx="17">
                  <c:v>9.0</c:v>
                </c:pt>
                <c:pt idx="18">
                  <c:v>18.0</c:v>
                </c:pt>
                <c:pt idx="19">
                  <c:v>16.0</c:v>
                </c:pt>
                <c:pt idx="20">
                  <c:v>18.0</c:v>
                </c:pt>
                <c:pt idx="21">
                  <c:v>10.0</c:v>
                </c:pt>
                <c:pt idx="22">
                  <c:v>12.0</c:v>
                </c:pt>
                <c:pt idx="23">
                  <c:v>12.0</c:v>
                </c:pt>
                <c:pt idx="24">
                  <c:v>12.0</c:v>
                </c:pt>
                <c:pt idx="25">
                  <c:v>13.0</c:v>
                </c:pt>
                <c:pt idx="26">
                  <c:v>11.0</c:v>
                </c:pt>
                <c:pt idx="27">
                  <c:v>12.0</c:v>
                </c:pt>
                <c:pt idx="28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31.0</c:v>
                </c:pt>
                <c:pt idx="1">
                  <c:v>30.0</c:v>
                </c:pt>
                <c:pt idx="2">
                  <c:v>36.0</c:v>
                </c:pt>
                <c:pt idx="3">
                  <c:v>26.0</c:v>
                </c:pt>
                <c:pt idx="4">
                  <c:v>23.0</c:v>
                </c:pt>
                <c:pt idx="5">
                  <c:v>31.0</c:v>
                </c:pt>
                <c:pt idx="6">
                  <c:v>30.0</c:v>
                </c:pt>
                <c:pt idx="7">
                  <c:v>28.0</c:v>
                </c:pt>
                <c:pt idx="8">
                  <c:v>23.0</c:v>
                </c:pt>
                <c:pt idx="9">
                  <c:v>15.0</c:v>
                </c:pt>
                <c:pt idx="10">
                  <c:v>19.0</c:v>
                </c:pt>
                <c:pt idx="11">
                  <c:v>24.0</c:v>
                </c:pt>
                <c:pt idx="12">
                  <c:v>23.0</c:v>
                </c:pt>
                <c:pt idx="13">
                  <c:v>22.0</c:v>
                </c:pt>
                <c:pt idx="14">
                  <c:v>16.0</c:v>
                </c:pt>
                <c:pt idx="15">
                  <c:v>26.0</c:v>
                </c:pt>
                <c:pt idx="16">
                  <c:v>21.0</c:v>
                </c:pt>
                <c:pt idx="17">
                  <c:v>19.0</c:v>
                </c:pt>
                <c:pt idx="18">
                  <c:v>20.0</c:v>
                </c:pt>
                <c:pt idx="19">
                  <c:v>22.0</c:v>
                </c:pt>
                <c:pt idx="20">
                  <c:v>23.0</c:v>
                </c:pt>
                <c:pt idx="21">
                  <c:v>18.0</c:v>
                </c:pt>
                <c:pt idx="22">
                  <c:v>21.0</c:v>
                </c:pt>
                <c:pt idx="23">
                  <c:v>26.0</c:v>
                </c:pt>
                <c:pt idx="24">
                  <c:v>17.0</c:v>
                </c:pt>
                <c:pt idx="25">
                  <c:v>18.0</c:v>
                </c:pt>
                <c:pt idx="26">
                  <c:v>19.0</c:v>
                </c:pt>
                <c:pt idx="27">
                  <c:v>19.0</c:v>
                </c:pt>
                <c:pt idx="28">
                  <c:v>21.0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Sheet1!$E$2:$E$30</c:f>
              <c:numCache>
                <c:formatCode>General</c:formatCode>
                <c:ptCount val="29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12.0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3.0</c:v>
                </c:pt>
                <c:pt idx="11">
                  <c:v>8.0</c:v>
                </c:pt>
                <c:pt idx="12">
                  <c:v>8.0</c:v>
                </c:pt>
                <c:pt idx="13">
                  <c:v>6.0</c:v>
                </c:pt>
                <c:pt idx="14">
                  <c:v>7.0</c:v>
                </c:pt>
                <c:pt idx="15">
                  <c:v>7.0</c:v>
                </c:pt>
                <c:pt idx="16">
                  <c:v>7.0</c:v>
                </c:pt>
                <c:pt idx="17">
                  <c:v>7.0</c:v>
                </c:pt>
                <c:pt idx="18">
                  <c:v>12.0</c:v>
                </c:pt>
                <c:pt idx="19">
                  <c:v>6.0</c:v>
                </c:pt>
                <c:pt idx="20">
                  <c:v>6.0</c:v>
                </c:pt>
                <c:pt idx="21">
                  <c:v>12.0</c:v>
                </c:pt>
                <c:pt idx="22">
                  <c:v>3.0</c:v>
                </c:pt>
                <c:pt idx="23">
                  <c:v>7.0</c:v>
                </c:pt>
                <c:pt idx="24">
                  <c:v>8.0</c:v>
                </c:pt>
                <c:pt idx="25">
                  <c:v>12.0</c:v>
                </c:pt>
                <c:pt idx="26">
                  <c:v>3.0</c:v>
                </c:pt>
                <c:pt idx="27">
                  <c:v>12.0</c:v>
                </c:pt>
                <c:pt idx="28">
                  <c:v>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</c:strCache>
            </c:strRef>
          </c:cat>
          <c:val>
            <c:numRef>
              <c:f>Sheet1!$F$2:$F$30</c:f>
              <c:numCache>
                <c:formatCode>General</c:formatCode>
                <c:ptCount val="29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2.149,5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4.174,0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1.782,0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364  (+3,7%)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-17,1%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234   Δ -40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225   Δ -37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228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7.033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7.033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1.909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3.724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28 (67,9%)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149 / 315 (47,3%)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-19,0% | Turun 115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188 / 364 (51,6%)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-15,7% | Turun 142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7 (71,4%)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69 (55,1%)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-17,4%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 / 82 (58,5%)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11 (81,8%)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72 / 165 (43,6%)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-23,4% | Turun 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93 / 188 (49,5%)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-19,1% | Turun 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 / 81 (48,1%)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-11,4%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47 / 94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-9,6%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206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622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2.076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1.162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041648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352544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28 (17,9%)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-44,4% | Turun 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29 / 315 (9,2%)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-27,5% | Turun 115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53 / 364 (14,6%)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-23,2% | Turun 142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69 (13,0%)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-47,1%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82 (17,1%)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-41,7% | Turun 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11 (45,5%)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165 (7,9%)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-18,8% | Turun 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 / 188 (15,4%)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-14,7% | Turun 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81 (8,6%)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94 (10,6%)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760720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3.118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7.254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15.534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671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495,8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(Jumlah SF, % Active, MoM RE atau 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Active RE: 194 SF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-19,1%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Active PS: 188 SF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-20,3%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Elite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10 SF | Active 100,0%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-11,4%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10 SF | Active 100,0%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-14,2%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Performer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6 SF | Active 100,0%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-26,5%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6 SF | Active 100,0%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-26,2%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155 SF | Active 49,2%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-22,2%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149 SF | Active 47,3%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-22,6%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Greenfield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19 SF | Active 67,9%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-32,3%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19 SF | Active 67,9%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-31,3%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 Plus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4 SF | Active 80,0% | MoM RE +3,8%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4 SF | Active 80,0%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-5,8%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Amlapura: PS </a:t>
            </a:r>
            <a:r>
              <a:rPr sz="850" b="1">
                <a:solidFill>
                  <a:srgbClr val="D73527"/>
                </a:solidFill>
                <a:latin typeface="Arial"/>
              </a:rPr>
              <a:t>-33,3%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-1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Gatsu Tengah: PS </a:t>
            </a:r>
            <a:r>
              <a:rPr sz="850" b="1">
                <a:solidFill>
                  <a:srgbClr val="D73527"/>
                </a:solidFill>
                <a:latin typeface="Arial"/>
              </a:rPr>
              <a:t>-66,7%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-4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Jimbaran: PS </a:t>
            </a:r>
            <a:r>
              <a:rPr sz="850" b="1">
                <a:solidFill>
                  <a:srgbClr val="D73527"/>
                </a:solidFill>
                <a:latin typeface="Arial"/>
              </a:rPr>
              <a:t>-45,5%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-10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Kuta: PS +12,5%, Gap 1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Negara: PS </a:t>
            </a:r>
            <a:r>
              <a:rPr sz="850" b="1">
                <a:solidFill>
                  <a:srgbClr val="D73527"/>
                </a:solidFill>
                <a:latin typeface="Arial"/>
              </a:rPr>
              <a:t>-66,7%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Renon: PS </a:t>
            </a:r>
            <a:r>
              <a:rPr sz="850" b="1">
                <a:solidFill>
                  <a:srgbClr val="D73527"/>
                </a:solidFill>
                <a:latin typeface="Arial"/>
              </a:rPr>
              <a:t>-48,8%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-21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Singaraja: PS </a:t>
            </a:r>
            <a:r>
              <a:rPr sz="850" b="1">
                <a:solidFill>
                  <a:srgbClr val="D73527"/>
                </a:solidFill>
                <a:latin typeface="Arial"/>
              </a:rPr>
              <a:t>-20,0%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-1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Tabanan: PS </a:t>
            </a:r>
            <a:r>
              <a:rPr sz="850" b="1">
                <a:solidFill>
                  <a:srgbClr val="D73527"/>
                </a:solidFill>
                <a:latin typeface="Arial"/>
              </a:rPr>
              <a:t>-16,7%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-1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Ubud: PS </a:t>
            </a:r>
            <a:r>
              <a:rPr sz="850" b="1">
                <a:solidFill>
                  <a:srgbClr val="D73527"/>
                </a:solidFill>
                <a:latin typeface="Arial"/>
              </a:rPr>
              <a:t>-25,0%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</a:t>
            </a:r>
            <a:r>
              <a:rPr sz="830" b="1">
                <a:solidFill>
                  <a:srgbClr val="D73527"/>
                </a:solidFill>
                <a:latin typeface="Arial"/>
              </a:rPr>
              <a:t>-250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-26,9%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-255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-31,2%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</a:t>
            </a:r>
            <a:r>
              <a:rPr sz="830" b="1">
                <a:solidFill>
                  <a:srgbClr val="D73527"/>
                </a:solidFill>
                <a:latin typeface="Arial"/>
              </a:rPr>
              <a:t>-233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-14,1%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-204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-14,9%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</a:t>
            </a:r>
            <a:r>
              <a:rPr sz="830" b="1">
                <a:solidFill>
                  <a:srgbClr val="D73527"/>
                </a:solidFill>
                <a:latin typeface="Arial"/>
              </a:rPr>
              <a:t>-114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-21,3%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-70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-16,9%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</a:t>
            </a:r>
            <a:r>
              <a:rPr sz="830" b="1">
                <a:solidFill>
                  <a:srgbClr val="D73527"/>
                </a:solidFill>
                <a:latin typeface="Arial"/>
              </a:rPr>
              <a:t>-12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-6,6%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-8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-6,2%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12 (+21,4%), PS </a:t>
            </a:r>
            <a:r>
              <a:rPr sz="830" b="1">
                <a:solidFill>
                  <a:srgbClr val="D73527"/>
                </a:solidFill>
                <a:latin typeface="Arial"/>
              </a:rPr>
              <a:t>-7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-16,3%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</a:t>
            </a:r>
            <a:r>
              <a:rPr sz="830" b="1">
                <a:solidFill>
                  <a:srgbClr val="D73527"/>
                </a:solidFill>
                <a:latin typeface="Arial"/>
              </a:rPr>
              <a:t>-13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-22,8%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-6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-16,2%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</a:t>
            </a:r>
            <a:r>
              <a:rPr sz="830" b="1">
                <a:solidFill>
                  <a:srgbClr val="D73527"/>
                </a:solidFill>
                <a:latin typeface="Arial"/>
              </a:rPr>
              <a:t>-4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-36,4%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-1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-20,0%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0 (0,0%),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-40,0%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</a:t>
            </a:r>
            <a:r>
              <a:rPr sz="830" b="1">
                <a:solidFill>
                  <a:srgbClr val="D73527"/>
                </a:solidFill>
                <a:latin typeface="Arial"/>
              </a:rPr>
              <a:t>-3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-37,5%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-40,0%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598,3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499,9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355,5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SPEKI44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IGE5979988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HAYAT ANSORI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SPOAA27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pinky priyantini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IDA9238809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nengah semara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INE6371994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EKA PUTU WIGUNA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SPXPW93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SPEKI44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IGE5979988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pinky priyantini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IDA9238809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HAYAT ANSORI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SPOAA27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Naufal Mascaty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NAU5578143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nengah semara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INE6371994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Bangbang Ilyasa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BAN6163630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NOV2302500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Oct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Suriantini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NIK5337350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Kadek Putra Adhi Prasetya Arintama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IKA8469114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Madina Vera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NIL7530759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WYN ARYANITI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SPAYT27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PUTU NGURAH UPHADANA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SPNGU91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WYN ARYANITI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SPAYT27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DEVI PREDIYANI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SPRPN60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BAGUS ANOM PURWA KENITEN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SPEAB78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NGURAH PT WIDIYADANA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SPXWDY77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96.32%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96.39% | MoM -0.07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97.58%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-1.26 pp | Rp-711.0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95.88%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95.78% | MoM +0.10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Rp54.18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Rp54.05 M | MoM +0.2%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Rp56.25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96.32%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Rp54.18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Rp-711.0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95.42%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94.92%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Rp10.60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-2.16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Rp-239.9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96.47%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96.01%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Rp30.51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Rp-349.6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96.68%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96.42%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Rp13.07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Rp-121.5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98.53% / -1.16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96.89% / -2.76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99.41% / -0.19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98.19% / -1.81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94.46% / -0.53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92.60% / -2.15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94.71% / +0.41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96.05% / -1.48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88.92% / -0.28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88.72% / -0.14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88.07% / -0.37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91.88% / -0.02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92.89% / -0.08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91.89% / -0.22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92.96% / +0.14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93.79% / -0.57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94.55% / -0.04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93.63% / -0.09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94.45% / +0.07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95.77% / -0.23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97.35% / -0.04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96.71% / -0.12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97.62% / -0.03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97.21% / -0.02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548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M-1 537 | MoM +2.0%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+17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+11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+17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+15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+800.0%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+800.0%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83 / +3.8%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 / -15.4%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54 / -10.0%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18 / +157.1%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454 / -0.4%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67 / -5.6%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298 / +4.6%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 / -11.0%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30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80,711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58,079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72.0%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22,632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97.6%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86.8%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83.1%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80.8%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97.2%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895 / 94.5%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875 / 90.6%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767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922 / 85.2%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821 / 79.8%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1,638 / 99.5%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1,853 / 99.1%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1,865 / 89.2%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1,693 / 84.9%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1,878 / 80.6%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1,896 / 79.0%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510 / 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558 / 97.3%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614 / 94.6%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528 / 90.7%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598 / 87.6%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608 / 87.8%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80.2%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78.6%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76.7%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74.0%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67.8%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765 / 79.0%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666 / 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742 / 74.0%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855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869 / 65.7%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1,929 / 78.6%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1,632 / 76.8%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1,801 / 75.8%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1,942 / 72.7%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1,719 / 71.2%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2,235 / 66.0%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85.8%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664 / 83.1%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83.0%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553 / 82.8%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80.2%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76.8%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67.5%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66.1%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64.0%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61.7%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756 / 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868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1,014 / 62.3%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1,044 / 62.1%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1,011 / 58.8%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961 / 58.8%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1,817 / 64.8%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1,975 / 64.6%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2,246 / 64.3%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1,895 / 60.9%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2,049 / 58.6%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1,871 / 58.6%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561 / 75.2%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651 / 78.3%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76.9%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673 / 75.6%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712 / 71.6%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648 / 75.2%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64.3%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62.4%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59.2%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55.6%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871 / 63.7%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1,062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970 / 54.0%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794 / 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822 / 52.7%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1,879 / 61.6%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1,842 / 58.1%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2,058 / 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1,848 / 56.9%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1,682 / 54.2%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1,806 / 53.2%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653 / 72.7%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660 / 73.6%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632 / 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72.8%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67.5%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