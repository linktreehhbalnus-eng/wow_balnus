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28/09</c:v>
                </c:pt>
                <c:pt idx="1">
                  <c:v>29/09</c:v>
                </c:pt>
                <c:pt idx="2">
                  <c:v>30/09</c:v>
                </c:pt>
                <c:pt idx="3">
                  <c:v>01/10</c:v>
                </c:pt>
                <c:pt idx="4">
                  <c:v>02/10</c:v>
                </c:pt>
                <c:pt idx="5">
                  <c:v>03/10</c:v>
                </c:pt>
                <c:pt idx="6">
                  <c:v>04/10</c:v>
                </c:pt>
                <c:pt idx="7">
                  <c:v>05/10</c:v>
                </c:pt>
                <c:pt idx="8">
                  <c:v>06/10</c:v>
                </c:pt>
                <c:pt idx="9">
                  <c:v>07/10</c:v>
                </c:pt>
                <c:pt idx="10">
                  <c:v>08/10</c:v>
                </c:pt>
                <c:pt idx="11">
                  <c:v>09/10</c:v>
                </c:pt>
                <c:pt idx="12">
                  <c:v>10/10</c:v>
                </c:pt>
                <c:pt idx="13">
                  <c:v>11/10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315.0</c:v>
                </c:pt>
                <c:pt idx="1">
                  <c:v>321.0</c:v>
                </c:pt>
                <c:pt idx="2">
                  <c:v>271.0</c:v>
                </c:pt>
                <c:pt idx="3">
                  <c:v>352.0</c:v>
                </c:pt>
                <c:pt idx="4">
                  <c:v>332.0</c:v>
                </c:pt>
                <c:pt idx="5">
                  <c:v>257.0</c:v>
                </c:pt>
                <c:pt idx="6">
                  <c:v>184.0</c:v>
                </c:pt>
                <c:pt idx="7">
                  <c:v>335.0</c:v>
                </c:pt>
                <c:pt idx="8">
                  <c:v>304.0</c:v>
                </c:pt>
                <c:pt idx="9">
                  <c:v>330.0</c:v>
                </c:pt>
                <c:pt idx="10">
                  <c:v>307.0</c:v>
                </c:pt>
                <c:pt idx="11">
                  <c:v>236.0</c:v>
                </c:pt>
                <c:pt idx="12">
                  <c:v>237.0</c:v>
                </c:pt>
                <c:pt idx="13">
                  <c:v>170.0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28/09</c:v>
                </c:pt>
                <c:pt idx="1">
                  <c:v>29/09</c:v>
                </c:pt>
                <c:pt idx="2">
                  <c:v>30/09</c:v>
                </c:pt>
                <c:pt idx="3">
                  <c:v>01/10</c:v>
                </c:pt>
                <c:pt idx="4">
                  <c:v>02/10</c:v>
                </c:pt>
                <c:pt idx="5">
                  <c:v>03/10</c:v>
                </c:pt>
                <c:pt idx="6">
                  <c:v>04/10</c:v>
                </c:pt>
                <c:pt idx="7">
                  <c:v>05/10</c:v>
                </c:pt>
                <c:pt idx="8">
                  <c:v>06/10</c:v>
                </c:pt>
                <c:pt idx="9">
                  <c:v>07/10</c:v>
                </c:pt>
                <c:pt idx="10">
                  <c:v>08/10</c:v>
                </c:pt>
                <c:pt idx="11">
                  <c:v>09/10</c:v>
                </c:pt>
                <c:pt idx="12">
                  <c:v>10/10</c:v>
                </c:pt>
                <c:pt idx="13">
                  <c:v>11/10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241.0</c:v>
                </c:pt>
                <c:pt idx="1">
                  <c:v>240.0</c:v>
                </c:pt>
                <c:pt idx="2">
                  <c:v>239.0</c:v>
                </c:pt>
                <c:pt idx="3">
                  <c:v>238.0</c:v>
                </c:pt>
                <c:pt idx="4">
                  <c:v>225.0</c:v>
                </c:pt>
                <c:pt idx="5">
                  <c:v>205.0</c:v>
                </c:pt>
                <c:pt idx="6">
                  <c:v>154.0</c:v>
                </c:pt>
                <c:pt idx="7">
                  <c:v>237.0</c:v>
                </c:pt>
                <c:pt idx="8">
                  <c:v>221.0</c:v>
                </c:pt>
                <c:pt idx="9">
                  <c:v>283.0</c:v>
                </c:pt>
                <c:pt idx="10">
                  <c:v>240.0</c:v>
                </c:pt>
                <c:pt idx="11">
                  <c:v>241.0</c:v>
                </c:pt>
                <c:pt idx="12">
                  <c:v>188.0</c:v>
                </c:pt>
                <c:pt idx="13">
                  <c:v>126.0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-14,5% &amp; PS -14,5% MoM — Achievement Mencapai 25,9% (RE) / 24,8%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11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01–11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(-1,3%), Denpasar Terdalam (-19,5%)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-19,5%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29,6%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24,7%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(+15,1%), Bali Barat Terdalam (-39,3%)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Sikka Penyumbang PS Absolut Terbesar (+14), Sumbawa Barat Tumbuh Tertinggi (+85,7%)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45 kabupaten: Top 5 menyumbang +53, Bottom 5 -265, dan perubahan PS regional -399.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(-6,2%), TSEL One &gt;30 Mbps Turun Terdalam (-26,7%)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-5,2%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5.296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1.475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1.338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01–11 Okt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120 / 306 (39,2%)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-5,5%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156 / 347 (45,0%)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-4,9% | Turun 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 / 129 (43,4%)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 / 143 (48,3%)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 / 143 (53,8%)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 | Turun 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156 (56,4%)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 / 210 (55,2%)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-6,5% | Turun 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140 / 237 (59,1%)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-5,4% | Turun 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 / 58 (84,5%)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+2,1% | Turun 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369 / 788 (46,8%)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239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453 / 901 (50,3%)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-5,8% | Turun 286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1.275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2.039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306 (2,9%)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-30,8%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347 (7,2%)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-21,9% | Turun 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13 (30,8%)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129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143 (7,0%)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143 (3,5%)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156 (3,8%)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210 (1,9%)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-55,6% | Turun 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237 (3,8%)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58 (12,1%)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+75,0% | Turun 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 / 788 (3,0%)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-17,2% | Turun 239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20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 / 901 (5,5%)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-12,3% | Turun 286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USWATUN HASANAH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EMANUEL MARYANUS DE ORNAY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JILDER FINA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Winna Fitriany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BENYAMIN NDEWI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RENI HENDRIANI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Santorio De Jesus Koro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Anansavero asfhi riihan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Anansavero asfhi riihan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LABA GOLE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Okt 2026 vs MTD-1 01–11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01–11 Okt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2.757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2.358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01–11 Okt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01–11 Okt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3.561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3.044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2.757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2.358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528,6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3.009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2.533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2.402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2.039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445,8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+22,3%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740,0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-78,3%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464 | MoM -10,4%
PS: 453 | MoM -5,2%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381 | Active 48,4% | MoM -11,6%
  PS: 369 | Active 46,8% | MoM -6,3%
• Greenfield
  RE: 48 | Active 82,8% | MoM -5,9%
  PS: 49 | Active 84,5% | MoM +2,1%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-27,3%, Gap -12
• Flores: PS +12,5%, Gap +6
• Kupang: PS -22,7%, Gap -5
• Mataram: PS -30,4%, Gap 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Baa Rote (Kupang): -100,0%, Gap -2
• Grapari Lombok Timur (Mataram): -100,0%, Gap -1
• Grapari Tabanan (Denpasar): -75,0%, Gap -3
• Grapari Sumbawa (Mataram): -66,7%, Gap -4
• Grapari Mataram (Mataram): -64,0%, Gap -16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-153 (-36,8%), PS -148 (-40,7%)
• Bali Tengah: RE -76 (-10,8%), PS -72 (-12,1%)
• Lombok: RE -87 (-18,6%), PS -57 (-15,8%)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-3 (-16,7%), PS -8 (-66,7%)
• Bali Timur: RE -2 (-7,7%), PS -5 (-29,4%)
• Manggarai: RE -5 (-38,5%), PS -5 (-71,4%)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+2 (+100,0%), PS -2 (-100,0%)
• Flores Timur: RE 0 (0,0%), PS -2 (-100,0%)
• Manggarai: RE -4 (-80,0%),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-3 (-100,0%), PS -3 (-100,0%)
• Malaka Timtim Belu: RE -2 (-100,0%), PS -2 (-100,0%)
• Manggarai: RE -1 (-50,0%),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