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22/09</c:v>
                </c:pt>
                <c:pt idx="1">
                  <c:v>23/09</c:v>
                </c:pt>
                <c:pt idx="2">
                  <c:v>24/09</c:v>
                </c:pt>
                <c:pt idx="3">
                  <c:v>25/09</c:v>
                </c:pt>
                <c:pt idx="4">
                  <c:v>26/09</c:v>
                </c:pt>
                <c:pt idx="5">
                  <c:v>27/09</c:v>
                </c:pt>
                <c:pt idx="6">
                  <c:v>28/09</c:v>
                </c:pt>
                <c:pt idx="7">
                  <c:v>29/09</c:v>
                </c:pt>
                <c:pt idx="8">
                  <c:v>30/09</c:v>
                </c:pt>
                <c:pt idx="9">
                  <c:v>01/10</c:v>
                </c:pt>
                <c:pt idx="10">
                  <c:v>02/10</c:v>
                </c:pt>
                <c:pt idx="11">
                  <c:v>03/10</c:v>
                </c:pt>
                <c:pt idx="12">
                  <c:v>04/10</c:v>
                </c:pt>
                <c:pt idx="13">
                  <c:v>05/10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316.0</c:v>
                </c:pt>
                <c:pt idx="1">
                  <c:v>299.0</c:v>
                </c:pt>
                <c:pt idx="2">
                  <c:v>309.0</c:v>
                </c:pt>
                <c:pt idx="3">
                  <c:v>303.0</c:v>
                </c:pt>
                <c:pt idx="4">
                  <c:v>248.0</c:v>
                </c:pt>
                <c:pt idx="5">
                  <c:v>150.0</c:v>
                </c:pt>
                <c:pt idx="6">
                  <c:v>315.0</c:v>
                </c:pt>
                <c:pt idx="7">
                  <c:v>321.0</c:v>
                </c:pt>
                <c:pt idx="8">
                  <c:v>271.0</c:v>
                </c:pt>
                <c:pt idx="9">
                  <c:v>352.0</c:v>
                </c:pt>
                <c:pt idx="10">
                  <c:v>332.0</c:v>
                </c:pt>
                <c:pt idx="11">
                  <c:v>257.0</c:v>
                </c:pt>
                <c:pt idx="12">
                  <c:v>184.0</c:v>
                </c:pt>
                <c:pt idx="13">
                  <c:v>329.0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22/09</c:v>
                </c:pt>
                <c:pt idx="1">
                  <c:v>23/09</c:v>
                </c:pt>
                <c:pt idx="2">
                  <c:v>24/09</c:v>
                </c:pt>
                <c:pt idx="3">
                  <c:v>25/09</c:v>
                </c:pt>
                <c:pt idx="4">
                  <c:v>26/09</c:v>
                </c:pt>
                <c:pt idx="5">
                  <c:v>27/09</c:v>
                </c:pt>
                <c:pt idx="6">
                  <c:v>28/09</c:v>
                </c:pt>
                <c:pt idx="7">
                  <c:v>29/09</c:v>
                </c:pt>
                <c:pt idx="8">
                  <c:v>30/09</c:v>
                </c:pt>
                <c:pt idx="9">
                  <c:v>01/10</c:v>
                </c:pt>
                <c:pt idx="10">
                  <c:v>02/10</c:v>
                </c:pt>
                <c:pt idx="11">
                  <c:v>03/10</c:v>
                </c:pt>
                <c:pt idx="12">
                  <c:v>04/10</c:v>
                </c:pt>
                <c:pt idx="13">
                  <c:v>05/10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271.0</c:v>
                </c:pt>
                <c:pt idx="1">
                  <c:v>247.0</c:v>
                </c:pt>
                <c:pt idx="2">
                  <c:v>254.0</c:v>
                </c:pt>
                <c:pt idx="3">
                  <c:v>239.0</c:v>
                </c:pt>
                <c:pt idx="4">
                  <c:v>173.0</c:v>
                </c:pt>
                <c:pt idx="5">
                  <c:v>131.0</c:v>
                </c:pt>
                <c:pt idx="6">
                  <c:v>241.0</c:v>
                </c:pt>
                <c:pt idx="7">
                  <c:v>240.0</c:v>
                </c:pt>
                <c:pt idx="8">
                  <c:v>239.0</c:v>
                </c:pt>
                <c:pt idx="9">
                  <c:v>238.0</c:v>
                </c:pt>
                <c:pt idx="10">
                  <c:v>225.0</c:v>
                </c:pt>
                <c:pt idx="11">
                  <c:v>205.0</c:v>
                </c:pt>
                <c:pt idx="12">
                  <c:v>154.0</c:v>
                </c:pt>
                <c:pt idx="13">
                  <c:v>233.0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-14,6% &amp; PS -18,6% MoM — Achievement Mencapai 12,4% (RE) / 11,1%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5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01–05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(-10,2%), Kupang Terdalam (-23,5%)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-10,2%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-13,6%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-23,3%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-23,5%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12,2%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12,2%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11,3%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Sumbawa Timur Tertinggi (+2,1%), Bali Barat Terdalam (-48,1%)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Bangli Penyumbang PS Absolut Terbesar (+6), Karang Asem Tumbuh Tertinggi (+66,7%)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+20, Bottom 5 -148, dan perubahan PS regional -241.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(-7,3%), TSEL One &gt;30 Mbps Turun Terdalam (-25,0%)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-8,2%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1.383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01–05 Okt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20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 / 306 (27,8%)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 | Turun 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118 / 347 (34,0%)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-6,3%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129 (28,7%)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 / 143 (34,3%)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-10,9%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143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156 (32,1%)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16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 / 210 (41,9%)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+8,6%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109 / 237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+7,9%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 / 58 (63,8%)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-2,6% | Turun 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254 / 788 (32,2%)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 | Turun 174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326 / 901 (36,2%)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-8,7% | Turun 216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20 (5,0%)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-55,6%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347 (2,0%)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-53,3%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237 (0,4%)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58 (1,7%)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— | Turun 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788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174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-55,6%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901 (0,9%)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-55,6% | Turun 216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Handoko Priadtmono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AWANG DARMAWAN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MELSI ORIANA TAELA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USAMAH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MAWAYANA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Septian Adiputra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LUH KARTINI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BAMBANG WAHYUDDIN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FELIKS VENTIANUS MARIO JEMA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MELSI ORIANA TAELA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MARIANIS TAPIN WOKAL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JANUARIUS PAULUS KOPONG HADA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Anmisa putrianingsih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MAWAYANA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JEVRIANUS DIMA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BUDIYANSYAH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Handoko Priadtmono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YUSUF MARIO BENNY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JEPRIANUS MUJI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Linda Ariyani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Cornelis Desanto Karo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Minhaq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ALVIN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 Susilo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MISION NARIS POIK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YUNESTI DIMA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01–05 Okt 2026 vs MTD-1 01–05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01–05 Okt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01–05 Okt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01–05 Okt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1.703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1.454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1.296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1.055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232,9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197,1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358 | MoM -9,8%
PS: 326 | MoM -8,2%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284 | Active 36,0% | MoM -11,2%
  PS: 254 | Active 32,2% | MoM -9,6%
• Greenfield
  RE: 39 | Active 67,2% | MoM -4,9%
  PS: 37 | Active 63,8% | MoM -2,6%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-24,0%, Gap -6
• Flores: PS 0,0%, Gap 0
• Kupang: PS -10,0%, Gap -1
• Mataram: PS -43,3%, Gap -13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Singaraja (Denpasar): -100,0%, Gap -1
• Grapari Ubud (Denpasar): -100,0%, Gap -3
• Grapari Bajawa (Flores): -100,0%, Gap -1
• Grapari Malaka (Kupang): -100,0%, Gap -1
• Grapari Mataram (Mataram): -78,6%, Gap -11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-85 (-37,8%), PS -101 (-50,8%)
• Bali Timur: RE -35 (-30,2%), PS -18 (-22,5%)
• Lombok: RE -31 (-14,6%), PS -16 (-9,8%)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+9 (+28,1%), PS -5 (-21,7%)
• Lombok: RE -3 (-18,8%), PS -4 (-40,0%)
• Ende Sikka: RE -1 (-20,0%), PS -3 (-75,0%)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-3 (-25,0%), PS -4 (-50,0%)
• Bali Timur: RE 0 (0,0%), PS -2 (-100,0%)
• Ende Sikka: RE +2 (—),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(-100,0%), PS -1 (-100,0%)
• Manggarai: RE 0 (0,0%), PS -1 (-100,0%)
• Sumbawa Timur: RE -1 (-100,0%),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M-1 304 | MoM +8.6%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6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7969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79712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43000"/>
          <a:ext cx="1154887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9"/>
                <a:gridCol w="2080877"/>
                <a:gridCol w="1768746"/>
                <a:gridCol w="1768746"/>
                <a:gridCol w="1768746"/>
                <a:gridCol w="176874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 / +12.0%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265 / +4.3%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44,619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130,612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27.6%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27.0%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22.2%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19.8%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21.2%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17.9%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