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316.0</c:v>
                </c:pt>
                <c:pt idx="1">
                  <c:v>299.0</c:v>
                </c:pt>
                <c:pt idx="2">
                  <c:v>309.0</c:v>
                </c:pt>
                <c:pt idx="3">
                  <c:v>303.0</c:v>
                </c:pt>
                <c:pt idx="4">
                  <c:v>248.0</c:v>
                </c:pt>
                <c:pt idx="5">
                  <c:v>150.0</c:v>
                </c:pt>
                <c:pt idx="6">
                  <c:v>315.0</c:v>
                </c:pt>
                <c:pt idx="7">
                  <c:v>321.0</c:v>
                </c:pt>
                <c:pt idx="8">
                  <c:v>271.0</c:v>
                </c:pt>
                <c:pt idx="9">
                  <c:v>352.0</c:v>
                </c:pt>
                <c:pt idx="10">
                  <c:v>332.0</c:v>
                </c:pt>
                <c:pt idx="11">
                  <c:v>257.0</c:v>
                </c:pt>
                <c:pt idx="12">
                  <c:v>184.0</c:v>
                </c:pt>
                <c:pt idx="13">
                  <c:v>329.0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247.0</c:v>
                </c:pt>
                <c:pt idx="2">
                  <c:v>254.0</c:v>
                </c:pt>
                <c:pt idx="3">
                  <c:v>239.0</c:v>
                </c:pt>
                <c:pt idx="4">
                  <c:v>173.0</c:v>
                </c:pt>
                <c:pt idx="5">
                  <c:v>131.0</c:v>
                </c:pt>
                <c:pt idx="6">
                  <c:v>241.0</c:v>
                </c:pt>
                <c:pt idx="7">
                  <c:v>240.0</c:v>
                </c:pt>
                <c:pt idx="8">
                  <c:v>239.0</c:v>
                </c:pt>
                <c:pt idx="9">
                  <c:v>238.0</c:v>
                </c:pt>
                <c:pt idx="10">
                  <c:v>225.0</c:v>
                </c:pt>
                <c:pt idx="11">
                  <c:v>205.0</c:v>
                </c:pt>
                <c:pt idx="12">
                  <c:v>154.0</c:v>
                </c:pt>
                <c:pt idx="13">
                  <c:v>233.0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-14,6% &amp; PS -18,6% MoM — Achievement Mencapai 12,4% (RE) / 11,1%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(-10,2%), Kupang Terdalam (-23,5%)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(+2,1%), Bali Barat Terdalam (-48,1%)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Bangli Penyumbang PS Absolut Terbesar (+6),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+20, Bottom 5 -148, dan perubahan PS regional -241.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(-7,3%),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-8,2%,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HAN9698607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USA9339079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SPGWW15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SPVEN05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MAR1806995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ANM2815952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SUR9462371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SPKPG09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HAN9698607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SPBNE43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SPSLD07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IDA4047575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HER1161525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SPBRU61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SPXXYW93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SPNUT73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SPRNF95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358 | MoM -9,8%
PS: 326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284 | Active 36,0% | MoM -11,2%
  PS: 254 | Active 32,2% | MoM -9,6%
• Greenfield
  RE: 39 | Active 67,2% | MoM -4,9%
  PS: 37 | Active 63,8% | MoM -2,6%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-24,0%, Gap -6
• Flores: PS 0,0%, Gap 0
• Kupang: PS -10,0%, Gap -1
• Mataram: PS -43,3%, Gap 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Ubud (Denpasar): -100,0%, Gap -3
• Grapari Bajawa (Flores): -100,0%, Gap -1
• Grapari Malaka (Kupang): -100,0%, Gap -1
• Grapari Mataram (Mataram): -78,6%, Gap -11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Lombok: RE -31 (-14,6%), PS -16 (-9,8%)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+9 (+28,1%), PS -5 (-21,7%)
• Lombok: RE -3 (-18,8%), PS -4 (-40,0%)
• Ende Sikka: RE -1 (-20,0%),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
• Ende Sikka: RE +2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0 (0,0%),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254 / 788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326 / 901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58 (1,7%)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901 (0,9%)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