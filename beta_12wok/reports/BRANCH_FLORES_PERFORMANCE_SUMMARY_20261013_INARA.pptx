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28.0</c:v>
                </c:pt>
                <c:pt idx="5">
                  <c:v>26.0</c:v>
                </c:pt>
                <c:pt idx="6">
                  <c:v>30.0</c:v>
                </c:pt>
                <c:pt idx="7">
                  <c:v>30.0</c:v>
                </c:pt>
                <c:pt idx="8">
                  <c:v>20.0</c:v>
                </c:pt>
                <c:pt idx="9">
                  <c:v>22.0</c:v>
                </c:pt>
                <c:pt idx="10">
                  <c:v>13.0</c:v>
                </c:pt>
                <c:pt idx="11">
                  <c:v>25.0</c:v>
                </c:pt>
                <c:pt idx="12">
                  <c:v>20.0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10.0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  <c:pt idx="12">
                  <c:v>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4.0</c:v>
                </c:pt>
                <c:pt idx="6">
                  <c:v>2.0</c:v>
                </c:pt>
                <c:pt idx="7">
                  <c:v>4.0</c:v>
                </c:pt>
                <c:pt idx="8">
                  <c:v>1.0</c:v>
                </c:pt>
                <c:pt idx="9">
                  <c:v>2.0</c:v>
                </c:pt>
                <c:pt idx="10">
                  <c:v>1.0</c:v>
                </c:pt>
                <c:pt idx="11">
                  <c:v>4.0</c:v>
                </c:pt>
                <c:pt idx="12">
                  <c:v>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16.0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15.0</c:v>
                </c:pt>
                <c:pt idx="5">
                  <c:v>12.0</c:v>
                </c:pt>
                <c:pt idx="6">
                  <c:v>14.0</c:v>
                </c:pt>
                <c:pt idx="7">
                  <c:v>13.0</c:v>
                </c:pt>
                <c:pt idx="8">
                  <c:v>10.0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22.0</c:v>
                </c:pt>
                <c:pt idx="5">
                  <c:v>26.0</c:v>
                </c:pt>
                <c:pt idx="6">
                  <c:v>24.0</c:v>
                </c:pt>
                <c:pt idx="7">
                  <c:v>27.0</c:v>
                </c:pt>
                <c:pt idx="8">
                  <c:v>34.0</c:v>
                </c:pt>
                <c:pt idx="9">
                  <c:v>16.0</c:v>
                </c:pt>
                <c:pt idx="10">
                  <c:v>9.0</c:v>
                </c:pt>
                <c:pt idx="11">
                  <c:v>22.0</c:v>
                </c:pt>
                <c:pt idx="12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  <c:pt idx="12">
                  <c:v>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9.0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6.0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Nagekeo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-14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82   Δ -12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52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1.428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57 / 129 (44,2%)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-17,4%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70 / 143 (49,0%)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-15,7%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45 (42,2%)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-13,6%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 / 50 (48,0%)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21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23 (43,5%)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-41,2%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63 (46,0%)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-9,4%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70 (51,4%)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13 (46,2%)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129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143 (9,8%)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45 (13,3%)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50 (16,0%)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21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23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7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70 (4,3%)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73 | MoM -16,1%
PS: 70 | MoM -14,6%
• Junior
  RE: 60 | Active 46,5% | MoM -17,8%
  PS: 57 | Active 44,2% | MoM -16,2%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+66,7%, Gap 2
• Grapari Ende: PS +40,0%, Gap 6
• Grapari Kalabahi: PS +16,7%, Gap 2
• Grapari Labuan Bajo: PS -37,5%,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+85,7%, Gap 6
• Grapari Ruteng: PS -16,7%,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-36 (-32,1%), PS -26 (-31,0%)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-4 (-30,8%), PS -4 (-57,1%)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2 (+100,0%), PS -2 (-100,0%)
• Flores Timur: RE 1 (+100,0%), PS -2 (-100,0%)
• Manggarai: RE -4 (-80,0%),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EMA7688343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EMA7688343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Santorio De Jesus Koro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SAN5304530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NOBERTUS BUU BATE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NOB2604035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FER4126457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22.66%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96.70% | Gap -74.04 pp | M-1 26.53%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Rp319.857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Rp300.803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Rp332.479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-6.82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-3.40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-1.70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-2.68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-4.79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