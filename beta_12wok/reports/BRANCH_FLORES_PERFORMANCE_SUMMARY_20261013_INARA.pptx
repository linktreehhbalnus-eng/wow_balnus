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  <c:pt idx="11">
                  <c:v>25.0</c:v>
                </c:pt>
                <c:pt idx="12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4.0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  <c:pt idx="11">
                  <c:v>22.0</c:v>
                </c:pt>
                <c:pt idx="12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-16,1%
PS: 70 | MoM -14,6%
• Junior
  RE: 60 | Active 46,5% | MoM -17,8%
  PS: 57 | Active 44,2% | MoM 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+40,0%, Gap 6
• Grapari Kalabahi: PS +16,7%, Gap 2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+85,7%, Gap 6
• Grapari Ruteng: PS -16,7%,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-36 (-32,1%), PS -26 (-31,0%)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(-30,8%), PS -4 (-57,1%)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22.66%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26.53% | MoM -3.88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-74.04 pp | Rp-7.56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22.17%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25.47% | MoM -3.30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Rp2.31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Rp2.70 M | MoM -14.2%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50.96% / -7.09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51.64% / -18.32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61.60% / +0.77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28.67% / -3.10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34.96%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37.57% / 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18.72% / -2.19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17.34% / -7.79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23.57% / -1.69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16.41% / -1.55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22.14% / -2.60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21.74% / -1.53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14.88% / -2.52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18.01% / -5.90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21.39% / -1.22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22.76% / -4.88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20.64% / -6.45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24.70% / -3.78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