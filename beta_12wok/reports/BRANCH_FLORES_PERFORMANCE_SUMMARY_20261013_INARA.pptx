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-3.88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-74.04 pp | Rp-7.56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22.17%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-3.30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Rp2.31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-14.2%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C3MR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50.96% / -7.09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51.64% / -18.32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61.60%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28.67% / -3.10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34.96%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37.57%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18.72%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17.34% / -7.79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23.57% / 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16.41% / -1.55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22.14% / -2.60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21.74%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14.88% / -2.52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18.01% / -5.90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21.39% / -1.22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22.76% / -4.88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20.64% / -6.45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24.70% / -3.78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