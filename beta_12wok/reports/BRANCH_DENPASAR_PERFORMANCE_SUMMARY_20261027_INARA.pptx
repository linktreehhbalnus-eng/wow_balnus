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59.0</c:v>
                </c:pt>
                <c:pt idx="1">
                  <c:v>59.0</c:v>
                </c:pt>
                <c:pt idx="2">
                  <c:v>50.0</c:v>
                </c:pt>
                <c:pt idx="3">
                  <c:v>46.0</c:v>
                </c:pt>
                <c:pt idx="4">
                  <c:v>57.0</c:v>
                </c:pt>
                <c:pt idx="5">
                  <c:v>52.0</c:v>
                </c:pt>
                <c:pt idx="6">
                  <c:v>50.0</c:v>
                </c:pt>
                <c:pt idx="7">
                  <c:v>62.0</c:v>
                </c:pt>
                <c:pt idx="8">
                  <c:v>40.0</c:v>
                </c:pt>
                <c:pt idx="9">
                  <c:v>45.0</c:v>
                </c:pt>
                <c:pt idx="10">
                  <c:v>35.0</c:v>
                </c:pt>
                <c:pt idx="11">
                  <c:v>55.0</c:v>
                </c:pt>
                <c:pt idx="12">
                  <c:v>44.0</c:v>
                </c:pt>
                <c:pt idx="13">
                  <c:v>38.0</c:v>
                </c:pt>
                <c:pt idx="14">
                  <c:v>41.0</c:v>
                </c:pt>
                <c:pt idx="15">
                  <c:v>43.0</c:v>
                </c:pt>
                <c:pt idx="16">
                  <c:v>35.0</c:v>
                </c:pt>
                <c:pt idx="17">
                  <c:v>43.0</c:v>
                </c:pt>
                <c:pt idx="18">
                  <c:v>52.0</c:v>
                </c:pt>
                <c:pt idx="19">
                  <c:v>60.0</c:v>
                </c:pt>
                <c:pt idx="20">
                  <c:v>48.0</c:v>
                </c:pt>
                <c:pt idx="21">
                  <c:v>49.0</c:v>
                </c:pt>
                <c:pt idx="22">
                  <c:v>40.0</c:v>
                </c:pt>
                <c:pt idx="23">
                  <c:v>43.0</c:v>
                </c:pt>
                <c:pt idx="24">
                  <c:v>48.0</c:v>
                </c:pt>
                <c:pt idx="25">
                  <c:v>44.0</c:v>
                </c:pt>
                <c:pt idx="26">
                  <c:v>44.0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15.0</c:v>
                </c:pt>
                <c:pt idx="1">
                  <c:v>16.0</c:v>
                </c:pt>
                <c:pt idx="2">
                  <c:v>13.0</c:v>
                </c:pt>
                <c:pt idx="3">
                  <c:v>14.0</c:v>
                </c:pt>
                <c:pt idx="4">
                  <c:v>15.0</c:v>
                </c:pt>
                <c:pt idx="5">
                  <c:v>15.0</c:v>
                </c:pt>
                <c:pt idx="6">
                  <c:v>13.0</c:v>
                </c:pt>
                <c:pt idx="7">
                  <c:v>18.0</c:v>
                </c:pt>
                <c:pt idx="8">
                  <c:v>13.0</c:v>
                </c:pt>
                <c:pt idx="9">
                  <c:v>17.0</c:v>
                </c:pt>
                <c:pt idx="10">
                  <c:v>10.0</c:v>
                </c:pt>
                <c:pt idx="11">
                  <c:v>11.0</c:v>
                </c:pt>
                <c:pt idx="12">
                  <c:v>13.0</c:v>
                </c:pt>
                <c:pt idx="13">
                  <c:v>11.0</c:v>
                </c:pt>
                <c:pt idx="14">
                  <c:v>12.0</c:v>
                </c:pt>
                <c:pt idx="15">
                  <c:v>10.0</c:v>
                </c:pt>
                <c:pt idx="16">
                  <c:v>11.0</c:v>
                </c:pt>
                <c:pt idx="17">
                  <c:v>14.0</c:v>
                </c:pt>
                <c:pt idx="18">
                  <c:v>19.0</c:v>
                </c:pt>
                <c:pt idx="19">
                  <c:v>22.0</c:v>
                </c:pt>
                <c:pt idx="20">
                  <c:v>15.0</c:v>
                </c:pt>
                <c:pt idx="21">
                  <c:v>16.0</c:v>
                </c:pt>
                <c:pt idx="22">
                  <c:v>11.0</c:v>
                </c:pt>
                <c:pt idx="23">
                  <c:v>12.0</c:v>
                </c:pt>
                <c:pt idx="24">
                  <c:v>15.0</c:v>
                </c:pt>
                <c:pt idx="25">
                  <c:v>10.0</c:v>
                </c:pt>
                <c:pt idx="26">
                  <c:v>13.0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34.0</c:v>
                </c:pt>
                <c:pt idx="1">
                  <c:v>34.0</c:v>
                </c:pt>
                <c:pt idx="2">
                  <c:v>31.0</c:v>
                </c:pt>
                <c:pt idx="3">
                  <c:v>22.0</c:v>
                </c:pt>
                <c:pt idx="4">
                  <c:v>33.0</c:v>
                </c:pt>
                <c:pt idx="5">
                  <c:v>25.0</c:v>
                </c:pt>
                <c:pt idx="6">
                  <c:v>32.0</c:v>
                </c:pt>
                <c:pt idx="7">
                  <c:v>34.0</c:v>
                </c:pt>
                <c:pt idx="8">
                  <c:v>19.0</c:v>
                </c:pt>
                <c:pt idx="9">
                  <c:v>24.0</c:v>
                </c:pt>
                <c:pt idx="10">
                  <c:v>18.0</c:v>
                </c:pt>
                <c:pt idx="11">
                  <c:v>31.0</c:v>
                </c:pt>
                <c:pt idx="12">
                  <c:v>22.0</c:v>
                </c:pt>
                <c:pt idx="13">
                  <c:v>17.0</c:v>
                </c:pt>
                <c:pt idx="14">
                  <c:v>23.0</c:v>
                </c:pt>
                <c:pt idx="15">
                  <c:v>23.0</c:v>
                </c:pt>
                <c:pt idx="16">
                  <c:v>16.0</c:v>
                </c:pt>
                <c:pt idx="17">
                  <c:v>20.0</c:v>
                </c:pt>
                <c:pt idx="18">
                  <c:v>24.0</c:v>
                </c:pt>
                <c:pt idx="19">
                  <c:v>27.0</c:v>
                </c:pt>
                <c:pt idx="20">
                  <c:v>23.0</c:v>
                </c:pt>
                <c:pt idx="21">
                  <c:v>25.0</c:v>
                </c:pt>
                <c:pt idx="22">
                  <c:v>23.0</c:v>
                </c:pt>
                <c:pt idx="23">
                  <c:v>19.0</c:v>
                </c:pt>
                <c:pt idx="24">
                  <c:v>20.0</c:v>
                </c:pt>
                <c:pt idx="25">
                  <c:v>25.0</c:v>
                </c:pt>
                <c:pt idx="26">
                  <c:v>22.0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Sheet1!$E$2:$E$28</c:f>
              <c:numCache>
                <c:formatCode>General</c:formatCode>
                <c:ptCount val="27"/>
                <c:pt idx="0">
                  <c:v>12.0</c:v>
                </c:pt>
                <c:pt idx="1">
                  <c:v>11.0</c:v>
                </c:pt>
                <c:pt idx="2">
                  <c:v>9.0</c:v>
                </c:pt>
                <c:pt idx="3">
                  <c:v>10.0</c:v>
                </c:pt>
                <c:pt idx="4">
                  <c:v>11.0</c:v>
                </c:pt>
                <c:pt idx="5">
                  <c:v>13.0</c:v>
                </c:pt>
                <c:pt idx="6">
                  <c:v>8.0</c:v>
                </c:pt>
                <c:pt idx="7">
                  <c:v>13.0</c:v>
                </c:pt>
                <c:pt idx="8">
                  <c:v>8.0</c:v>
                </c:pt>
                <c:pt idx="9">
                  <c:v>8.0</c:v>
                </c:pt>
                <c:pt idx="10">
                  <c:v>8.0</c:v>
                </c:pt>
                <c:pt idx="11">
                  <c:v>13.0</c:v>
                </c:pt>
                <c:pt idx="12">
                  <c:v>11.0</c:v>
                </c:pt>
                <c:pt idx="13">
                  <c:v>10.0</c:v>
                </c:pt>
                <c:pt idx="14">
                  <c:v>7.0</c:v>
                </c:pt>
                <c:pt idx="15">
                  <c:v>10.0</c:v>
                </c:pt>
                <c:pt idx="16">
                  <c:v>8.0</c:v>
                </c:pt>
                <c:pt idx="17">
                  <c:v>10.0</c:v>
                </c:pt>
                <c:pt idx="18">
                  <c:v>9.0</c:v>
                </c:pt>
                <c:pt idx="19">
                  <c:v>11.0</c:v>
                </c:pt>
                <c:pt idx="20">
                  <c:v>10.0</c:v>
                </c:pt>
                <c:pt idx="21">
                  <c:v>8.0</c:v>
                </c:pt>
                <c:pt idx="22">
                  <c:v>6.0</c:v>
                </c:pt>
                <c:pt idx="23">
                  <c:v>12.0</c:v>
                </c:pt>
                <c:pt idx="24">
                  <c:v>13.0</c:v>
                </c:pt>
                <c:pt idx="25">
                  <c:v>9.0</c:v>
                </c:pt>
                <c:pt idx="26">
                  <c:v>9.0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Sheet1!$F$2:$F$28</c:f>
              <c:numCache>
                <c:formatCode>General</c:formatCode>
                <c:ptCount val="27"/>
                <c:pt idx="0">
                  <c:v>1.0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Denpasar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53.0</c:v>
                </c:pt>
                <c:pt idx="1">
                  <c:v>53.0</c:v>
                </c:pt>
                <c:pt idx="2">
                  <c:v>57.0</c:v>
                </c:pt>
                <c:pt idx="3">
                  <c:v>41.0</c:v>
                </c:pt>
                <c:pt idx="4">
                  <c:v>42.0</c:v>
                </c:pt>
                <c:pt idx="5">
                  <c:v>45.0</c:v>
                </c:pt>
                <c:pt idx="6">
                  <c:v>57.0</c:v>
                </c:pt>
                <c:pt idx="7">
                  <c:v>56.0</c:v>
                </c:pt>
                <c:pt idx="8">
                  <c:v>43.0</c:v>
                </c:pt>
                <c:pt idx="9">
                  <c:v>41.0</c:v>
                </c:pt>
                <c:pt idx="10">
                  <c:v>32.0</c:v>
                </c:pt>
                <c:pt idx="11">
                  <c:v>42.0</c:v>
                </c:pt>
                <c:pt idx="12">
                  <c:v>43.0</c:v>
                </c:pt>
                <c:pt idx="13">
                  <c:v>34.0</c:v>
                </c:pt>
                <c:pt idx="14">
                  <c:v>31.0</c:v>
                </c:pt>
                <c:pt idx="15">
                  <c:v>40.0</c:v>
                </c:pt>
                <c:pt idx="16">
                  <c:v>43.0</c:v>
                </c:pt>
                <c:pt idx="17">
                  <c:v>35.0</c:v>
                </c:pt>
                <c:pt idx="18">
                  <c:v>50.0</c:v>
                </c:pt>
                <c:pt idx="19">
                  <c:v>44.0</c:v>
                </c:pt>
                <c:pt idx="20">
                  <c:v>46.0</c:v>
                </c:pt>
                <c:pt idx="21">
                  <c:v>40.0</c:v>
                </c:pt>
                <c:pt idx="22">
                  <c:v>36.0</c:v>
                </c:pt>
                <c:pt idx="23">
                  <c:v>45.0</c:v>
                </c:pt>
                <c:pt idx="24">
                  <c:v>37.0</c:v>
                </c:pt>
                <c:pt idx="25">
                  <c:v>43.0</c:v>
                </c:pt>
                <c:pt idx="26">
                  <c:v>33.0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Bali Barat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11.0</c:v>
                </c:pt>
                <c:pt idx="1">
                  <c:v>15.0</c:v>
                </c:pt>
                <c:pt idx="2">
                  <c:v>13.0</c:v>
                </c:pt>
                <c:pt idx="3">
                  <c:v>9.0</c:v>
                </c:pt>
                <c:pt idx="4">
                  <c:v>11.0</c:v>
                </c:pt>
                <c:pt idx="5">
                  <c:v>8.0</c:v>
                </c:pt>
                <c:pt idx="6">
                  <c:v>19.0</c:v>
                </c:pt>
                <c:pt idx="7">
                  <c:v>15.0</c:v>
                </c:pt>
                <c:pt idx="8">
                  <c:v>11.0</c:v>
                </c:pt>
                <c:pt idx="9">
                  <c:v>14.0</c:v>
                </c:pt>
                <c:pt idx="10">
                  <c:v>12.0</c:v>
                </c:pt>
                <c:pt idx="11">
                  <c:v>11.0</c:v>
                </c:pt>
                <c:pt idx="12">
                  <c:v>12.0</c:v>
                </c:pt>
                <c:pt idx="13">
                  <c:v>6.0</c:v>
                </c:pt>
                <c:pt idx="14">
                  <c:v>9.0</c:v>
                </c:pt>
                <c:pt idx="15">
                  <c:v>7.0</c:v>
                </c:pt>
                <c:pt idx="16">
                  <c:v>15.0</c:v>
                </c:pt>
                <c:pt idx="17">
                  <c:v>9.0</c:v>
                </c:pt>
                <c:pt idx="18">
                  <c:v>18.0</c:v>
                </c:pt>
                <c:pt idx="19">
                  <c:v>16.0</c:v>
                </c:pt>
                <c:pt idx="20">
                  <c:v>18.0</c:v>
                </c:pt>
                <c:pt idx="21">
                  <c:v>10.0</c:v>
                </c:pt>
                <c:pt idx="22">
                  <c:v>12.0</c:v>
                </c:pt>
                <c:pt idx="23">
                  <c:v>12.0</c:v>
                </c:pt>
                <c:pt idx="24">
                  <c:v>12.0</c:v>
                </c:pt>
                <c:pt idx="25">
                  <c:v>13.0</c:v>
                </c:pt>
                <c:pt idx="26">
                  <c:v>11.0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Bali Tengah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31.0</c:v>
                </c:pt>
                <c:pt idx="1">
                  <c:v>30.0</c:v>
                </c:pt>
                <c:pt idx="2">
                  <c:v>36.0</c:v>
                </c:pt>
                <c:pt idx="3">
                  <c:v>26.0</c:v>
                </c:pt>
                <c:pt idx="4">
                  <c:v>23.0</c:v>
                </c:pt>
                <c:pt idx="5">
                  <c:v>31.0</c:v>
                </c:pt>
                <c:pt idx="6">
                  <c:v>30.0</c:v>
                </c:pt>
                <c:pt idx="7">
                  <c:v>28.0</c:v>
                </c:pt>
                <c:pt idx="8">
                  <c:v>23.0</c:v>
                </c:pt>
                <c:pt idx="9">
                  <c:v>15.0</c:v>
                </c:pt>
                <c:pt idx="10">
                  <c:v>19.0</c:v>
                </c:pt>
                <c:pt idx="11">
                  <c:v>24.0</c:v>
                </c:pt>
                <c:pt idx="12">
                  <c:v>23.0</c:v>
                </c:pt>
                <c:pt idx="13">
                  <c:v>22.0</c:v>
                </c:pt>
                <c:pt idx="14">
                  <c:v>16.0</c:v>
                </c:pt>
                <c:pt idx="15">
                  <c:v>26.0</c:v>
                </c:pt>
                <c:pt idx="16">
                  <c:v>21.0</c:v>
                </c:pt>
                <c:pt idx="17">
                  <c:v>19.0</c:v>
                </c:pt>
                <c:pt idx="18">
                  <c:v>20.0</c:v>
                </c:pt>
                <c:pt idx="19">
                  <c:v>22.0</c:v>
                </c:pt>
                <c:pt idx="20">
                  <c:v>23.0</c:v>
                </c:pt>
                <c:pt idx="21">
                  <c:v>18.0</c:v>
                </c:pt>
                <c:pt idx="22">
                  <c:v>21.0</c:v>
                </c:pt>
                <c:pt idx="23">
                  <c:v>26.0</c:v>
                </c:pt>
                <c:pt idx="24">
                  <c:v>17.0</c:v>
                </c:pt>
                <c:pt idx="25">
                  <c:v>18.0</c:v>
                </c:pt>
                <c:pt idx="26">
                  <c:v>19.0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Bali Timur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Sheet1!$E$2:$E$28</c:f>
              <c:numCache>
                <c:formatCode>General</c:formatCode>
                <c:ptCount val="27"/>
                <c:pt idx="0">
                  <c:v>12.0</c:v>
                </c:pt>
                <c:pt idx="1">
                  <c:v>8.0</c:v>
                </c:pt>
                <c:pt idx="2">
                  <c:v>9.0</c:v>
                </c:pt>
                <c:pt idx="3">
                  <c:v>6.0</c:v>
                </c:pt>
                <c:pt idx="4">
                  <c:v>12.0</c:v>
                </c:pt>
                <c:pt idx="5">
                  <c:v>7.0</c:v>
                </c:pt>
                <c:pt idx="6">
                  <c:v>12.0</c:v>
                </c:pt>
                <c:pt idx="7">
                  <c:v>14.0</c:v>
                </c:pt>
                <c:pt idx="8">
                  <c:v>9.0</c:v>
                </c:pt>
                <c:pt idx="9">
                  <c:v>12.0</c:v>
                </c:pt>
                <c:pt idx="10">
                  <c:v>3.0</c:v>
                </c:pt>
                <c:pt idx="11">
                  <c:v>8.0</c:v>
                </c:pt>
                <c:pt idx="12">
                  <c:v>8.0</c:v>
                </c:pt>
                <c:pt idx="13">
                  <c:v>6.0</c:v>
                </c:pt>
                <c:pt idx="14">
                  <c:v>7.0</c:v>
                </c:pt>
                <c:pt idx="15">
                  <c:v>7.0</c:v>
                </c:pt>
                <c:pt idx="16">
                  <c:v>7.0</c:v>
                </c:pt>
                <c:pt idx="17">
                  <c:v>7.0</c:v>
                </c:pt>
                <c:pt idx="18">
                  <c:v>12.0</c:v>
                </c:pt>
                <c:pt idx="19">
                  <c:v>6.0</c:v>
                </c:pt>
                <c:pt idx="20">
                  <c:v>6.0</c:v>
                </c:pt>
                <c:pt idx="21">
                  <c:v>12.0</c:v>
                </c:pt>
                <c:pt idx="22">
                  <c:v>3.0</c:v>
                </c:pt>
                <c:pt idx="23">
                  <c:v>7.0</c:v>
                </c:pt>
                <c:pt idx="24">
                  <c:v>8.0</c:v>
                </c:pt>
                <c:pt idx="25">
                  <c:v>12.0</c:v>
                </c:pt>
                <c:pt idx="26">
                  <c:v>3.0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Unknown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Sheet1!$A$2:$A$28</c:f>
              <c:strCache>
                <c:ptCount val="27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  <c:pt idx="18">
                  <c:v>19 Oct</c:v>
                </c:pt>
                <c:pt idx="19">
                  <c:v>20 Oct</c:v>
                </c:pt>
                <c:pt idx="20">
                  <c:v>21 Oct</c:v>
                </c:pt>
                <c:pt idx="21">
                  <c:v>22 Oct</c:v>
                </c:pt>
                <c:pt idx="22">
                  <c:v>23 Oct</c:v>
                </c:pt>
                <c:pt idx="23">
                  <c:v>24 Oct</c:v>
                </c:pt>
                <c:pt idx="24">
                  <c:v>25 Oct</c:v>
                </c:pt>
                <c:pt idx="25">
                  <c:v>26 Oct</c:v>
                </c:pt>
                <c:pt idx="26">
                  <c:v>27 Oct</c:v>
                </c:pt>
              </c:strCache>
            </c:strRef>
          </c:cat>
          <c:val>
            <c:numRef>
              <c:f>Sheet1!$F$2:$F$28</c:f>
              <c:numCache>
                <c:formatCode>General</c:formatCode>
                <c:ptCount val="27"/>
                <c:pt idx="0">
                  <c:v>0</c:v>
                </c:pt>
                <c:pt idx="1">
                  <c:v>1.0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2.369,5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4.174,0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1.952,0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-2,1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1.307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-36,4%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554,5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1.565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1.038,4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53,6%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51,0%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Klaten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Kota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Buleleng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-209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-166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351 → 378  (+7,7%)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-18,2%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231   Δ -42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187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-15,8%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222   Δ -35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225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6.592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-15,8%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6.592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1.838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-19,3%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3.474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-17,9%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-11,3%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 / 20 (95,0%)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148 / 337 (43,9%)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-18,7% | Turun 110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187 / 378 (49,5%)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-15,4% | Turun 138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69 (55,1%)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-15,6%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48 / 81 (59,3%)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-12,7% | Turun 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9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71 / 164 (43,3%)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-23,7% | Turun 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92 / 185 (49,7%)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-19,3% | Turun 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5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39 / 104 (37,5%)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-11,4%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47 / 112 (42,0%)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-9,6%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132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-28,8%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581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-13,9%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1.931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262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532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431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376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1.084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200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315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29 / 337 (8,6%)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-21,6% | Turun 110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52 / 378 (13,8%)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 | Turun 138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9 / 69 (13,0%)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-35,7% | Turun 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 / 81 (17,3%)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4 / 9 (44,4%)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13 / 164 (7,9%)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-18,8% | Turun 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28 / 185 (15,1%)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-15,2% | Turun 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104 (6,7%)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 / 112 (8,9%)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-9,1% | Turun 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981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435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90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2.916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7.261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21.317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15.514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3.283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47.405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15,3%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3.283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668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2.749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460,0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2.916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2.451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387,7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189 | MoM -18,2%
PS: 187 | MoM -15,8%
• Elite
  RE: 10 | Active 100,0% | MoM 0,0%
  PS: 10 | Active 100,0% | MoM 0,0%
• Performer
  RE: 6 | Active 100,0% | MoM 0,0%
  PS: 6 | Active 100,0% | MoM 0,0%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Junior
  RE: 151 | Active 44,8% | MoM -21,4%
  PS: 148 | Active 43,9% | MoM -19,1%
• Greenfield
  RE: 18 | Active 90,0% | MoM -5,3%
  PS: 19 | Active 95,0% | MoM 0,0%
• Junior Plus
  RE: 4 | Active 80,0% | MoM 0,0%
  PS: 4 | Active 80,0%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Amlapura: PS -66,7%, Gap -2
• Grapari Gatsu Tengah: PS -60,0%, Gap -3
• Grapari Jimbaran: PS -47,6%, Gap -10
• Grapari Kuta: PS +12,5%, Gap 1
• Grapari Negara: PS -60,0%, Gap 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Renon: PS -52,4%, Gap -22
• Grapari Singaraja: PS -20,0%, Gap -1
• Grapari Tabanan: PS -16,7%, Gap -1
• Grapari Ubud: PS -20,0%, Gap -3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Barat: RE -254 (-28,7%), PS -251 (-32,4%)
• Bali Tengah: RE -211 (-13,8%), PS -195 (-15,2%)
• Bali Timur: RE -111 (-22,0%), PS -75 (-19,2%)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Timur: RE 9 (+17,6%), PS -8 (-20,0%)
• Bali Tengah: RE -12 (-7,1%), PS -6 (-5,0%)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-13 (-24,1%), PS -6 (-17,6%)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Bali Tengah: RE -1 (-16,7%), PS -3 (-60,0%)
• Bali Timur: RE -1 (-16,7%), PS -2 (-40,0%)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47,8%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169,7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124,3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117,5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37,2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74,7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18,4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15,5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295,0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560,7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463,4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99,1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332,9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283,3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94,9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80,7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pinky priyantini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IDA9238809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EKA PUTU WIGUNA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SPXPW93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BERTHA GANTI ROULI SILABAN AMKG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SPXBRT80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HAYAT ANSORI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SPOAA27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Erlan Bahtiar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ERL2791623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HAIDAR EL JAWAS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SPEDA24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GEDE EKA PANDI ASTAWAN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IGE5979988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pinky priyantini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IDA9238809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ARDIANSYAH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ARD6855279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nengah semara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INE6371994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Novi Rohmatul hazijah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NOV2302500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[TECHNICIAN] HAYAT ANSORI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SPOAA27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Anak Agung Istri Agung Ari Damayanti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ANA8921119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Komang ayu Ari widnyani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NIK6743002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Naufal Mascaty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NAU5578143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01–27 Oct 2026 vs MTD-1 01–27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Indra syah putra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IND7163324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IRMA NUR AINI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SPIRN91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Ida ayu Made Sri Pradnya tari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IDA4047575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Kadek Putra Adhi Prasetya Arintama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IKA8469114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Kadek Suriantini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NIK5337350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Luh Madina Vera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NIL7530759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PUTU GEDE HARYA PRADNYA MAHA ARSA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PUT6943727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WINDA SAPUTRI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SPXXYW93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Marselinus Supardi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MAR4586447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MUHAZAM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SPXZM15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Vira dwi agustin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VIR7434347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 GST NGURAH PT WIDIYADANA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SPXWDY77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IBNU MAULANA MAHENDRA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IBN5054765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Adi putra setia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ADI3356661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NI MADE RIKA ERVANI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NIM2699062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ALYA BAYU KRISNINDIA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ALY8300198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Kevin Marzheel Eberhartd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KEV8660786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10/26/2026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95.72%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95.83% | MoM -0.11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97.58%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-1.86 pp | Rp-1.04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95.21%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95.15% | MoM +0.06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Rp53.83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Rp53.74 M | MoM +0.2%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Rp56.23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+0.3%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95.72%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95.21%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Rp53.83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-1.86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Rp-1.04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94.85%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-0.15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94.28%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+0.04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Rp10.53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-2.73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Rp-302.8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95.84%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-0.08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95.30%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+0.09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Rp30.29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Rp-550.9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96.17%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+0.00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Rp13.00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-1.41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Rp-190.5 Jt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96.60% / -2.01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95.53% / -2.75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96.74% / -1.62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97.79% / -2.21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91.57% / -0.59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91.70% / +2.06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90.40% / -1.34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95.22% / -1.51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87.67% / -0.21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87.76% / -0.14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86.79% / -0.31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90.34% / +0.10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91.90% / -0.16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90.96% / -0.30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91.91% / +0.04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92.87% / -0.60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93.63% / -0.14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92.57% / -0.54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93.61% / +0.19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94.80% / -0.50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96.98% / -0.06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96.34% / -0.11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97.25% / -0.07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96.85% / -0.02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10/25/2026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498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M-1 502 | MoM -0.8%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531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-33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-4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DENPASAR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-33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-18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25146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BARAT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TENGAH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BALI TIMUR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 / +300.0%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 / +300.0%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77 / +1.3%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 / 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48 / -15.8%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19 / +171.4%</a:t>
                      </a:r>
                    </a:p>
                  </a:txBody>
                  <a:tcPr/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410 / -3.5%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61 / -9.0%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271 / +2.7%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78 / -17.0%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DENPASAR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27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80,711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57,296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71.0%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23,415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97.1%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93.4%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89.3%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85.4%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81.8%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79.7%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958 / 96.1%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895 / 93.7%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875 / 89.7%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767 / 87.3%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922 / 84.4%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821 / 78.7%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1,638 / 97.3%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1,853 / 92.2%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1,865 / 87.7%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1,693 / 83.5%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1,878 / 79.3%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1,896 / 78.0%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510 / 98.2%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558 / 96.6%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614 / 93.7%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528 / 88.8%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598 / 85.8%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608 / 86.5%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78.9%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77.8%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73.2%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67.1%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765 / 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666 / 78.4%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742 / 73.0%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855 / 70.3%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612 / 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869 / 64.8%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1,929 / 76.9%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1,632 / 76.0%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1,801 / 75.3%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1,942 / 71.9%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1,719 / 70.1%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2,235 / 65.3%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85.0%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664 / 81.6%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560 / 82.1%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553 / 82.3%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459 / 79.5%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76.1%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65.8%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66.5%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65.4%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63.3%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60.6%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61.0%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756 / 62.7%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868 / 64.8%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1,014 / 61.7%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1,044 / 61.3%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1,011 / 58.4%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961 / 58.2%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1,817 / 64.3%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1,975 / 63.7%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2,246 / 63.9%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1,895 / 60.1%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2,049 / 58.1%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1,871 / 57.9%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561 / 74.9%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651 / 77.4%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75.6%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673 / 75.3%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712 / 70.9%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648 / 74.4%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63.8%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61.9%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60.9%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58.1%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58.5%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54.9%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20,799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871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879 / 62.2%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1,062 / 57.9%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970 / 53.3%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794 / 58.1%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822 / 52.0%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1,879 / 61.3%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1,842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2,058 / 58.5%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1,848 / 56.3%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1,682 / 53.6%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1,806 / 52.7%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653 / 72.0%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660 / 72.7%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719 / 72.5%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632 / 70.9%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72.2%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579 / 66.3%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