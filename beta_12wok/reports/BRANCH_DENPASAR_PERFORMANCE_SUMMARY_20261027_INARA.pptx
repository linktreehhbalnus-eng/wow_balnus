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-42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222   Δ -35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6.592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337 (43,9%)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187 / 378 (49,5%)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81 (59,3%)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164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185 (49,7%)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104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112 (42,0%)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337 (8,6%)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 / 378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81 (17,3%)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 / 185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104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112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189 | MoM -18,2%
PS: 187 | MoM -15,8%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151 | Active 44,8% | MoM -21,4%
  PS: 148 | Active 43,9% | MoM -19,1%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-66,7%, Gap -2
• Grapari Gatsu Tengah: PS -60,0%, Gap -3
• Grapari Jimbaran: PS -47,6%, Gap -10
• Grapari Kuta: PS +12,5%,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-52,4%, Gap -22
• Grapari Singaraja: PS -20,0%, Gap -1
• Grapari Tabanan: PS -16,7%, Gap -1
• Grapari Ubud: PS -20,0%,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-254 (-28,7%), PS -251 (-32,4%)
• Bali Tengah: RE -211 (-13,8%), PS -195 (-15,2%)
• Bali Timur: RE -111 (-22,0%), PS -75 (-19,2%)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9 (+17,6%), PS -8 (-20,0%)
• Bali Tengah: RE -12 (-7,1%), PS -6 (-5,0%)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(-24,1%), PS -6 (-17,6%)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 (-16,7%),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ayu Ari widnyani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NIK6743002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Oct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GEDE HARYA PRADNYA MAHA ARSA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PUT6943727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Kevin Marzheel Eberhartd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KEV8660786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95.83% | MoM -0.11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-1.86 pp | Rp-1.04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95.15%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Rp53.83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Rp53.74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95.53% / -2.75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96.74% / -1.62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97.79% / -2.21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91.70% / +2.06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90.40% / -1.34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95.22% / -1.51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87.76%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86.79%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90.34% / 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90.96% / -0.30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91.91% / +0.04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92.87% / -0.60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93.61% / +0.19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94.80% / -0.50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96.34%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96.85% / -0.02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M-1 502 | MoM -0.8%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48 / -15.8%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 / +171.4%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61 / 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271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 / -17.0%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57,697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23,014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74.7%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52.9%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