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Aug 2026 vs MTD-1 01–26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2.045,7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Aug 2026 vs MTD-1 01–26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102   Δ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101   Δ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0,0%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83   Δ 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3.157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-28,8%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4.433   Δ -1.276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3.752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Aug 2026 vs MTD-1 01–26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6.876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84 (19,8%)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321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99 (69,2%)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