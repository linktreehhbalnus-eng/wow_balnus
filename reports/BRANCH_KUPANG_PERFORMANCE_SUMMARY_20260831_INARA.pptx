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5.033   Δ -1.202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97 (22,8%)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116 (81,1%)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