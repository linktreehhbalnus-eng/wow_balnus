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1.704,6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104   Δ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3.831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-23,9%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5.033   Δ -1.202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(24,7%)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892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125 (87,4%)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794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Evan elison selan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RYANTO AHMAD CHAHYADI YAMIN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GLORIA INRIJAYA DIRU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PRIMA MANUEL TUMBUAN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Evan elison selan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YUNESTI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NIMROT SUAN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FREDERIKUS FRANSISKUS LAKE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MELISA PRATAMI ALSYATRI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MOHAMMAD FAISAL ASSEGAF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Susanti Yohana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Selvia Adinda Nico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Jovitria Arias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JEMRIS IMANUEL MARKUS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MOHAMMAD FAISAL ASSEGAF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EMRIS FERDINAND KALE DJOH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Selvia Adinda Nico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Jovitria Arias 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