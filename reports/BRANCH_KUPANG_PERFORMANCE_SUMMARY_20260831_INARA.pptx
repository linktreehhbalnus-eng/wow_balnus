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N/A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0   Δ 89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3.831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N/A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0   Δ 3.831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97 (22,8%)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397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116 (81,1%)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