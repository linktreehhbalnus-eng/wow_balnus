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3.831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5.033   Δ -1.202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97 (22,8%)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397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116 (81,1%)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356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Evan elison selan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RYANTO AHMAD CHAHYADI YAMIN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Paula Susanti Mooy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GLORIA INRIJAYA DIRU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PRIMA MANUEL TUMBUAN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Evan elison selan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FREDERIKUS FRANSISKUS LAKE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MELISA PRATAMI ALSYATRI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MOHAMMAD FAISAL ASSEGAF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Susanti Yohana 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Selvia Adinda Nico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Jovitria Arias 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JEMRIS IMANUEL MARKUS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MOHAMMAD FAISAL ASSEGAF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Selvia Adinda Nico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Jovitria Arias 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