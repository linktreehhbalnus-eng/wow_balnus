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223   Δ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217   Δ 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200   Δ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5.573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5.944   Δ -371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541 (16,4%)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1.655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196 (59,9%)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