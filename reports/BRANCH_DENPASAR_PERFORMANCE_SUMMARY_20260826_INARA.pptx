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223   Δ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5.573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5.944   Δ -371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552 (16,7%)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1.676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190 (69,1%)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