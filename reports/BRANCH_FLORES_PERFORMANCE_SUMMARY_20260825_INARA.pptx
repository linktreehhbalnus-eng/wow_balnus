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Aug 2026 vs MTD-1 01–25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Aug 2026 vs MTD-1 01–25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81   Δ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62   Δ -10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1.673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-21,9%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2.142   Δ -469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Aug 2026 vs MTD-1 01–25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78 (31,3%)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117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54 (66,7%)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