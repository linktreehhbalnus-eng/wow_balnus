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Aug 2026 vs MTD-1 01–25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1.387,3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65,6%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477,3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1.156,0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63,6%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+0,7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+134,0%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Flores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69,2%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267,5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66,9%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239,7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59,6%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209,8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58,1%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181,3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Alor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Ngada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Lembata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Aug 2026 vs MTD-1 01–25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143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86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+4,9%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82   Δ 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82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+1,2%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81   Δ 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52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-16,1%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62   Δ -10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1.673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-21,9%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2.142   Δ -469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0378436" cy="1133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820"/>
                <a:gridCol w="594185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792247"/>
                <a:gridCol w="792247"/>
                <a:gridCol w="792247"/>
              </a:tblGrid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3986784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Flores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261104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715000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01–25 Aug 2026 vs MTD-1 01–25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Flores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3.572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6.006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10,5%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249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78 (31,3%)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117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81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54 (66,7%)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