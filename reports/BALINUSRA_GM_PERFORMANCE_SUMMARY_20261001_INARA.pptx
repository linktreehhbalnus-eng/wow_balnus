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18/09</c:v>
                </c:pt>
                <c:pt idx="1">
                  <c:v>19/09</c:v>
                </c:pt>
                <c:pt idx="2">
                  <c:v>20/09</c:v>
                </c:pt>
                <c:pt idx="3">
                  <c:v>21/09</c:v>
                </c:pt>
                <c:pt idx="4">
                  <c:v>22/09</c:v>
                </c:pt>
                <c:pt idx="5">
                  <c:v>23/09</c:v>
                </c:pt>
                <c:pt idx="6">
                  <c:v>24/09</c:v>
                </c:pt>
                <c:pt idx="7">
                  <c:v>25/09</c:v>
                </c:pt>
                <c:pt idx="8">
                  <c:v>26/09</c:v>
                </c:pt>
                <c:pt idx="9">
                  <c:v>27/09</c:v>
                </c:pt>
                <c:pt idx="10">
                  <c:v>28/09</c:v>
                </c:pt>
                <c:pt idx="11">
                  <c:v>29/09</c:v>
                </c:pt>
                <c:pt idx="12">
                  <c:v>30/09</c:v>
                </c:pt>
                <c:pt idx="13">
                  <c:v>01/10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305.0</c:v>
                </c:pt>
                <c:pt idx="1">
                  <c:v>267.0</c:v>
                </c:pt>
                <c:pt idx="2">
                  <c:v>193.0</c:v>
                </c:pt>
                <c:pt idx="3">
                  <c:v>378.0</c:v>
                </c:pt>
                <c:pt idx="4">
                  <c:v>316.0</c:v>
                </c:pt>
                <c:pt idx="5">
                  <c:v>299.0</c:v>
                </c:pt>
                <c:pt idx="6">
                  <c:v>309.0</c:v>
                </c:pt>
                <c:pt idx="7">
                  <c:v>303.0</c:v>
                </c:pt>
                <c:pt idx="8">
                  <c:v>248.0</c:v>
                </c:pt>
                <c:pt idx="9">
                  <c:v>150.0</c:v>
                </c:pt>
                <c:pt idx="10">
                  <c:v>315.0</c:v>
                </c:pt>
                <c:pt idx="11">
                  <c:v>321.0</c:v>
                </c:pt>
                <c:pt idx="12">
                  <c:v>271.0</c:v>
                </c:pt>
                <c:pt idx="13">
                  <c:v>352.0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18/09</c:v>
                </c:pt>
                <c:pt idx="1">
                  <c:v>19/09</c:v>
                </c:pt>
                <c:pt idx="2">
                  <c:v>20/09</c:v>
                </c:pt>
                <c:pt idx="3">
                  <c:v>21/09</c:v>
                </c:pt>
                <c:pt idx="4">
                  <c:v>22/09</c:v>
                </c:pt>
                <c:pt idx="5">
                  <c:v>23/09</c:v>
                </c:pt>
                <c:pt idx="6">
                  <c:v>24/09</c:v>
                </c:pt>
                <c:pt idx="7">
                  <c:v>25/09</c:v>
                </c:pt>
                <c:pt idx="8">
                  <c:v>26/09</c:v>
                </c:pt>
                <c:pt idx="9">
                  <c:v>27/09</c:v>
                </c:pt>
                <c:pt idx="10">
                  <c:v>28/09</c:v>
                </c:pt>
                <c:pt idx="11">
                  <c:v>29/09</c:v>
                </c:pt>
                <c:pt idx="12">
                  <c:v>30/09</c:v>
                </c:pt>
                <c:pt idx="13">
                  <c:v>01/10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242.0</c:v>
                </c:pt>
                <c:pt idx="1">
                  <c:v>209.0</c:v>
                </c:pt>
                <c:pt idx="2">
                  <c:v>177.0</c:v>
                </c:pt>
                <c:pt idx="3">
                  <c:v>269.0</c:v>
                </c:pt>
                <c:pt idx="4">
                  <c:v>271.0</c:v>
                </c:pt>
                <c:pt idx="5">
                  <c:v>247.0</c:v>
                </c:pt>
                <c:pt idx="6">
                  <c:v>254.0</c:v>
                </c:pt>
                <c:pt idx="7">
                  <c:v>239.0</c:v>
                </c:pt>
                <c:pt idx="8">
                  <c:v>173.0</c:v>
                </c:pt>
                <c:pt idx="9">
                  <c:v>131.0</c:v>
                </c:pt>
                <c:pt idx="10">
                  <c:v>241.0</c:v>
                </c:pt>
                <c:pt idx="11">
                  <c:v>240.0</c:v>
                </c:pt>
                <c:pt idx="12">
                  <c:v>239.0</c:v>
                </c:pt>
                <c:pt idx="13">
                  <c:v>238.0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-13,5% &amp; PS -12,2% MoM — Achievement Mencapai — (RE) / —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Relatif Stabil pada 1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01–01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(+22,6%), Kupang Terdalam (-40,0%)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+22,6%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-3,8%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-17,5%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-40,0%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 Timur Tertinggi (+45,5%), Bali Barat Terdalam (-64,2%)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 Denpasar Penyumbang PS Absolut Terbesar (+9), Karang Asem Tumbuh Tertinggi (+100,0%)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+22, Bottom 5 -48, dan perubahan PS regional -33.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(+20,0%), TSEL One &gt;30 Mbps Turun Terdalam (-100,0%)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+2,1%, Aktivitas DJP -3,1%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5.255
Dikunjungi: 1.406 (26,8%)
Visit DJP: 3.859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1.375
Dikunjungi: 1.181 (85,9%)
Visit DJP: 3.630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BAGUS BAYU KERTABHUANA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SHINTIA SRIGANTINY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Wira Anggrawan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HILDEGARDIS SALLY DOMAKING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Ania Amalia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HARMANSYAH A 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HANDINI WINARTI SIWO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ASMARAHADI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AYU SUPASTIYANI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AYU SUPASTIYANI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SELLY TRI NOVIASTANTI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BAYU KRISNA ADHYATMA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EMANUEL LAGA TIFAONA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ASMARAHADI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Teddy Soeyitno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 Setyawan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Vinsensius brian luther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Achmad ahmadi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REGAR FEBRYAN ADHA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witana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SELLY TRI NOVIASTANTI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SOPI SUKMAWATI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DEWI PURNAMAWATI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GAGUS PUTU SUASA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YUNIARTI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Fanderio l laure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Reno dhika nur febriansyah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TAHIR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Kiki kurniawan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 FILIPUS FAY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Harry Mulia Sobari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 SURATMAN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DWI PRADNYAWATI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AFRILIAN WULANSARI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01–01 Okt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01–01 Okt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900,0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484,4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01–01 Okt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54,3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+34,4%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+57,5%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+131,4%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165 | MoM -16,7%
PS: 144 | MoM +2,1%
• Elite
  RE: 8 | Active 80,0% | MoM -20,0%
  PS: 9 | Active 90,0% | MoM -10,0%
• Performer
  RE: 6 | Active 85,7% | MoM 0,0%
  PS: 7 | Active 100,0% | MoM +16,7%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120 | Active 15,0% | MoM -16,7%
  PS: 101 | Active 12,7% | MoM +7,4%
• Greenfield
  RE: 20 | Active 34,5% | MoM -9,1%
  PS: 14 | Active 24,1% | MoM -6,7%
• Junior Plus
  RE: 11 | Active 55,0% | MoM -31,2%
  PS: 13 | Active 65,0% | MoM -18,8%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+100,0%, Gap +2
• Flores: PS +66,7%, Gap +4
• Kupang: PS +100,0%, Gap +2
• Mataram: PS -44,4%, Gap 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Jimbaran (Denpasar): -100,0%, Gap -1
• Grapari Labuan Bajo (Flores): -100,0%, Gap -2
• Grapari Kupang (Kupang): -100,0%, Gap -2
• Grapari Mataram (Mataram): -100,0%, Gap -5
• Grapari Sumbawa (Mataram): -50,0%, Gap 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-26 (-44,8%), PS -37 (-69,8%)
• Kupang Rote - Malaka Timtim Belu: RE -17 (-45,9%), PS -14 (-48,3%)
• Bali Tengah 2: RE -5 (-15,2%), PS -3 (-12,5%)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 - Flores Timur: RE -3 (-100,0%), PS -1 (-100,0%)
• Kupang Rote - Malaka Timtim Belu: RE +2 (+100,0%), PS -1 (-100,0%)
• Lombok: RE -1 (-25,0%), PS -1 (-33,3%)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Tidak ada penurunan 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Tidak ada penurunan 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01–01 Okt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310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+6,9% | Turun 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 / 351 (15,4%)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136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+30,8%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150 (15,3%)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+15,0% | Turun 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139 (12,2%)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-19,0% | Turun 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152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-29,6% | Turun 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213 (16,9%)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10 (70,0%)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240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58 (24,1%)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101 / 798 (12,7%)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+2,0% | Turun 71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20 (65,0%)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-18,8%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144 / 924 (15,6%)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+1,4% | Turun 102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-47,4%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+220,0%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351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240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58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798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71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7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924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102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