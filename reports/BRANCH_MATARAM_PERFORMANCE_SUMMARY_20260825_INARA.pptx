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166   Δ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+13,2%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159   Δ 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169   Δ -4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5.114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+28,3%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3.986   Δ 1.128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1.734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460 (31,1%)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953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388 (86,6%)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