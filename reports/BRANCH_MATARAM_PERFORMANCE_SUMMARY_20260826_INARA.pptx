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2.970,5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622,5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1.683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1.725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2.475,2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750,2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78,7%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73,5%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-5,3 pp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-15,5%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Mataram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1.351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88,4%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177,7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1.019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69,2%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444,8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58,8%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Tengah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+35,9%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Utara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+31,6%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Bima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241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192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+15,7%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166   Δ 26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180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+12,5%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160   Δ 20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165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-2,4%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169   Δ -4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5.114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+28,3%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3.986   Δ 1.128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0378436" cy="113385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820"/>
                <a:gridCol w="594185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673410"/>
                <a:gridCol w="792247"/>
                <a:gridCol w="792247"/>
                <a:gridCol w="792247"/>
              </a:tblGrid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DJP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Visit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2.033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79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1.953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3.066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+57,0%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3986784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Mataram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261104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+44,4%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715000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Mataram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01–26 Aug 2026 vs MTD-1 01–26 Jul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Mataram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979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+23,5%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Lombok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Sumbawa Barat - Sumbawa Timur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-20,9%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63,7%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Mataram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1.772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2.023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1.446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1.521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202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856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13.772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1.828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1.488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19.778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4,3%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1.488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451 (30,3%)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933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481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394 (81,9%)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1.041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