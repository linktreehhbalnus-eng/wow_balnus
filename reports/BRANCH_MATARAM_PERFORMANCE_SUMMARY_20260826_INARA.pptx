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Aug 2026 vs MTD-1 01–26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2.970,5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2.475,2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69,2%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Aug 2026 vs MTD-1 01–26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+15,7%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166   Δ 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+12,5%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160   Δ 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-2,4%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169   Δ -4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5.114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+28,3%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3.986   Δ 1.128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Aug 2026 vs MTD-1 01–26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1.772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13.772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19.778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451 (30,3%)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933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394 (81,9%)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1.041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