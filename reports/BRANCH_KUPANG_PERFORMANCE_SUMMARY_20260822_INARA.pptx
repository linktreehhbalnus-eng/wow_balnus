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3.922   Δ -925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83 (19,3%)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