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36.0</c:v>
                </c:pt>
                <c:pt idx="1">
                  <c:v>29.0</c:v>
                </c:pt>
                <c:pt idx="2">
                  <c:v>22.0</c:v>
                </c:pt>
                <c:pt idx="3">
                  <c:v>32.0</c:v>
                </c:pt>
                <c:pt idx="4">
                  <c:v>20.0</c:v>
                </c:pt>
                <c:pt idx="5">
                  <c:v>16.0</c:v>
                </c:pt>
                <c:pt idx="6">
                  <c:v>38.0</c:v>
                </c:pt>
                <c:pt idx="7">
                  <c:v>28.0</c:v>
                </c:pt>
                <c:pt idx="8">
                  <c:v>27.0</c:v>
                </c:pt>
                <c:pt idx="9">
                  <c:v>26.0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 - 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29.0</c:v>
                </c:pt>
                <c:pt idx="1">
                  <c:v>21.0</c:v>
                </c:pt>
                <c:pt idx="2">
                  <c:v>16.0</c:v>
                </c:pt>
                <c:pt idx="3">
                  <c:v>26.0</c:v>
                </c:pt>
                <c:pt idx="4">
                  <c:v>12.0</c:v>
                </c:pt>
                <c:pt idx="5">
                  <c:v>13.0</c:v>
                </c:pt>
                <c:pt idx="6">
                  <c:v>30.0</c:v>
                </c:pt>
                <c:pt idx="7">
                  <c:v>19.0</c:v>
                </c:pt>
                <c:pt idx="8">
                  <c:v>23.0</c:v>
                </c:pt>
                <c:pt idx="9">
                  <c:v>19.0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7.0</c:v>
                </c:pt>
                <c:pt idx="1">
                  <c:v>8.0</c:v>
                </c:pt>
                <c:pt idx="2">
                  <c:v>6.0</c:v>
                </c:pt>
                <c:pt idx="3">
                  <c:v>6.0</c:v>
                </c:pt>
                <c:pt idx="4">
                  <c:v>8.0</c:v>
                </c:pt>
                <c:pt idx="5">
                  <c:v>3.0</c:v>
                </c:pt>
                <c:pt idx="6">
                  <c:v>8.0</c:v>
                </c:pt>
                <c:pt idx="7">
                  <c:v>9.0</c:v>
                </c:pt>
                <c:pt idx="8">
                  <c:v>4.0</c:v>
                </c:pt>
                <c:pt idx="9">
                  <c:v>7.0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27.0</c:v>
                </c:pt>
                <c:pt idx="1">
                  <c:v>24.0</c:v>
                </c:pt>
                <c:pt idx="2">
                  <c:v>25.0</c:v>
                </c:pt>
                <c:pt idx="3">
                  <c:v>27.0</c:v>
                </c:pt>
                <c:pt idx="4">
                  <c:v>18.0</c:v>
                </c:pt>
                <c:pt idx="5">
                  <c:v>14.0</c:v>
                </c:pt>
                <c:pt idx="6">
                  <c:v>27.0</c:v>
                </c:pt>
                <c:pt idx="7">
                  <c:v>27.0</c:v>
                </c:pt>
                <c:pt idx="8">
                  <c:v>24.0</c:v>
                </c:pt>
                <c:pt idx="9">
                  <c:v>24.0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 - 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23.0</c:v>
                </c:pt>
                <c:pt idx="1">
                  <c:v>20.0</c:v>
                </c:pt>
                <c:pt idx="2">
                  <c:v>18.0</c:v>
                </c:pt>
                <c:pt idx="3">
                  <c:v>20.0</c:v>
                </c:pt>
                <c:pt idx="4">
                  <c:v>11.0</c:v>
                </c:pt>
                <c:pt idx="5">
                  <c:v>12.0</c:v>
                </c:pt>
                <c:pt idx="6">
                  <c:v>19.0</c:v>
                </c:pt>
                <c:pt idx="7">
                  <c:v>20.0</c:v>
                </c:pt>
                <c:pt idx="8">
                  <c:v>16.0</c:v>
                </c:pt>
                <c:pt idx="9">
                  <c:v>18.0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4.0</c:v>
                </c:pt>
                <c:pt idx="1">
                  <c:v>4.0</c:v>
                </c:pt>
                <c:pt idx="2">
                  <c:v>7.0</c:v>
                </c:pt>
                <c:pt idx="3">
                  <c:v>7.0</c:v>
                </c:pt>
                <c:pt idx="4">
                  <c:v>7.0</c:v>
                </c:pt>
                <c:pt idx="5">
                  <c:v>2.0</c:v>
                </c:pt>
                <c:pt idx="6">
                  <c:v>8.0</c:v>
                </c:pt>
                <c:pt idx="7">
                  <c:v>7.0</c:v>
                </c:pt>
                <c:pt idx="8">
                  <c:v>8.0</c:v>
                </c:pt>
                <c:pt idx="9">
                  <c:v>6.0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01–10 Sep 2026 vs MTD-1 01–10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1.906,8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21,7%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1.492,8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1.572,2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21,8%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1.230,2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+6,7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+430,4%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+485,7%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19,9%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1.264,5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19,7%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1.045,5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30,5%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228,3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31,8%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184,7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Rote Ndao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Sabu Raijua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Timor Tengah Selatan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01–10 Sep 2026 vs MTD-1 01–10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92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+12,2%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82   Δ 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90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+15,4%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78   Δ 12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56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-17,6%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68   Δ -12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1.251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-32,4%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1.851   Δ -600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1.642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1.046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-36,3%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+380,0%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01–10 Sep 2026 vs MTD-1 01–10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01–10 Sep 2026 vs MTD-1 01–10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6.776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10.013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7,4%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432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59 (13,7%)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238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44 (29,3%)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175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01–10 Sep 2026 vs MTD-1 01–10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70,9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92 | MoM +12,2%
PS: 90 | MoM +15,4%
• Junior
  RE: 81 | Active 71,1% | MoM +6,6%
  PS: 81 | Active 71,1% | MoM +14,1%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7 | Active 77,8% | MoM +250,0%
  PS: 5 | Active 55,6% | MoM +66,7%
• Junior Plus
  RE: 4 | Active 100,0% | MoM 0,0%
  PS: 4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Atambua: PS 0,0%, Gap 0
• Grapari Baa Rote: PS N/A, Gap 1
• Grapari Kefamenanu: PS +400,0%, Gap 4
• Grapari Kupang: PS -20,0%, Gap -1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Malaka: PS N/A, Gap 1
• Grapari Soe: PS 0,0%, Gap 0
• Grapari Waikabubak: PS -50,0%, Gap -1
• Grapari Waingapu: PS +33,3%, Gap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01–10 Sep 2026 vs MTD-1 01–10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+430,4%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+3300,0%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+485,7%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01–10 Sep 2026 vs MTD-1 01–10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+374,8%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290,0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+3008,6%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+365,9%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+326,4%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375,0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+593,3%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70,4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01–10 Sep 2026 vs MTD-1 01–10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ZEFERINO DOS REIS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Dian Bonita Ndaomanu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ZELA TRIANINGSIH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JEVRIANUS DIMA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JEPRIANUS MUJI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HENDRIK YAKOBIS ZACHARYA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MARTHERNUS M SANBEIN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INLY OLIFA PABALA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Igniosa Manek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STANISLAUS APRIANUS HUN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ADRIANI NELSIANA ABUK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Dian Bonita Ndaomanu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ZELA TRIANINGSIH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Cornelis Desanto Karo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ZEFERINO DOS REIS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YUSUF MARIO BENNY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Joehanis Daniel Steven Pah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HENDRIK YAKOBIS ZACHARYA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MARTHERNUS M SANBEIN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INLY OLIFA PABALA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01–10 Sep 2026 vs MTD-1 01–10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LITA MELIANA HUSEN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FERDY ARYANDO JARA JUTALO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FERI ANDI SEMBIRING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TRIJAYADI SAPUTRA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Joel Arsel Alakmo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ANGELINA DARA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RAHMAHWATI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SATURNINO PAULO DE DEUS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Andrianus Umbu Engge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SUSANA ASTUTI PIUNG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FERI ANDI SEMBIRING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TRIJAYADI SAPUTRA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Joel Arsel Alakmo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ANGELINA DARA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Charlie Apryanto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RICHARDUS YOHANES MOENSAKU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RAHMAHWATI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Andrianus Umbu Engge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SUSANA ASTUTI PIUNG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ALEXANDRA INJEL FERNANDES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