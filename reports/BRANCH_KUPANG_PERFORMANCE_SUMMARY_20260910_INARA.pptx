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1.269   Δ -278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(11,9%)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 (26,0%)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+12,2%
PS: 90 | MoM +15,4%
• Junior
  RE: 81 | Active 71,1% | MoM +6,6%
  PS: 81 | Active 71,1% | MoM +14,1%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+250,0%
  PS: 5 | Active 55,6% | MoM +66,7%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N/A, Gap 1
• Grapari Kefamenanu: PS +400,0%, Gap 4
• Grapari Kupang: PS -20,0%,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1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