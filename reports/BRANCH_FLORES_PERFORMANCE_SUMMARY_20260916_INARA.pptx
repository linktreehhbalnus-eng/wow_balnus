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1.763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1.446   Δ 317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71 / 136 (52,2%)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+9,2%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85 / 150 (56,7%)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+7,6%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72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79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64 (51,6%)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71 (56,3%)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13 (38,5%)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136 (8,8%)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150 (12,0%)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+28,6%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72 (13,9%)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79 (17,7%)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64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71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91 (35,4%)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90 (76,9%)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89 | MoM +8,5%
PS: 85 | MoM +7,6%
• Junior
  RE: 75 | Active 55,1% | MoM +8,7%
  PS: 71 | Active 52,2% | MoM +7,6%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+50,0%, Gap 2
• Grapari Ende: PS -10,0%, Gap -2
• Grapari Kalabahi: PS -27,8%, Gap -5
• Grapari Labuan Bajo: PS -41,2%, Gap 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-46,2%, Gap -6
• Grapari Ruteng: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5 (+55,6%), PS -1 (-11,1%)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