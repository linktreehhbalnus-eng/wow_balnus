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  <c:pt idx="8">
                  <c:v>32.0</c:v>
                </c:pt>
                <c:pt idx="9">
                  <c:v>31.0</c:v>
                </c:pt>
                <c:pt idx="10">
                  <c:v>27.0</c:v>
                </c:pt>
                <c:pt idx="11">
                  <c:v>29.0</c:v>
                </c:pt>
                <c:pt idx="12">
                  <c:v>15.0</c:v>
                </c:pt>
                <c:pt idx="13">
                  <c:v>34.0</c:v>
                </c:pt>
                <c:pt idx="14">
                  <c:v>29.0</c:v>
                </c:pt>
                <c:pt idx="15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  <c:pt idx="8">
                  <c:v>18.0</c:v>
                </c:pt>
                <c:pt idx="9">
                  <c:v>18.0</c:v>
                </c:pt>
                <c:pt idx="10">
                  <c:v>13.0</c:v>
                </c:pt>
                <c:pt idx="11">
                  <c:v>20.0</c:v>
                </c:pt>
                <c:pt idx="12">
                  <c:v>10.0</c:v>
                </c:pt>
                <c:pt idx="13">
                  <c:v>21.0</c:v>
                </c:pt>
                <c:pt idx="14">
                  <c:v>16.0</c:v>
                </c:pt>
                <c:pt idx="1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  <c:pt idx="8">
                  <c:v>14.0</c:v>
                </c:pt>
                <c:pt idx="9">
                  <c:v>13.0</c:v>
                </c:pt>
                <c:pt idx="10">
                  <c:v>14.0</c:v>
                </c:pt>
                <c:pt idx="11">
                  <c:v>9.0</c:v>
                </c:pt>
                <c:pt idx="12">
                  <c:v>5.0</c:v>
                </c:pt>
                <c:pt idx="13">
                  <c:v>13.0</c:v>
                </c:pt>
                <c:pt idx="14">
                  <c:v>13.0</c:v>
                </c:pt>
                <c:pt idx="15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  <c:pt idx="8">
                  <c:v>30.0</c:v>
                </c:pt>
                <c:pt idx="9">
                  <c:v>20.0</c:v>
                </c:pt>
                <c:pt idx="10">
                  <c:v>31.0</c:v>
                </c:pt>
                <c:pt idx="11">
                  <c:v>16.0</c:v>
                </c:pt>
                <c:pt idx="12">
                  <c:v>19.0</c:v>
                </c:pt>
                <c:pt idx="13">
                  <c:v>28.0</c:v>
                </c:pt>
                <c:pt idx="14">
                  <c:v>26.0</c:v>
                </c:pt>
                <c:pt idx="15">
                  <c:v>24.0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  <c:pt idx="8">
                  <c:v>18.0</c:v>
                </c:pt>
                <c:pt idx="9">
                  <c:v>12.0</c:v>
                </c:pt>
                <c:pt idx="10">
                  <c:v>16.0</c:v>
                </c:pt>
                <c:pt idx="11">
                  <c:v>10.0</c:v>
                </c:pt>
                <c:pt idx="12">
                  <c:v>13.0</c:v>
                </c:pt>
                <c:pt idx="13">
                  <c:v>18.0</c:v>
                </c:pt>
                <c:pt idx="14">
                  <c:v>15.0</c:v>
                </c:pt>
                <c:pt idx="15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Sheet1!$A$2:$A$17</c:f>
              <c:strCache>
                <c:ptCount val="16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</c:strCache>
            </c: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  <c:pt idx="8">
                  <c:v>12.0</c:v>
                </c:pt>
                <c:pt idx="9">
                  <c:v>8.0</c:v>
                </c:pt>
                <c:pt idx="10">
                  <c:v>15.0</c:v>
                </c:pt>
                <c:pt idx="11">
                  <c:v>6.0</c:v>
                </c:pt>
                <c:pt idx="12">
                  <c:v>6.0</c:v>
                </c:pt>
                <c:pt idx="13">
                  <c:v>10.0</c:v>
                </c:pt>
                <c:pt idx="14">
                  <c:v>11.0</c:v>
                </c:pt>
                <c:pt idx="15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1.391,8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82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79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+21,9%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1.446   Δ 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 / 136 (52,2%)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+9,2%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85 / 150 (56,7%)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72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79 (57,0%)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64 (51,6%)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71 (56,3%)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13 (38,5%)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136 (8,8%)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30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150 (12,0%)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+28,6% | Turun 35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72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79 (17,7%)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64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71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94 (35,7%)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161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90 (76,9%)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89 | MoM +8,5%
PS: 85 | MoM +7,6%
• Junior
  RE: 75 | Active 55,1% | MoM +8,7%
  PS: 71 | Active 52,2% | MoM 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+8,3%
  PS: 13 | Active 100,0% | MoM +8,3%
• Junior Plus
  RE: 1 | Active 100,0% | MoM 0,0%
  PS: 1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+50,0%, Gap 2
• Grapari Ende: PS -10,0%, Gap -2
• Grapari Kalabahi: PS -27,8%, Gap -5
• Grapari Labuan Bajo: PS -41,2%, Gap -7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-46,2%, Gap -6
• Grapari Ruteng: PS +40,0%, Gap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 - Flores Timur: RE 5 (+55,6%),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01–16 Sep 2026 vs MTD-1 01–16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Santiar roti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PETRUS SUWANDI NONG SUSAR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fahrul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