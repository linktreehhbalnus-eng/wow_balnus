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06/08</c:v>
                </c:pt>
                <c:pt idx="1">
                  <c:v>07/08</c:v>
                </c:pt>
                <c:pt idx="2">
                  <c:v>08/08</c:v>
                </c:pt>
                <c:pt idx="3">
                  <c:v>09/08</c:v>
                </c:pt>
                <c:pt idx="4">
                  <c:v>10/08</c:v>
                </c:pt>
                <c:pt idx="5">
                  <c:v>11/08</c:v>
                </c:pt>
                <c:pt idx="6">
                  <c:v>12/08</c:v>
                </c:pt>
                <c:pt idx="7">
                  <c:v>13/08</c:v>
                </c:pt>
                <c:pt idx="8">
                  <c:v>14/08</c:v>
                </c:pt>
                <c:pt idx="9">
                  <c:v>15/08</c:v>
                </c:pt>
                <c:pt idx="10">
                  <c:v>16/08</c:v>
                </c:pt>
                <c:pt idx="11">
                  <c:v>17/08</c:v>
                </c:pt>
                <c:pt idx="12">
                  <c:v>18/08</c:v>
                </c:pt>
                <c:pt idx="13">
                  <c:v>19/08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348.0</c:v>
                </c:pt>
                <c:pt idx="1">
                  <c:v>296.0</c:v>
                </c:pt>
                <c:pt idx="2">
                  <c:v>235.0</c:v>
                </c:pt>
                <c:pt idx="3">
                  <c:v>209.0</c:v>
                </c:pt>
                <c:pt idx="4">
                  <c:v>341.0</c:v>
                </c:pt>
                <c:pt idx="5">
                  <c:v>320.0</c:v>
                </c:pt>
                <c:pt idx="6">
                  <c:v>325.0</c:v>
                </c:pt>
                <c:pt idx="7">
                  <c:v>270.0</c:v>
                </c:pt>
                <c:pt idx="8">
                  <c:v>263.0</c:v>
                </c:pt>
                <c:pt idx="9">
                  <c:v>214.0</c:v>
                </c:pt>
                <c:pt idx="10">
                  <c:v>214.0</c:v>
                </c:pt>
                <c:pt idx="11">
                  <c:v>218.0</c:v>
                </c:pt>
                <c:pt idx="12">
                  <c:v>358.0</c:v>
                </c:pt>
                <c:pt idx="13">
                  <c:v>266.0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06/08</c:v>
                </c:pt>
                <c:pt idx="1">
                  <c:v>07/08</c:v>
                </c:pt>
                <c:pt idx="2">
                  <c:v>08/08</c:v>
                </c:pt>
                <c:pt idx="3">
                  <c:v>09/08</c:v>
                </c:pt>
                <c:pt idx="4">
                  <c:v>10/08</c:v>
                </c:pt>
                <c:pt idx="5">
                  <c:v>11/08</c:v>
                </c:pt>
                <c:pt idx="6">
                  <c:v>12/08</c:v>
                </c:pt>
                <c:pt idx="7">
                  <c:v>13/08</c:v>
                </c:pt>
                <c:pt idx="8">
                  <c:v>14/08</c:v>
                </c:pt>
                <c:pt idx="9">
                  <c:v>15/08</c:v>
                </c:pt>
                <c:pt idx="10">
                  <c:v>16/08</c:v>
                </c:pt>
                <c:pt idx="11">
                  <c:v>17/08</c:v>
                </c:pt>
                <c:pt idx="12">
                  <c:v>18/08</c:v>
                </c:pt>
                <c:pt idx="13">
                  <c:v>19/08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292.0</c:v>
                </c:pt>
                <c:pt idx="1">
                  <c:v>227.0</c:v>
                </c:pt>
                <c:pt idx="2">
                  <c:v>243.0</c:v>
                </c:pt>
                <c:pt idx="3">
                  <c:v>150.0</c:v>
                </c:pt>
                <c:pt idx="4">
                  <c:v>272.0</c:v>
                </c:pt>
                <c:pt idx="5">
                  <c:v>275.0</c:v>
                </c:pt>
                <c:pt idx="6">
                  <c:v>235.0</c:v>
                </c:pt>
                <c:pt idx="7">
                  <c:v>263.0</c:v>
                </c:pt>
                <c:pt idx="8">
                  <c:v>217.0</c:v>
                </c:pt>
                <c:pt idx="9">
                  <c:v>162.0</c:v>
                </c:pt>
                <c:pt idx="10">
                  <c:v>151.0</c:v>
                </c:pt>
                <c:pt idx="11">
                  <c:v>149.0</c:v>
                </c:pt>
                <c:pt idx="12">
                  <c:v>278.0</c:v>
                </c:pt>
                <c:pt idx="13">
                  <c:v>248.0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-3,0% &amp; PS -3,2% MoM — Achievement Mencapai 47,3% (RE) / 45,4%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19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01–19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(+4,9%), Kupang Terdalam (-10,6%)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+4,9%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-5,8%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50,3%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47,2%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(+14,1%), Sumba Terdalam (-14,4%)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(+55), Ngada Tumbuh Tertinggi (+40,6%)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+131, Bottom 5 -177, dan perubahan PS regional -144.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(+28,3%), 50 Mbps Turun Terdalam (-20,2%)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+6,2%, Aktivitas DJP -5,3%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56.709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82.993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943 (17,3%)
Visit DJP: 2.070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945
Dikunjungi: 588 (62,2%)
Visit DJP: 1.413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Derry Prananda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 RAHMAWATI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PUTRA SANJAYA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Agu 2026 vs MTD-1 01–19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