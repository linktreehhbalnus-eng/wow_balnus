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   Δ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 (4,5%)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25 (29,1%)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