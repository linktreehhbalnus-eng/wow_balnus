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-73,1%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26   Δ -19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-87,5%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273   Δ -239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 (2,5%)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18 (20,9%)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