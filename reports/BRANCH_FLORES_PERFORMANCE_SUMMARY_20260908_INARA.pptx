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29.0</c:v>
                </c:pt>
                <c:pt idx="1">
                  <c:v>24.0</c:v>
                </c:pt>
                <c:pt idx="2">
                  <c:v>28.0</c:v>
                </c:pt>
                <c:pt idx="3">
                  <c:v>28.0</c:v>
                </c:pt>
                <c:pt idx="4">
                  <c:v>27.0</c:v>
                </c:pt>
                <c:pt idx="5">
                  <c:v>10.0</c:v>
                </c:pt>
                <c:pt idx="6">
                  <c:v>30.0</c:v>
                </c:pt>
                <c:pt idx="7">
                  <c:v>23.0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17.0</c:v>
                </c:pt>
                <c:pt idx="1">
                  <c:v>13.0</c:v>
                </c:pt>
                <c:pt idx="2">
                  <c:v>18.0</c:v>
                </c:pt>
                <c:pt idx="3">
                  <c:v>18.0</c:v>
                </c:pt>
                <c:pt idx="4">
                  <c:v>21.0</c:v>
                </c:pt>
                <c:pt idx="5">
                  <c:v>4.0</c:v>
                </c:pt>
                <c:pt idx="6">
                  <c:v>19.0</c:v>
                </c:pt>
                <c:pt idx="7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12.0</c:v>
                </c:pt>
                <c:pt idx="1">
                  <c:v>11.0</c:v>
                </c:pt>
                <c:pt idx="2">
                  <c:v>10.0</c:v>
                </c:pt>
                <c:pt idx="3">
                  <c:v>10.0</c:v>
                </c:pt>
                <c:pt idx="4">
                  <c:v>6.0</c:v>
                </c:pt>
                <c:pt idx="5">
                  <c:v>6.0</c:v>
                </c:pt>
                <c:pt idx="6">
                  <c:v>11.0</c:v>
                </c:pt>
                <c:pt idx="7">
                  <c:v>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20.0</c:v>
                </c:pt>
                <c:pt idx="1">
                  <c:v>26.0</c:v>
                </c:pt>
                <c:pt idx="2">
                  <c:v>24.0</c:v>
                </c:pt>
                <c:pt idx="3">
                  <c:v>25.0</c:v>
                </c:pt>
                <c:pt idx="4">
                  <c:v>15.0</c:v>
                </c:pt>
                <c:pt idx="5">
                  <c:v>15.0</c:v>
                </c:pt>
                <c:pt idx="6">
                  <c:v>19.0</c:v>
                </c:pt>
                <c:pt idx="7">
                  <c:v>10.0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 - Flores Timur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14.0</c:v>
                </c:pt>
                <c:pt idx="1">
                  <c:v>17.0</c:v>
                </c:pt>
                <c:pt idx="2">
                  <c:v>14.0</c:v>
                </c:pt>
                <c:pt idx="3">
                  <c:v>16.0</c:v>
                </c:pt>
                <c:pt idx="4">
                  <c:v>7.0</c:v>
                </c:pt>
                <c:pt idx="5">
                  <c:v>9.0</c:v>
                </c:pt>
                <c:pt idx="6">
                  <c:v>11.0</c:v>
                </c:pt>
                <c:pt idx="7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cat>
            <c:strRef>
              <c:f>Sheet1!$A$2:$A$9</c:f>
              <c:strCache>
                <c:ptCount val="8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9.0</c:v>
                </c:pt>
                <c:pt idx="2">
                  <c:v>10.0</c:v>
                </c:pt>
                <c:pt idx="3">
                  <c:v>9.0</c:v>
                </c:pt>
                <c:pt idx="4">
                  <c:v>8.0</c:v>
                </c:pt>
                <c:pt idx="5">
                  <c:v>6.0</c:v>
                </c:pt>
                <c:pt idx="6">
                  <c:v>8.0</c:v>
                </c:pt>
                <c:pt idx="7">
                  <c:v>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1.525,6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1.257,9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70   Δ 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-30,2%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43   Δ -13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-30,4%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1.012   Δ -308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-42,6%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49807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9686"/>
                <a:gridCol w="1558042"/>
                <a:gridCol w="1071154"/>
                <a:gridCol w="1558042"/>
                <a:gridCol w="1071154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Peak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51 (21,0%)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73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47 (54,7%)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69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+238,4%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+306,7%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MUHAMAD SUNARTO WETI DALA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PASKALIS MARIYONO NAHONG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Clemens Novanus Rae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YOHANA FRANSISKA SIANA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ALBERTO CARLOS X K KOBAN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Sep 2026 vs MTD-1 01–08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rikardus apriliano ngadas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