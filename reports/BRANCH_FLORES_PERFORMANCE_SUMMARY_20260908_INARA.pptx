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-94,4%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   Δ -17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-120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 (1,6%)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 (3,5%)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