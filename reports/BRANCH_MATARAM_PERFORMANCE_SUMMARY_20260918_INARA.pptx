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  <c:pt idx="13">
                  <c:v>63.0</c:v>
                </c:pt>
                <c:pt idx="14">
                  <c:v>64.0</c:v>
                </c:pt>
                <c:pt idx="15">
                  <c:v>55.0</c:v>
                </c:pt>
                <c:pt idx="16">
                  <c:v>49.0</c:v>
                </c:pt>
                <c:pt idx="17">
                  <c:v>54.0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  <c:pt idx="13">
                  <c:v>33.0</c:v>
                </c:pt>
                <c:pt idx="14">
                  <c:v>41.0</c:v>
                </c:pt>
                <c:pt idx="15">
                  <c:v>35.0</c:v>
                </c:pt>
                <c:pt idx="16">
                  <c:v>29.0</c:v>
                </c:pt>
                <c:pt idx="17">
                  <c:v>30.0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  <c:pt idx="13">
                  <c:v>30.0</c:v>
                </c:pt>
                <c:pt idx="14">
                  <c:v>23.0</c:v>
                </c:pt>
                <c:pt idx="15">
                  <c:v>20.0</c:v>
                </c:pt>
                <c:pt idx="16">
                  <c:v>20.0</c:v>
                </c:pt>
                <c:pt idx="17">
                  <c:v>24.0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  <c:pt idx="13">
                  <c:v>50.0</c:v>
                </c:pt>
                <c:pt idx="14">
                  <c:v>55.0</c:v>
                </c:pt>
                <c:pt idx="15">
                  <c:v>58.0</c:v>
                </c:pt>
                <c:pt idx="16">
                  <c:v>46.0</c:v>
                </c:pt>
                <c:pt idx="17">
                  <c:v>41.0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  <c:pt idx="13">
                  <c:v>33.0</c:v>
                </c:pt>
                <c:pt idx="14">
                  <c:v>32.0</c:v>
                </c:pt>
                <c:pt idx="15">
                  <c:v>37.0</c:v>
                </c:pt>
                <c:pt idx="16">
                  <c:v>29.0</c:v>
                </c:pt>
                <c:pt idx="17">
                  <c:v>25.0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  <c:pt idx="13">
                  <c:v>17.0</c:v>
                </c:pt>
                <c:pt idx="14">
                  <c:v>23.0</c:v>
                </c:pt>
                <c:pt idx="15">
                  <c:v>21.0</c:v>
                </c:pt>
                <c:pt idx="16">
                  <c:v>17.0</c:v>
                </c:pt>
                <c:pt idx="17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168   Δ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161   Δ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+41,7%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127   Δ 53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3.584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3.189   Δ 395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1.488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1.468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147 / 213 (69,0%)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+5,0%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172 / 240 (71,7%)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+6,2%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88 / 131 (67,2%)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103 / 148 (69,6%)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+10,8%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59 / 82 (72,0%)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-1,7%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69 / 92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1.057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 / 16 (18,8%)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 / 213 (10,8%)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+15,0% | Turun 61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37 / 240 (15,4%)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+19,4% | Turun 69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11 (18,2%)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131 (10,7%)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148 (14,9%)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+15,8%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82 (11,0%)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92 (16,3%)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373 (25,7%)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787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385 (74,0%)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1.075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183 | MoM +8,9%
PS: 172 | MoM +6,8%
• Performer
  RE: 1 | Active 100,0% | MoM 0,0%
  PS: 1 | Active 100,0% | MoM 0,0%
• Junior
  RE: 157 | Active 73,7% | MoM +9,0%
  PS: 147 | Active 69,0% | MoM +7,3%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15 | Active 93,8% | MoM +15,4%
  PS: 14 | Active 87,5% | MoM +7,7%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0,0%, Gap 0
• Grapari Dompu: PS 0,0%, Gap 0
• Grapari Lombok Timur: PS -50,0%, Gap -1
• Grapari Lombok Utara: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-50,0%, Gap -1
• Grapari Mataram: PS -15,8%, Gap -6
• Grapari Sumbawa: PS +80,0%, Gap 4
• Grapari Taliwang: PS +33,3%,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1 (+5,0%), PS -1 (-12,5%)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(-50,0%),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246,5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309,3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144,4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ASWAD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DODYK SUPRIADI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Yudi arman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Hendra Tauhid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Ismail Marzuki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ANNISA SYAKIRAH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ALVIN HIDAYAT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 TOPAN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Sep 2026 vs MTD-1 01–18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AISA TUKUBRA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Riskia nur komalasari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Arianda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Abriyansyah Agung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Hudian Rifsi Oktasoliawan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RIRIN DWI APRILIANTI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MUHAMAD IHSAN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