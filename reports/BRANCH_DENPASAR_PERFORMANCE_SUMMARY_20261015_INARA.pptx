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59.0</c:v>
                </c:pt>
                <c:pt idx="1">
                  <c:v>59.0</c:v>
                </c:pt>
                <c:pt idx="2">
                  <c:v>50.0</c:v>
                </c:pt>
                <c:pt idx="3">
                  <c:v>46.0</c:v>
                </c:pt>
                <c:pt idx="4">
                  <c:v>57.0</c:v>
                </c:pt>
                <c:pt idx="5">
                  <c:v>52.0</c:v>
                </c:pt>
                <c:pt idx="6">
                  <c:v>50.0</c:v>
                </c:pt>
                <c:pt idx="7">
                  <c:v>62.0</c:v>
                </c:pt>
                <c:pt idx="8">
                  <c:v>40.0</c:v>
                </c:pt>
                <c:pt idx="9">
                  <c:v>45.0</c:v>
                </c:pt>
                <c:pt idx="10">
                  <c:v>35.0</c:v>
                </c:pt>
                <c:pt idx="11">
                  <c:v>55.0</c:v>
                </c:pt>
                <c:pt idx="12">
                  <c:v>44.0</c:v>
                </c:pt>
                <c:pt idx="13">
                  <c:v>38.0</c:v>
                </c:pt>
                <c:pt idx="14">
                  <c:v>41.0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15.0</c:v>
                </c:pt>
                <c:pt idx="1">
                  <c:v>16.0</c:v>
                </c:pt>
                <c:pt idx="2">
                  <c:v>13.0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  <c:pt idx="6">
                  <c:v>13.0</c:v>
                </c:pt>
                <c:pt idx="7">
                  <c:v>18.0</c:v>
                </c:pt>
                <c:pt idx="8">
                  <c:v>13.0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  <c:pt idx="12">
                  <c:v>13.0</c:v>
                </c:pt>
                <c:pt idx="13">
                  <c:v>11.0</c:v>
                </c:pt>
                <c:pt idx="14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20.0</c:v>
                </c:pt>
                <c:pt idx="1">
                  <c:v>21.0</c:v>
                </c:pt>
                <c:pt idx="2">
                  <c:v>18.0</c:v>
                </c:pt>
                <c:pt idx="3">
                  <c:v>10.0</c:v>
                </c:pt>
                <c:pt idx="4">
                  <c:v>18.0</c:v>
                </c:pt>
                <c:pt idx="5">
                  <c:v>15.0</c:v>
                </c:pt>
                <c:pt idx="6">
                  <c:v>24.0</c:v>
                </c:pt>
                <c:pt idx="7">
                  <c:v>19.0</c:v>
                </c:pt>
                <c:pt idx="8">
                  <c:v>12.0</c:v>
                </c:pt>
                <c:pt idx="9">
                  <c:v>11.0</c:v>
                </c:pt>
                <c:pt idx="10">
                  <c:v>12.0</c:v>
                </c:pt>
                <c:pt idx="11">
                  <c:v>24.0</c:v>
                </c:pt>
                <c:pt idx="12">
                  <c:v>17.0</c:v>
                </c:pt>
                <c:pt idx="13">
                  <c:v>8.0</c:v>
                </c:pt>
                <c:pt idx="14">
                  <c:v>15.0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15.0</c:v>
                </c:pt>
                <c:pt idx="1">
                  <c:v>19.0</c:v>
                </c:pt>
                <c:pt idx="2">
                  <c:v>20.0</c:v>
                </c:pt>
                <c:pt idx="3">
                  <c:v>16.0</c:v>
                </c:pt>
                <c:pt idx="4">
                  <c:v>21.0</c:v>
                </c:pt>
                <c:pt idx="5">
                  <c:v>17.0</c:v>
                </c:pt>
                <c:pt idx="6">
                  <c:v>15.0</c:v>
                </c:pt>
                <c:pt idx="7">
                  <c:v>22.0</c:v>
                </c:pt>
                <c:pt idx="8">
                  <c:v>10.0</c:v>
                </c:pt>
                <c:pt idx="9">
                  <c:v>16.0</c:v>
                </c:pt>
                <c:pt idx="10">
                  <c:v>9.0</c:v>
                </c:pt>
                <c:pt idx="11">
                  <c:v>13.0</c:v>
                </c:pt>
                <c:pt idx="12">
                  <c:v>8.0</c:v>
                </c:pt>
                <c:pt idx="13">
                  <c:v>11.0</c:v>
                </c:pt>
                <c:pt idx="14">
                  <c:v>13.0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Sheet1!$F$2:$F$16</c:f>
              <c:numCache>
                <c:formatCode>General</c:formatCode>
                <c:ptCount val="15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11.0</c:v>
                </c:pt>
                <c:pt idx="5">
                  <c:v>13.0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  <c:pt idx="12">
                  <c:v>11.0</c:v>
                </c:pt>
                <c:pt idx="13">
                  <c:v>10.0</c:v>
                </c:pt>
                <c:pt idx="14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53.0</c:v>
                </c:pt>
                <c:pt idx="1">
                  <c:v>53.0</c:v>
                </c:pt>
                <c:pt idx="2">
                  <c:v>57.0</c:v>
                </c:pt>
                <c:pt idx="3">
                  <c:v>41.0</c:v>
                </c:pt>
                <c:pt idx="4">
                  <c:v>42.0</c:v>
                </c:pt>
                <c:pt idx="5">
                  <c:v>45.0</c:v>
                </c:pt>
                <c:pt idx="6">
                  <c:v>57.0</c:v>
                </c:pt>
                <c:pt idx="7">
                  <c:v>56.0</c:v>
                </c:pt>
                <c:pt idx="8">
                  <c:v>43.0</c:v>
                </c:pt>
                <c:pt idx="9">
                  <c:v>41.0</c:v>
                </c:pt>
                <c:pt idx="10">
                  <c:v>32.0</c:v>
                </c:pt>
                <c:pt idx="11">
                  <c:v>42.0</c:v>
                </c:pt>
                <c:pt idx="12">
                  <c:v>43.0</c:v>
                </c:pt>
                <c:pt idx="13">
                  <c:v>34.0</c:v>
                </c:pt>
                <c:pt idx="14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19.0</c:v>
                </c:pt>
                <c:pt idx="7">
                  <c:v>15.0</c:v>
                </c:pt>
                <c:pt idx="8">
                  <c:v>11.0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  <c:pt idx="12">
                  <c:v>12.0</c:v>
                </c:pt>
                <c:pt idx="13">
                  <c:v>6.0</c:v>
                </c:pt>
                <c:pt idx="14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20.0</c:v>
                </c:pt>
                <c:pt idx="1">
                  <c:v>14.0</c:v>
                </c:pt>
                <c:pt idx="2">
                  <c:v>24.0</c:v>
                </c:pt>
                <c:pt idx="3">
                  <c:v>10.0</c:v>
                </c:pt>
                <c:pt idx="4">
                  <c:v>16.0</c:v>
                </c:pt>
                <c:pt idx="5">
                  <c:v>19.0</c:v>
                </c:pt>
                <c:pt idx="6">
                  <c:v>20.0</c:v>
                </c:pt>
                <c:pt idx="7">
                  <c:v>19.0</c:v>
                </c:pt>
                <c:pt idx="8">
                  <c:v>11.0</c:v>
                </c:pt>
                <c:pt idx="9">
                  <c:v>8.0</c:v>
                </c:pt>
                <c:pt idx="10">
                  <c:v>9.0</c:v>
                </c:pt>
                <c:pt idx="11">
                  <c:v>16.0</c:v>
                </c:pt>
                <c:pt idx="12">
                  <c:v>16.0</c:v>
                </c:pt>
                <c:pt idx="13">
                  <c:v>13.0</c:v>
                </c:pt>
                <c:pt idx="14">
                  <c:v>11.0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11.0</c:v>
                </c:pt>
                <c:pt idx="1">
                  <c:v>18.0</c:v>
                </c:pt>
                <c:pt idx="2">
                  <c:v>19.0</c:v>
                </c:pt>
                <c:pt idx="3">
                  <c:v>18.0</c:v>
                </c:pt>
                <c:pt idx="4">
                  <c:v>13.0</c:v>
                </c:pt>
                <c:pt idx="5">
                  <c:v>20.0</c:v>
                </c:pt>
                <c:pt idx="6">
                  <c:v>13.0</c:v>
                </c:pt>
                <c:pt idx="7">
                  <c:v>15.0</c:v>
                </c:pt>
                <c:pt idx="8">
                  <c:v>16.0</c:v>
                </c:pt>
                <c:pt idx="9">
                  <c:v>10.0</c:v>
                </c:pt>
                <c:pt idx="10">
                  <c:v>13.0</c:v>
                </c:pt>
                <c:pt idx="11">
                  <c:v>14.0</c:v>
                </c:pt>
                <c:pt idx="12">
                  <c:v>11.0</c:v>
                </c:pt>
                <c:pt idx="13">
                  <c:v>13.0</c:v>
                </c:pt>
                <c:pt idx="14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Sheet1!$F$2:$F$16</c:f>
              <c:numCache>
                <c:formatCode>General</c:formatCode>
                <c:ptCount val="15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12.0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3.0</c:v>
                </c:pt>
                <c:pt idx="11">
                  <c:v>8.0</c:v>
                </c:pt>
                <c:pt idx="12">
                  <c:v>8.0</c:v>
                </c:pt>
                <c:pt idx="13">
                  <c:v>6.0</c:v>
                </c:pt>
                <c:pt idx="14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-1.595,0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-1.282,0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197   Δ -32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180   Δ -16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219   Δ 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7.035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6.419   Δ 616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1.909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1.822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20 (85,0%)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+41,7%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127 / 310 (41,0%)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-13,0% | Turun 93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164 / 351 (46,7%)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-5,7% | Turun 118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 / 68 (47,1%)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+3,2%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80 (51,2%)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+5,1%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 / 85 (45,9%)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-11,4%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47 / 93 (50,5%)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-7,8%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 / 80 (31,2%)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-24,2%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93 (40,9%)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-13,6%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 / 77 (40,3%)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-18,4%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85 (44,7%)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497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338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1.119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310 (4,2%)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-40,9% | Turun 93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-18,2%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32 / 351 (9,1%)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-23,8% | Turun 118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68 (4,4%)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-57,1%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80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-38,5%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85 (2,4%)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-66,7%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93 (9,7%)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80 (3,8%)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93 (7,5%)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77 (6,5%)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85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1.728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7.604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715 (22,0%)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1.934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433 (78,4%)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165 | MoM -16,2%
PS: 164 | MoM -8,9%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129 | Active 41,6% | MoM -18,9%
  PS: 127 | Active 41,0% | MoM -11,2%
• Greenfield
  RE: 16 | Active 80,0% | MoM -11,1%
  PS: 17 | Active 85,0% | MoM 0,0%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0,0%, Gap 0
• Grapari Jimbaran: PS -16,7%, Gap -2
• Grapari Kuta: PS -16,7%, Gap -1
• Grapari Negara: PS -50,0%,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-38,9%, Gap -7
• Grapari Singaraja: PS -50,0%, Gap -2
• Grapari Tabanan: PS -80,0%, Gap -4
• Grapari Ubud: PS -14,3%,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-182 (-34,7%), PS -184 (-39,5%)
• Bali Tengah 2: RE -79 (-17,5%), PS -64 (-16,8%)
• Bali Tengah 1: RE -44 (-9,7%), PS -52 (-13,5%)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-12 (-23,1%), PS -7 (-20,0%)
• Bali Timur: RE 2 (+6,7%), PS -5 (-22,7%)
• Bali Tengah 2: RE 6 (+14,0%), PS -2 (-5,6%)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-3 (-20,0%), PS -3 (-27,3%)
• Bali Timur: RE -3 (-33,3%), PS -1 (-20,0%)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-1 (-33,3%), PS -2 (-66,7%)
• Bali Barat: RE 0 (0,0%), PS -1 (-100,0%)
• Bali Tengah 1: RE 0 (0,0%),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AMMAR DANI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Erlan Bahtiar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LUH SURYA PERTIWI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KOMANG AGUS ARTANA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Antonius Basten Cristian Lang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NGURAH PT WIDIYADANA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