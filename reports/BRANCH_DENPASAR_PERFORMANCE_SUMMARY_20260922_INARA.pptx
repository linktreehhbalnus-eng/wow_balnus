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228   Δ -9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188   Δ 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5.405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4.701   Δ 704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310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-8,6%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210 / 351 (59,8%)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68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85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93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351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128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80 (22,5%)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93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77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85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462 (13,8%)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1.370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242 (47,0%)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807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219 | MoM -3,9%
PS: 210 | MoM -3,7%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180 | Active 58,1% | MoM -4,8%
  PS: 171 | Active 55,2% | MoM -5,5%
• Greenfield
  RE: 19 | Active 95,0% | MoM +5,6%
  PS: 19 | Active 95,0% | MoM +18,8%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-57,1%, Gap -4
• Grapari Jimbaran: PS +41,7%, Gap 5
• Grapari Kuta: PS +100,0%, Gap 3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-33,3%, Gap -2
• Grapari Tabanan: PS -14,3%, Gap -1
• Grapari Ubud: PS +57,1%,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-73 (-11,0%), PS -68 (-12,0%)
• Bali Tengah 2: RE -70 (-10,0%), PS -39 (-6,7%)
• Bali Timur: RE 5 (+1,2%), PS -26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-44 (-40,0%), PS -35 (-40,7%)
• Bali Tengah 1: RE -14 (-18,4%), PS -12 (-21,1%)
• Bali Barat: RE -15 (-38,5%), PS -7 (-35,0%)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3 (+20,0%), PS -3 (-27,3%)
• Bali Timur: RE 1 (+9,1%), PS -3 (-37,5%)
• Bali Barat: RE -7 (-43,8%),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