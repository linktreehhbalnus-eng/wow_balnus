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  <c:pt idx="12">
                  <c:v>49.0</c:v>
                </c:pt>
                <c:pt idx="13">
                  <c:v>64.0</c:v>
                </c:pt>
                <c:pt idx="14">
                  <c:v>67.0</c:v>
                </c:pt>
                <c:pt idx="15">
                  <c:v>67.0</c:v>
                </c:pt>
                <c:pt idx="16">
                  <c:v>71.0</c:v>
                </c:pt>
                <c:pt idx="17">
                  <c:v>50.0</c:v>
                </c:pt>
                <c:pt idx="18">
                  <c:v>58.0</c:v>
                </c:pt>
                <c:pt idx="19">
                  <c:v>52.0</c:v>
                </c:pt>
                <c:pt idx="20">
                  <c:v>69.0</c:v>
                </c:pt>
                <c:pt idx="21">
                  <c:v>58.0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  <c:pt idx="12">
                  <c:v>16.0</c:v>
                </c:pt>
                <c:pt idx="13">
                  <c:v>16.0</c:v>
                </c:pt>
                <c:pt idx="14">
                  <c:v>21.0</c:v>
                </c:pt>
                <c:pt idx="15">
                  <c:v>21.0</c:v>
                </c:pt>
                <c:pt idx="16">
                  <c:v>21.0</c:v>
                </c:pt>
                <c:pt idx="17">
                  <c:v>19.0</c:v>
                </c:pt>
                <c:pt idx="18">
                  <c:v>18.0</c:v>
                </c:pt>
                <c:pt idx="19">
                  <c:v>19.0</c:v>
                </c:pt>
                <c:pt idx="20">
                  <c:v>23.0</c:v>
                </c:pt>
                <c:pt idx="21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12.0</c:v>
                </c:pt>
                <c:pt idx="12">
                  <c:v>13.0</c:v>
                </c:pt>
                <c:pt idx="13">
                  <c:v>20.0</c:v>
                </c:pt>
                <c:pt idx="14">
                  <c:v>17.0</c:v>
                </c:pt>
                <c:pt idx="15">
                  <c:v>17.0</c:v>
                </c:pt>
                <c:pt idx="16">
                  <c:v>17.0</c:v>
                </c:pt>
                <c:pt idx="17">
                  <c:v>13.0</c:v>
                </c:pt>
                <c:pt idx="18">
                  <c:v>11.0</c:v>
                </c:pt>
                <c:pt idx="19">
                  <c:v>12.0</c:v>
                </c:pt>
                <c:pt idx="20">
                  <c:v>19.0</c:v>
                </c:pt>
                <c:pt idx="21">
                  <c:v>16.0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  <c:pt idx="12">
                  <c:v>12.0</c:v>
                </c:pt>
                <c:pt idx="13">
                  <c:v>15.0</c:v>
                </c:pt>
                <c:pt idx="14">
                  <c:v>16.0</c:v>
                </c:pt>
                <c:pt idx="15">
                  <c:v>16.0</c:v>
                </c:pt>
                <c:pt idx="16">
                  <c:v>18.0</c:v>
                </c:pt>
                <c:pt idx="17">
                  <c:v>11.0</c:v>
                </c:pt>
                <c:pt idx="18">
                  <c:v>16.0</c:v>
                </c:pt>
                <c:pt idx="19">
                  <c:v>12.0</c:v>
                </c:pt>
                <c:pt idx="20">
                  <c:v>14.0</c:v>
                </c:pt>
                <c:pt idx="21">
                  <c:v>14.0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  <c:pt idx="12">
                  <c:v>8.0</c:v>
                </c:pt>
                <c:pt idx="13">
                  <c:v>13.0</c:v>
                </c:pt>
                <c:pt idx="14">
                  <c:v>13.0</c:v>
                </c:pt>
                <c:pt idx="15">
                  <c:v>13.0</c:v>
                </c:pt>
                <c:pt idx="16">
                  <c:v>16.0</c:v>
                </c:pt>
                <c:pt idx="17">
                  <c:v>7.0</c:v>
                </c:pt>
                <c:pt idx="18">
                  <c:v>13.0</c:v>
                </c:pt>
                <c:pt idx="19">
                  <c:v>10.0</c:v>
                </c:pt>
                <c:pt idx="20">
                  <c:v>13.0</c:v>
                </c:pt>
                <c:pt idx="21">
                  <c:v>13.0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  <c:pt idx="12">
                  <c:v>45.0</c:v>
                </c:pt>
                <c:pt idx="13">
                  <c:v>51.0</c:v>
                </c:pt>
                <c:pt idx="14">
                  <c:v>58.0</c:v>
                </c:pt>
                <c:pt idx="15">
                  <c:v>59.0</c:v>
                </c:pt>
                <c:pt idx="16">
                  <c:v>59.0</c:v>
                </c:pt>
                <c:pt idx="17">
                  <c:v>55.0</c:v>
                </c:pt>
                <c:pt idx="18">
                  <c:v>46.0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  <c:pt idx="12">
                  <c:v>16.0</c:v>
                </c:pt>
                <c:pt idx="13">
                  <c:v>15.0</c:v>
                </c:pt>
                <c:pt idx="14">
                  <c:v>15.0</c:v>
                </c:pt>
                <c:pt idx="15">
                  <c:v>17.0</c:v>
                </c:pt>
                <c:pt idx="16">
                  <c:v>18.0</c:v>
                </c:pt>
                <c:pt idx="17">
                  <c:v>14.0</c:v>
                </c:pt>
                <c:pt idx="18">
                  <c:v>15.0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  <c:pt idx="12">
                  <c:v>13.0</c:v>
                </c:pt>
                <c:pt idx="13">
                  <c:v>13.0</c:v>
                </c:pt>
                <c:pt idx="14">
                  <c:v>18.0</c:v>
                </c:pt>
                <c:pt idx="15">
                  <c:v>15.0</c:v>
                </c:pt>
                <c:pt idx="16">
                  <c:v>14.0</c:v>
                </c:pt>
                <c:pt idx="17">
                  <c:v>16.0</c:v>
                </c:pt>
                <c:pt idx="18">
                  <c:v>12.0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Sheet1!$E$2:$E$23</c:f>
              <c:numCache>
                <c:formatCode>General</c:formatCode>
                <c:ptCount val="22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  <c:pt idx="12">
                  <c:v>11.0</c:v>
                </c:pt>
                <c:pt idx="13">
                  <c:v>14.0</c:v>
                </c:pt>
                <c:pt idx="14">
                  <c:v>12.0</c:v>
                </c:pt>
                <c:pt idx="15">
                  <c:v>15.0</c:v>
                </c:pt>
                <c:pt idx="16">
                  <c:v>17.0</c:v>
                </c:pt>
                <c:pt idx="17">
                  <c:v>17.0</c:v>
                </c:pt>
                <c:pt idx="18">
                  <c:v>10.0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Sheet1!$A$2:$A$23</c:f>
              <c:strCache>
                <c:ptCount val="2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</c:strCache>
            </c:strRef>
          </c:cat>
          <c:val>
            <c:numRef>
              <c:f>Sheet1!$F$2:$F$23</c:f>
              <c:numCache>
                <c:formatCode>General</c:formatCode>
                <c:ptCount val="22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  <c:pt idx="12">
                  <c:v>5.0</c:v>
                </c:pt>
                <c:pt idx="13">
                  <c:v>9.0</c:v>
                </c:pt>
                <c:pt idx="14">
                  <c:v>13.0</c:v>
                </c:pt>
                <c:pt idx="15">
                  <c:v>12.0</c:v>
                </c:pt>
                <c:pt idx="16">
                  <c:v>10.0</c:v>
                </c:pt>
                <c:pt idx="17">
                  <c:v>8.0</c:v>
                </c:pt>
                <c:pt idx="18">
                  <c:v>10.0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1.562,7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157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228   Δ -9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218   Δ -23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188   Δ 24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5.405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+15,0%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4.701   Δ 704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+23,5%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1.668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1.158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808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+18,8%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156 / 310 (50,3%)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-11,4%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195 / 351 (55,6%)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122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68 (54,4%)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-17,8%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80 (58,8%)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85 (54,1%)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54 / 93 (58,1%)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-5,3%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33 / 80 (41,2%)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-13,2%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46 / 93 (49,5%)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40 / 77 (51,9%)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85 (56,5%)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+528,1%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24 / 310 (7,7%)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-22,6% | Turun 101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48 / 351 (13,7%)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122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68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80 (18,8%)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85 (7,1%)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93 (14,0%)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80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93 (12,9%)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 / 77 (6,5%)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85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2.537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462 (13,8%)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1.370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515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242 (47,0%)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2.867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1.825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+98,9%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219 | MoM -3,9%
PS: 195 | MoM -10,6%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180 | Active 58,1% | MoM -4,8%
  PS: 156 | Active 50,3% | MoM -13,8%
• Greenfield
  RE: 19 | Active 95,0% | MoM +5,6%
  PS: 19 | Active 95,0% | MoM +18,8%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0,0%, Gap 0
• Grapari Gatsu Tengah: PS -71,4%, Gap -5
• Grapari Jimbaran: PS +33,3%, Gap 4
• Grapari Kuta: PS +100,0%, Gap 3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-19,4%, Gap -6
• Grapari Singaraja: PS -33,3%, Gap -2
• Grapari Tabanan: PS -28,6%, Gap -2
• Grapari Ubud: PS +42,9%, Gap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-73 (-11,0%), PS -122 (-21,5%)
• Bali Tengah 2: RE -70 (-10,0%), PS -109 (-18,9%)
• Bali Timur: RE 5 (+1,2%), PS -76 (-21,5%)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-44 (-40,0%), PS -40 (-46,5%)
• Bali Tengah 1: RE -14 (-18,4%), PS -16 (-28,1%)
• Bali Barat: RE -15 (-38,5%), PS -9 (-45,0%)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-7 (-43,8%), PS -3 (-60,0%)
• Bali Tengah 1: RE 3 (+20,0%), PS -3 (-27,3%)
• Bali Timur: RE 1 (+9,1%), PS -3 (-37,5%)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2.065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495,1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408,8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ERNA SUSILAWATI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PUTRA SANJAYA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WISADA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Tuti Karmila Sari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+193,8%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Gde Agung Adhiaksa Pratama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Riko Simanjuntak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Herzza Rahmadhani Duha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PUTU ARIANI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Muhammad Khusairi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+155,6%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+136,0%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01–22 Sep 2026 vs MTD-1 01–22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SUPARTA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KUSMIYATI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Andi Setiawan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SUPARTA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WYN ARYANITI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