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68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47   Δ 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1.189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1.205   Δ 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65 (25,0%)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49 (46,7%)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86 | MoM +13,2%
PS: 78 | MoM +14,7%
• Junior
  RE: 72 | Active 53,3% | MoM +14,3%
  PS: 64 | Active 47,4% | MoM +16,4%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-50,0%, Gap -2
• Grapari Ende: PS 0,0%, Gap 0
• Grapari Kalabahi: PS -33,3%, Gap -5
• Grapari Labuan Bajo: PS -27,3%,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-33,3%, Gap -3
• Grapari Ruteng: PS +66,7%,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