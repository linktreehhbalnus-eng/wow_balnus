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17.0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76   Δ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68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46   Δ -7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1.073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1.126   Δ -53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64 (24,6%)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 (46,7%)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85 | MoM +11,8%
PS: 75 | MoM +10,3%
• Junior
  RE: 71 | Active 52,6% | MoM +12,7%
  PS: 61 | Active 45,2% | MoM +10,9%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-50,0%, Gap -2
• Grapari Ende: PS -6,7%, Gap -1
• Grapari Kalabahi: PS -46,7%, Gap -7
• Grapari Labuan Bajo: PS -36,4%,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-3
• Grapari Maumere: PS -33,3%, Gap -3
• Grapari Ruteng: PS +66,7%,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13 (+5,4%), PS -15 (-7,7%)
• Manggarai: RE 23 (+16,4%), PS -2 (-1,8%)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