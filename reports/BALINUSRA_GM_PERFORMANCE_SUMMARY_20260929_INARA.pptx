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16/09</c:v>
                </c:pt>
                <c:pt idx="1">
                  <c:v>17/09</c:v>
                </c:pt>
                <c:pt idx="2">
                  <c:v>18/09</c:v>
                </c:pt>
                <c:pt idx="3">
                  <c:v>19/09</c:v>
                </c:pt>
                <c:pt idx="4">
                  <c:v>20/09</c:v>
                </c:pt>
                <c:pt idx="5">
                  <c:v>21/09</c:v>
                </c:pt>
                <c:pt idx="6">
                  <c:v>22/09</c:v>
                </c:pt>
                <c:pt idx="7">
                  <c:v>23/09</c:v>
                </c:pt>
                <c:pt idx="8">
                  <c:v>24/09</c:v>
                </c:pt>
                <c:pt idx="9">
                  <c:v>25/09</c:v>
                </c:pt>
                <c:pt idx="10">
                  <c:v>26/09</c:v>
                </c:pt>
                <c:pt idx="11">
                  <c:v>27/09</c:v>
                </c:pt>
                <c:pt idx="12">
                  <c:v>28/09</c:v>
                </c:pt>
                <c:pt idx="13">
                  <c:v>29/09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322.0</c:v>
                </c:pt>
                <c:pt idx="1">
                  <c:v>334.0</c:v>
                </c:pt>
                <c:pt idx="2">
                  <c:v>305.0</c:v>
                </c:pt>
                <c:pt idx="3">
                  <c:v>267.0</c:v>
                </c:pt>
                <c:pt idx="4">
                  <c:v>193.0</c:v>
                </c:pt>
                <c:pt idx="5">
                  <c:v>378.0</c:v>
                </c:pt>
                <c:pt idx="6">
                  <c:v>316.0</c:v>
                </c:pt>
                <c:pt idx="7">
                  <c:v>299.0</c:v>
                </c:pt>
                <c:pt idx="8">
                  <c:v>309.0</c:v>
                </c:pt>
                <c:pt idx="9">
                  <c:v>303.0</c:v>
                </c:pt>
                <c:pt idx="10">
                  <c:v>248.0</c:v>
                </c:pt>
                <c:pt idx="11">
                  <c:v>150.0</c:v>
                </c:pt>
                <c:pt idx="12">
                  <c:v>315.0</c:v>
                </c:pt>
                <c:pt idx="13">
                  <c:v>321.0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16/09</c:v>
                </c:pt>
                <c:pt idx="1">
                  <c:v>17/09</c:v>
                </c:pt>
                <c:pt idx="2">
                  <c:v>18/09</c:v>
                </c:pt>
                <c:pt idx="3">
                  <c:v>19/09</c:v>
                </c:pt>
                <c:pt idx="4">
                  <c:v>20/09</c:v>
                </c:pt>
                <c:pt idx="5">
                  <c:v>21/09</c:v>
                </c:pt>
                <c:pt idx="6">
                  <c:v>22/09</c:v>
                </c:pt>
                <c:pt idx="7">
                  <c:v>23/09</c:v>
                </c:pt>
                <c:pt idx="8">
                  <c:v>24/09</c:v>
                </c:pt>
                <c:pt idx="9">
                  <c:v>25/09</c:v>
                </c:pt>
                <c:pt idx="10">
                  <c:v>26/09</c:v>
                </c:pt>
                <c:pt idx="11">
                  <c:v>27/09</c:v>
                </c:pt>
                <c:pt idx="12">
                  <c:v>28/09</c:v>
                </c:pt>
                <c:pt idx="13">
                  <c:v>29/09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266.0</c:v>
                </c:pt>
                <c:pt idx="1">
                  <c:v>261.0</c:v>
                </c:pt>
                <c:pt idx="2">
                  <c:v>242.0</c:v>
                </c:pt>
                <c:pt idx="3">
                  <c:v>209.0</c:v>
                </c:pt>
                <c:pt idx="4">
                  <c:v>177.0</c:v>
                </c:pt>
                <c:pt idx="5">
                  <c:v>269.0</c:v>
                </c:pt>
                <c:pt idx="6">
                  <c:v>271.0</c:v>
                </c:pt>
                <c:pt idx="7">
                  <c:v>247.0</c:v>
                </c:pt>
                <c:pt idx="8">
                  <c:v>254.0</c:v>
                </c:pt>
                <c:pt idx="9">
                  <c:v>239.0</c:v>
                </c:pt>
                <c:pt idx="10">
                  <c:v>173.0</c:v>
                </c:pt>
                <c:pt idx="11">
                  <c:v>131.0</c:v>
                </c:pt>
                <c:pt idx="12">
                  <c:v>241.0</c:v>
                </c:pt>
                <c:pt idx="13">
                  <c:v>240.0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+0,6% &amp; PS -0,8% MoM — Achievement Mencapai 85,4% (RE) / 84,3%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29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01–29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(+15,0%), Mataram Terdalam (-4,0%)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(+22,8%), Bali Tengah 1 Terdalam (-10,1%)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(+148), Buleleng Tumbuh Tertinggi (+42,2%)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+285, Bottom 5 -320, dan perubahan PS regional -55.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(+32,0%), TSEL One &gt;30 Mbps Turun Terdalam (-53,3%)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+0,6%, Aktivitas DJP -2,8%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1.393 (26,5%)
Visit DJP: 3.771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1.169 (85,0%)
Visit DJP: 3.515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Wahyu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NYOMAN SAPUTRA WIJAYA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INLY OLIFA PABALA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Santiar roti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Sep 2026 vs MTD-1 01–29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Sep 2026 vs MTD-1 01–29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2.537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2.422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6.911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6.856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3.002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Sep 2026 vs MTD-1 01–29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Sep 2026 vs MTD-1 01–29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8.654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8.703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6.911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6.856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7.294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643 | MoM +0,3%
PS: 623 | MoM +0,6%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551 | Active 69,0% | MoM +0,2%
  PS: 532 | Active 66,7% | MoM +0,8%
• Greenfield
  RE: 56 | Active 96,6% | MoM +3,7%
  PS: 55 | Active 94,8% | MoM +1,9%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+11,7%, Gap +12
• Flores: PS +17,4%, Gap +21
• Kupang: PS +30,0%, Gap +12
• Mataram: PS -8,8%,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-50,0%, Gap -2
• Grapari Lombok Utara (Mataram): -50,0%, Gap -1
• Grapari Maluk (Mataram): -50,0%, Gap -2
• Grapari Singaraja (Denpasar): -44,4%, Gap -4
• Grapari Tabanan (Denpasar): -40,0%,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-101 (-7,4%), PS -92 (-8,4%)
• Bali Tengah 1: RE -57 (-6,8%), PS -71 (-9,9%)
• Bali Tengah 2: RE -90 (-9,9%), PS -71 (-9,4%)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-37 (-28,2%), PS -37 (-35,6%)
• Bali Tengah 1: RE -7 (-7,5%), PS -8 (-11,4%)
• Bali Barat: RE -8 (-18,6%), PS -3 (-14,3%)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-14 (-28,6%), PS -8 (-36,4%)
• Bali Timur: RE +1 (+7,7%), PS -4 (-44,4%)
• Sumbawa Barat - Sumbawa Timur: RE -4 (-11,1%), PS -3 (-20,0%)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(-62,5%), PS -3 (-100,0%)
• Bali Tengah 1: RE -3 (-75,0%), PS -2 (-66,7%)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Sep 2026 vs MTD-1 01–29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184 / 310 (59,4%)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-12,4% | Turun 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223 / 351 (63,5%)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 | Turun 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+12,9%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+14,4%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+11,7%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166 / 213 (77,9%)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192 / 240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 / 58 (94,8%)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532 / 798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-0,7% | Turun 276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624 / 924 (67,5%)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+0,2% | Turun 326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2.631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1.709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3.731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+470,7%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5.937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20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310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351 (19,9%)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 | Turun 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136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150 (22,0%)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139 (18,7%)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152 (19,7%)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16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213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 / 240 (23,8%)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 / 58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+27,3%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126 / 798 (15,8%)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-11,3% | Turun 276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190 / 924 (20,6%)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 | Turun 326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