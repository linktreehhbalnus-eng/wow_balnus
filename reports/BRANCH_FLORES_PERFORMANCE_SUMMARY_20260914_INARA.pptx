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50   Δ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1.431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1.379   Δ 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 / 135 (51,9%)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+7,7%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84 / 149 (56,4%)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+6,3%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72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79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63 (50,8%)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70 (55,7%)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13 (38,5%)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135 (6,7%)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+28,6%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149 (10,1%)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+15,4%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72 (9,7%)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79 (13,9%)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63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70 (5,7%)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64 (24,3%)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106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56 (47,9%)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88 | MoM +7,3%
PS: 84 | MoM +6,3%
• Junior
  RE: 74 | Active 54,8% | MoM +7,2%
  PS: 70 | Active 51,9% | MoM 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-25,0%, Gap -1
• Grapari Ende: PS -20,0%, Gap -4
• Grapari Kalabahi: PS -33,3%, Gap -6
• Grapari Labuan Bajo: PS -43,8%, Gap -7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-3
• Grapari Maumere: PS -46,2%, Gap -6
• Grapari Ruteng: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22 (+12,2%), PS -3 (-2,0%)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6 (+75,0%), PS -1 (-12,5%)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