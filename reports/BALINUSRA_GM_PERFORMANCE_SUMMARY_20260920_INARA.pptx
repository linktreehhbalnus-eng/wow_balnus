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07/09</c:v>
                </c:pt>
                <c:pt idx="1">
                  <c:v>08/09</c:v>
                </c:pt>
                <c:pt idx="2">
                  <c:v>09/09</c:v>
                </c:pt>
                <c:pt idx="3">
                  <c:v>10/09</c:v>
                </c:pt>
                <c:pt idx="4">
                  <c:v>11/09</c:v>
                </c:pt>
                <c:pt idx="5">
                  <c:v>12/09</c:v>
                </c:pt>
                <c:pt idx="6">
                  <c:v>13/09</c:v>
                </c:pt>
                <c:pt idx="7">
                  <c:v>14/09</c:v>
                </c:pt>
                <c:pt idx="8">
                  <c:v>15/09</c:v>
                </c:pt>
                <c:pt idx="9">
                  <c:v>16/09</c:v>
                </c:pt>
                <c:pt idx="10">
                  <c:v>17/09</c:v>
                </c:pt>
                <c:pt idx="11">
                  <c:v>18/09</c:v>
                </c:pt>
                <c:pt idx="12">
                  <c:v>19/09</c:v>
                </c:pt>
                <c:pt idx="13">
                  <c:v>20/09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362.0</c:v>
                </c:pt>
                <c:pt idx="1">
                  <c:v>351.0</c:v>
                </c:pt>
                <c:pt idx="2">
                  <c:v>315.0</c:v>
                </c:pt>
                <c:pt idx="3">
                  <c:v>313.0</c:v>
                </c:pt>
                <c:pt idx="4">
                  <c:v>319.0</c:v>
                </c:pt>
                <c:pt idx="5">
                  <c:v>254.0</c:v>
                </c:pt>
                <c:pt idx="6">
                  <c:v>169.0</c:v>
                </c:pt>
                <c:pt idx="7">
                  <c:v>339.0</c:v>
                </c:pt>
                <c:pt idx="8">
                  <c:v>320.0</c:v>
                </c:pt>
                <c:pt idx="9">
                  <c:v>322.0</c:v>
                </c:pt>
                <c:pt idx="10">
                  <c:v>334.0</c:v>
                </c:pt>
                <c:pt idx="11">
                  <c:v>304.0</c:v>
                </c:pt>
                <c:pt idx="12">
                  <c:v>267.0</c:v>
                </c:pt>
                <c:pt idx="13">
                  <c:v>192.0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07/09</c:v>
                </c:pt>
                <c:pt idx="1">
                  <c:v>08/09</c:v>
                </c:pt>
                <c:pt idx="2">
                  <c:v>09/09</c:v>
                </c:pt>
                <c:pt idx="3">
                  <c:v>10/09</c:v>
                </c:pt>
                <c:pt idx="4">
                  <c:v>11/09</c:v>
                </c:pt>
                <c:pt idx="5">
                  <c:v>12/09</c:v>
                </c:pt>
                <c:pt idx="6">
                  <c:v>13/09</c:v>
                </c:pt>
                <c:pt idx="7">
                  <c:v>14/09</c:v>
                </c:pt>
                <c:pt idx="8">
                  <c:v>15/09</c:v>
                </c:pt>
                <c:pt idx="9">
                  <c:v>16/09</c:v>
                </c:pt>
                <c:pt idx="10">
                  <c:v>17/09</c:v>
                </c:pt>
                <c:pt idx="11">
                  <c:v>18/09</c:v>
                </c:pt>
                <c:pt idx="12">
                  <c:v>19/09</c:v>
                </c:pt>
                <c:pt idx="13">
                  <c:v>20/09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256.0</c:v>
                </c:pt>
                <c:pt idx="1">
                  <c:v>285.0</c:v>
                </c:pt>
                <c:pt idx="2">
                  <c:v>266.0</c:v>
                </c:pt>
                <c:pt idx="3">
                  <c:v>237.0</c:v>
                </c:pt>
                <c:pt idx="4">
                  <c:v>258.0</c:v>
                </c:pt>
                <c:pt idx="5">
                  <c:v>191.0</c:v>
                </c:pt>
                <c:pt idx="6">
                  <c:v>151.0</c:v>
                </c:pt>
                <c:pt idx="7">
                  <c:v>266.0</c:v>
                </c:pt>
                <c:pt idx="8">
                  <c:v>271.0</c:v>
                </c:pt>
                <c:pt idx="9">
                  <c:v>266.0</c:v>
                </c:pt>
                <c:pt idx="10">
                  <c:v>261.0</c:v>
                </c:pt>
                <c:pt idx="11">
                  <c:v>242.0</c:v>
                </c:pt>
                <c:pt idx="12">
                  <c:v>209.0</c:v>
                </c:pt>
                <c:pt idx="13">
                  <c:v>177.0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+3,3% &amp; PS +2,5% MoM — Achievement Mencapai 59,5% (RE) / 58,9%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Sep 2026 vs MTD-1 01–20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20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Sep 2026 vs MTD-1 01–20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01–20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(+12,4%), Denpasar Terdalam (-1,9%)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Sep 2026 vs MTD-1 01–20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+12,4%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+6,6%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+0,5%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-1,9%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63,3%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61,3%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60,9%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45,2%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(+18,5%), Bali Tengah 1 Terdalam (-11,1%)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Sep 2026 vs MTD-1 01–20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(+159), Buleleng Tumbuh Tertinggi (+67,7%)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Sep 2026 vs MTD-1 01–20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+296, Bottom 5 -211, dan perubahan PS regional +119.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(+61,6%), TSEL One &gt;30 Mbps Turun Terdalam (-65,2%)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Sep 2026 vs MTD-1 01–20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+2,3%, Aktivitas DJP +5,1%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Sep 2026 vs MTD-1 01–20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5.037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9.971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55.836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83.413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5.487
Dikunjungi: 1.016 (18,5%)
Visit DJP: 2.807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1.306
Dikunjungi: 844 (64,6%)
Visit DJP: 2.540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Sep 2026 vs MTD-1 01–20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Sep 2026 vs MTD-1 01–20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MARIO MAXIMILIANO AGUSTO WIO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Haris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Christin Natalia Banunaek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Mita muliati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FIKA AYU PUSPITASARI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Achmad ahmadi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Christin Natalia Banunaek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 UTARI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mega dirgantini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IBNU MAULANA MAHENDRA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Sep 2026 vs MTD-1 01–20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Sep 2026 vs MTD-1 01–20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Sep 2026 vs MTD-1 01–20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01–20 Sep 2026 vs MTD-1 01–20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1.825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1.748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4.672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4.791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2.197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1.326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01–20 Sep 2026 vs MTD-1 01–20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1,0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01–20 Sep 2026 vs MTD-1 01–20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5.866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6.062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4.672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4.791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1,1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4.943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5.132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4.052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908,1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+188,8%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598 | MoM +4,0%
PS: 570 | MoM +2,3%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507 | Active 63,5% | MoM +3,9%
  PS: 481 | Active 60,3% | MoM +2,1%
• Greenfield
  RE: 55 | Active 94,8% | MoM +10,0%
  PS: 53 | Active 91,4% | MoM +8,2%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+13,6%, Gap +9
• Flores: PS -9,4%, Gap -9
• Kupang: PS +31,0%, Gap +9
• Mataram: PS -4,4%, Gap 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Utara (Mataram): -100,0%, Gap -1
• Grapari Gatsu Tengah (Denpasar): -66,7%, Gap -4
• Grapari Lombok Timur (Mataram): -50,0%, Gap -1
• Grapari Maluk (Mataram): -50,0%, Gap -1
• Grapari Maumere (Flores): -40,0%, Gap -6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-70 (-11,6%), PS -54 (-10,5%)
• Bali Timur: RE +5 (+1,3%), PS -37 (-11,3%)
• Kupang Rote - Malaka Timtim Belu: RE -50 (-9,7%), PS -28 (-6,4%)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-39 (-39,4%), PS -32 (-40,5%)
• Bali Tengah 1: RE -11 (-16,2%), PS -10 (-18,5%)
• Bali Barat: RE -17 (-44,7%), PS -8 (-40,0%)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-10 (-29,4%), PS -8 (-50,0%)
• Bali Timur: RE 0 (0,0%), PS -3 (-37,5%)
• Bali Barat: RE -5 (-38,5%), PS -2 (-50,0%)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-3 (-50,0%),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01–20 Sep 2026 vs MTD-1 01–20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+18,8%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161 / 310 (51,9%)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-10,1% | Turun 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200 / 351 (57,0%)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-5,7% | Turun 121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 / 136 (54,4%)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+10,4%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 / 150 (58,7%)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+8,6%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94 / 139 (67,6%)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+6,8%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 / 152 (69,1%)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+6,1%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152 / 213 (71,4%)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+3,4% | Turun 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177 / 240 (73,8%)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+4,7% | Turun 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 / 58 (91,4%)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+10,4%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481 / 798 (60,3%)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230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571 / 924 (61,8%)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+1,8% | Turun 273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+454,1%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1.903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2.631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+562,2%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4.173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20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 / 310 (8,4%)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-21,2% | Turun 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 / 351 (14,5%)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-3,8% | Turun 121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13 (61,5%)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136 (11,0%)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 / 150 (16,0%)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139 (7,2%)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152 (9,2%)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16 (18,8%)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 / 213 (11,3%)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-4,0% | Turun 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 / 240 (15,8%)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+2,7% | Turun 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 / 58 (27,6%)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+23,1%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75 / 798 (9,4%)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-8,5% | Turun 230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+11,8%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127 / 924 (13,7%)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+2,4% | Turun 273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