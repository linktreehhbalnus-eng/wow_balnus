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1.311,6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+472,7%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60   Δ -6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51   Δ -3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+37,5%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   Δ 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+171,8%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85   Δ 146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87 (35,7%)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151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66 (78,6%)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Ania Amalia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PASKALIS MARIYONO NAHONG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Ania Amalia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ALBERTO CARLOS X K KOBAN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YASINTA MBASI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paskarini dua gokun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NDAGANG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stewon liwun fernandez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TURWEN HENCI MOLOM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Roni Ratu Kaho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