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  <c:pt idx="8">
                  <c:v>24.0</c:v>
                </c:pt>
                <c:pt idx="9">
                  <c:v>24.0</c:v>
                </c:pt>
                <c:pt idx="10">
                  <c:v>25.0</c:v>
                </c:pt>
                <c:pt idx="11">
                  <c:v>15.0</c:v>
                </c:pt>
                <c:pt idx="12">
                  <c:v>7.0</c:v>
                </c:pt>
                <c:pt idx="13">
                  <c:v>26.0</c:v>
                </c:pt>
                <c:pt idx="14">
                  <c:v>29.0</c:v>
                </c:pt>
                <c:pt idx="15">
                  <c:v>30.0</c:v>
                </c:pt>
                <c:pt idx="16">
                  <c:v>25.0</c:v>
                </c:pt>
                <c:pt idx="17">
                  <c:v>26.0</c:v>
                </c:pt>
                <c:pt idx="18">
                  <c:v>17.0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</c:strCache>
            </c: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  <c:pt idx="7">
                  <c:v>20.0</c:v>
                </c:pt>
                <c:pt idx="8">
                  <c:v>16.0</c:v>
                </c:pt>
                <c:pt idx="9">
                  <c:v>18.0</c:v>
                </c:pt>
                <c:pt idx="10">
                  <c:v>19.0</c:v>
                </c:pt>
                <c:pt idx="11">
                  <c:v>11.0</c:v>
                </c:pt>
                <c:pt idx="12">
                  <c:v>6.0</c:v>
                </c:pt>
                <c:pt idx="13">
                  <c:v>20.0</c:v>
                </c:pt>
                <c:pt idx="14">
                  <c:v>23.0</c:v>
                </c:pt>
                <c:pt idx="15">
                  <c:v>22.0</c:v>
                </c:pt>
                <c:pt idx="16">
                  <c:v>21.0</c:v>
                </c:pt>
                <c:pt idx="17">
                  <c:v>19.0</c:v>
                </c:pt>
                <c:pt idx="18">
                  <c:v>13.0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</c:strCache>
            </c:strRef>
          </c:cat>
          <c:val>
            <c:numRef>
              <c:f>Sheet1!$D$2:$D$22</c:f>
              <c:numCache>
                <c:formatCode>General</c:formatCode>
                <c:ptCount val="21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  <c:pt idx="7">
                  <c:v>7.0</c:v>
                </c:pt>
                <c:pt idx="8">
                  <c:v>8.0</c:v>
                </c:pt>
                <c:pt idx="9">
                  <c:v>6.0</c:v>
                </c:pt>
                <c:pt idx="10">
                  <c:v>6.0</c:v>
                </c:pt>
                <c:pt idx="11">
                  <c:v>4.0</c:v>
                </c:pt>
                <c:pt idx="12">
                  <c:v>1.0</c:v>
                </c:pt>
                <c:pt idx="13">
                  <c:v>6.0</c:v>
                </c:pt>
                <c:pt idx="14">
                  <c:v>6.0</c:v>
                </c:pt>
                <c:pt idx="15">
                  <c:v>8.0</c:v>
                </c:pt>
                <c:pt idx="16">
                  <c:v>4.0</c:v>
                </c:pt>
                <c:pt idx="17">
                  <c:v>7.0</c:v>
                </c:pt>
                <c:pt idx="18">
                  <c:v>4.0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  <c:pt idx="8">
                  <c:v>24.0</c:v>
                </c:pt>
                <c:pt idx="9">
                  <c:v>24.0</c:v>
                </c:pt>
                <c:pt idx="10">
                  <c:v>25.0</c:v>
                </c:pt>
                <c:pt idx="11">
                  <c:v>15.0</c:v>
                </c:pt>
                <c:pt idx="12">
                  <c:v>7.0</c:v>
                </c:pt>
                <c:pt idx="13">
                  <c:v>26.0</c:v>
                </c:pt>
                <c:pt idx="14">
                  <c:v>29.0</c:v>
                </c:pt>
                <c:pt idx="15">
                  <c:v>30.0</c:v>
                </c:pt>
                <c:pt idx="16">
                  <c:v>25.0</c:v>
                </c:pt>
                <c:pt idx="17">
                  <c:v>26.0</c:v>
                </c:pt>
                <c:pt idx="18">
                  <c:v>17.0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</c:strCache>
            </c: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  <c:pt idx="7">
                  <c:v>20.0</c:v>
                </c:pt>
                <c:pt idx="8">
                  <c:v>16.0</c:v>
                </c:pt>
                <c:pt idx="9">
                  <c:v>18.0</c:v>
                </c:pt>
                <c:pt idx="10">
                  <c:v>19.0</c:v>
                </c:pt>
                <c:pt idx="11">
                  <c:v>11.0</c:v>
                </c:pt>
                <c:pt idx="12">
                  <c:v>6.0</c:v>
                </c:pt>
                <c:pt idx="13">
                  <c:v>20.0</c:v>
                </c:pt>
                <c:pt idx="14">
                  <c:v>23.0</c:v>
                </c:pt>
                <c:pt idx="15">
                  <c:v>22.0</c:v>
                </c:pt>
                <c:pt idx="16">
                  <c:v>21.0</c:v>
                </c:pt>
                <c:pt idx="17">
                  <c:v>19.0</c:v>
                </c:pt>
                <c:pt idx="18">
                  <c:v>13.0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</c:strCache>
            </c:strRef>
          </c:cat>
          <c:val>
            <c:numRef>
              <c:f>Sheet1!$D$2:$D$22</c:f>
              <c:numCache>
                <c:formatCode>General</c:formatCode>
                <c:ptCount val="21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  <c:pt idx="7">
                  <c:v>7.0</c:v>
                </c:pt>
                <c:pt idx="8">
                  <c:v>8.0</c:v>
                </c:pt>
                <c:pt idx="9">
                  <c:v>6.0</c:v>
                </c:pt>
                <c:pt idx="10">
                  <c:v>6.0</c:v>
                </c:pt>
                <c:pt idx="11">
                  <c:v>4.0</c:v>
                </c:pt>
                <c:pt idx="12">
                  <c:v>1.0</c:v>
                </c:pt>
                <c:pt idx="13">
                  <c:v>6.0</c:v>
                </c:pt>
                <c:pt idx="14">
                  <c:v>6.0</c:v>
                </c:pt>
                <c:pt idx="15">
                  <c:v>8.0</c:v>
                </c:pt>
                <c:pt idx="16">
                  <c:v>4.0</c:v>
                </c:pt>
                <c:pt idx="17">
                  <c:v>7.0</c:v>
                </c:pt>
                <c:pt idx="18">
                  <c:v>4.0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1.128,5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 pp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100   Δ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100   Δ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78   Δ -8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2.123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-23,9%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2.791   Δ -668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1.776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94 / 139 (67,6%)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+8,0%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105 / 152 (69,1%)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+7,1%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8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78 / 109 (71,6%)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+6,8%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87 / 120 (72,5%)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+4,8%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30 (53,3%)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32 (56,2%)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139 (7,2%)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 / 152 (9,2%)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-6,7%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109 (5,5%)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120 (7,5%)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30 (13,3%)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32 (15,6%)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6.769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95 (22,1%)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467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109 (70,8%)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338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105 | MoM +5,0%
PS: 105 | MoM +5,0%
• Junior
  RE: 94 | Active 67,6% | MoM +6,8%
  PS: 94 | Active 67,6% | MoM +6,8%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7 | Active 77,8% | MoM -12,5%
  PS: 7 | Active 77,8% | MoM -12,5%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+200,0%, Gap 2
• Grapari Kefamenanu: PS +16,7%, Gap 1
• Grapari Kupang: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N/A, Gap 3
• Grapari Soe: PS +50,0%, Gap 1
• Grapari Waikabubak: PS -33,3%, Gap -1
• Grapari Waingapu: PS +25,0%,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-64 (-13,8%), PS -64 (-13,8%)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-8 (-50,0%), PS -8 (-50,0%)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ALVIONA CHETERINA RIZNAWATY MAU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EDGARD ERENST MICHENLEY ALLE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Igniosa Manek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ALVIONA CHETERINA RIZNAWATY MAU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EDGARD ERENST MICHENLEY ALLE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Igniosa Manek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stevania oematan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Dewito Yuliarti Adu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stevania oematan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Dewito Yuliarti Adu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