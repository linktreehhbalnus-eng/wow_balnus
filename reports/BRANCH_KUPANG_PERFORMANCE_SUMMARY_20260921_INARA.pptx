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99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2.852   Δ -685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 / 139 (69,1%)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+7,9%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107 / 152 (70,4%)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109 (73,4%)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 / 120 (74,2%)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 / 139 (7,9%)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-15,4%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152 (9,9%)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-11,8%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109 (6,4%)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120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32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96 (22,3%)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(70,8%)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108 | MoM +9,1%
PS: 107 | MoM +7,0%
• Junior
  RE: 97 | Active 69,8% | MoM +10,2%
  PS: 96 | Active 69,1% | MoM 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0,0%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+16,7%, Gap 1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+100,0%, Gap 2
• Grapari Waikabubak: PS 0,0%, Gap 0
• Grapari Waingapu: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-41 (-7,4%), PS -21 (-4,5%)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-13 (-35,1%), PS -6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EDGARD ERENST MICHENLEY ALLE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