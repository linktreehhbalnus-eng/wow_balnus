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  <c:pt idx="25">
                  <c:v>25.0</c:v>
                </c:pt>
                <c:pt idx="26">
                  <c:v>18.0</c:v>
                </c:pt>
                <c:pt idx="27">
                  <c:v>27.0</c:v>
                </c:pt>
                <c:pt idx="28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  <c:pt idx="25">
                  <c:v>23.0</c:v>
                </c:pt>
                <c:pt idx="26">
                  <c:v>15.0</c:v>
                </c:pt>
                <c:pt idx="27">
                  <c:v>25.0</c:v>
                </c:pt>
                <c:pt idx="28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  <c:pt idx="25">
                  <c:v>25.0</c:v>
                </c:pt>
                <c:pt idx="26">
                  <c:v>15.0</c:v>
                </c:pt>
                <c:pt idx="27">
                  <c:v>22.0</c:v>
                </c:pt>
                <c:pt idx="2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  <c:pt idx="25">
                  <c:v>13.0</c:v>
                </c:pt>
                <c:pt idx="26">
                  <c:v>5.0</c:v>
                </c:pt>
                <c:pt idx="27">
                  <c:v>24.0</c:v>
                </c:pt>
                <c:pt idx="28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5.690   Δ -770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+15,4%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 / 213 (77,9%)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192 / 240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131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+1,0%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148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82 (80,5%)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92 (82,6%)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16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 / 213 (18,3%)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240 (23,8%)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131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148 (23,0%)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82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92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478 (34,5%)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505 (92,5%)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192 | MoM +1,6%
• Performer
  RE: 1 | Active 100,0% | MoM 0,0%
  PS: 1 | Active 100,0% | MoM 0,0%
• Junior
  RE: 171 | Active 80,3% | MoM -0,6%
  PS: 166 | Active 77,9%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15 | Active 93,8% | MoM -6,2%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+2,4%, Gap 1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-2
• Grapari Mataram: PS -27,9%, Gap -17
• Grapari Sumbawa: PS +42,9%, Gap 3
• Grapari Taliwang: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-101 (-7,4%), PS -92 (-8,4%)
• Sumbawa Barat - Sumbawa Timur: RE 8 (+0,9%), PS -6 (-0,8%)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-4 (-11,1%), PS -3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