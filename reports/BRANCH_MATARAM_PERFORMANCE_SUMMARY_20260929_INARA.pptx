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  <c:pt idx="20">
                  <c:v>63.0</c:v>
                </c:pt>
                <c:pt idx="21">
                  <c:v>51.0</c:v>
                </c:pt>
                <c:pt idx="22">
                  <c:v>50.0</c:v>
                </c:pt>
                <c:pt idx="23">
                  <c:v>53.0</c:v>
                </c:pt>
                <c:pt idx="24">
                  <c:v>54.0</c:v>
                </c:pt>
                <c:pt idx="25">
                  <c:v>48.0</c:v>
                </c:pt>
                <c:pt idx="26">
                  <c:v>33.0</c:v>
                </c:pt>
                <c:pt idx="27">
                  <c:v>52.0</c:v>
                </c:pt>
                <c:pt idx="28">
                  <c:v>56.0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  <c:pt idx="19">
                  <c:v>22.0</c:v>
                </c:pt>
                <c:pt idx="20">
                  <c:v>30.0</c:v>
                </c:pt>
                <c:pt idx="21">
                  <c:v>28.0</c:v>
                </c:pt>
                <c:pt idx="22">
                  <c:v>30.0</c:v>
                </c:pt>
                <c:pt idx="23">
                  <c:v>35.0</c:v>
                </c:pt>
                <c:pt idx="24">
                  <c:v>30.0</c:v>
                </c:pt>
                <c:pt idx="25">
                  <c:v>25.0</c:v>
                </c:pt>
                <c:pt idx="26">
                  <c:v>18.0</c:v>
                </c:pt>
                <c:pt idx="27">
                  <c:v>27.0</c:v>
                </c:pt>
                <c:pt idx="28">
                  <c:v>32.0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  <c:pt idx="19">
                  <c:v>15.0</c:v>
                </c:pt>
                <c:pt idx="20">
                  <c:v>33.0</c:v>
                </c:pt>
                <c:pt idx="21">
                  <c:v>23.0</c:v>
                </c:pt>
                <c:pt idx="22">
                  <c:v>20.0</c:v>
                </c:pt>
                <c:pt idx="23">
                  <c:v>18.0</c:v>
                </c:pt>
                <c:pt idx="24">
                  <c:v>24.0</c:v>
                </c:pt>
                <c:pt idx="25">
                  <c:v>23.0</c:v>
                </c:pt>
                <c:pt idx="26">
                  <c:v>15.0</c:v>
                </c:pt>
                <c:pt idx="27">
                  <c:v>25.0</c:v>
                </c:pt>
                <c:pt idx="28">
                  <c:v>24.0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  <c:pt idx="20">
                  <c:v>56.0</c:v>
                </c:pt>
                <c:pt idx="21">
                  <c:v>50.0</c:v>
                </c:pt>
                <c:pt idx="22">
                  <c:v>42.0</c:v>
                </c:pt>
                <c:pt idx="23">
                  <c:v>48.0</c:v>
                </c:pt>
                <c:pt idx="24">
                  <c:v>45.0</c:v>
                </c:pt>
                <c:pt idx="25">
                  <c:v>38.0</c:v>
                </c:pt>
                <c:pt idx="26">
                  <c:v>20.0</c:v>
                </c:pt>
                <c:pt idx="27">
                  <c:v>46.0</c:v>
                </c:pt>
                <c:pt idx="28">
                  <c:v>51.0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  <c:pt idx="19">
                  <c:v>20.0</c:v>
                </c:pt>
                <c:pt idx="20">
                  <c:v>32.0</c:v>
                </c:pt>
                <c:pt idx="21">
                  <c:v>25.0</c:v>
                </c:pt>
                <c:pt idx="22">
                  <c:v>26.0</c:v>
                </c:pt>
                <c:pt idx="23">
                  <c:v>26.0</c:v>
                </c:pt>
                <c:pt idx="24">
                  <c:v>26.0</c:v>
                </c:pt>
                <c:pt idx="25">
                  <c:v>25.0</c:v>
                </c:pt>
                <c:pt idx="26">
                  <c:v>15.0</c:v>
                </c:pt>
                <c:pt idx="27">
                  <c:v>22.0</c:v>
                </c:pt>
                <c:pt idx="28">
                  <c:v>31.0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  <c:pt idx="19">
                  <c:v>12.0</c:v>
                </c:pt>
                <c:pt idx="20">
                  <c:v>24.0</c:v>
                </c:pt>
                <c:pt idx="21">
                  <c:v>25.0</c:v>
                </c:pt>
                <c:pt idx="22">
                  <c:v>16.0</c:v>
                </c:pt>
                <c:pt idx="23">
                  <c:v>22.0</c:v>
                </c:pt>
                <c:pt idx="24">
                  <c:v>19.0</c:v>
                </c:pt>
                <c:pt idx="25">
                  <c:v>13.0</c:v>
                </c:pt>
                <c:pt idx="26">
                  <c:v>5.0</c:v>
                </c:pt>
                <c:pt idx="27">
                  <c:v>24.0</c:v>
                </c:pt>
                <c:pt idx="28">
                  <c:v>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-76,1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-38,7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-0,5%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199   Δ 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4.920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5.690   Δ -770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+15,4%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166 / 213 (77,9%)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192 / 240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+1,6% | Turun 98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11 (90,9%)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 / 131 (76,3%)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+1,0% | Turun 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 / 148 (78,4%)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+3,6% | Turun 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66 / 82 (80,5%)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76 / 92 (82,6%)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-1,3%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1.709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1.001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16 (43,8%)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39 / 213 (18,3%)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-18,8% | Turun 84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57 / 240 (23,8%)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-10,9% | Turun 98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11 (36,4%)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131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-22,6% | Turun 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 / 148 (23,0%)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-12,8% | Turun 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 / 82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 / 92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2.303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478 (34,5%)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505 (92,5%)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1.580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198 | MoM -0,5%
PS: 192 | MoM +1,6%
• Performer
  RE: 1 | Active 100,0% | MoM 0,0%
  PS: 1 | Active 100,0% | MoM 0,0%
• Junior
  RE: 171 | Active 80,3% | MoM -0,6%
  PS: 166 | Active 77,9% | MoM +2,5%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0,0%
  PS: 15 | Active 93,8% | MoM -6,2%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+2,4%, Gap 1
• Grapari Dompu: PS +11,1%, Gap 1
• Grapari Lombok Timur: PS -50,0%, Gap -2
• Grapari Lombok Utara: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-50,0%, Gap -2
• Grapari Mataram: PS -27,9%, Gap -17
• Grapari Sumbawa: PS +42,9%, Gap 3
• Grapari Taliwang: PS +71,4%,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-101 (-7,4%), PS -92 (-8,4%)
• Sumbawa Barat - Sumbawa Timur: RE 8 (+0,9%), PS -6 (-0,8%)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-4 (-11,1%), PS -3 (-20,0%)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-5 (-62,5%), PS -3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538,6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SAPUTRA WIJAYA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Fatimatuzzahrah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SAPUTRA WIJAYA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SAIRIN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Erwin Tri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Nanda Yuliastini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Erwin Tri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