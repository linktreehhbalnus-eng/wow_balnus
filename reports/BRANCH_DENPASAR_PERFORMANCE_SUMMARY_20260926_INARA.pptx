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</c:strCache>
            </c: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73.0</c:v>
                </c:pt>
                <c:pt idx="1">
                  <c:v>78.0</c:v>
                </c:pt>
                <c:pt idx="2">
                  <c:v>67.0</c:v>
                </c:pt>
                <c:pt idx="3">
                  <c:v>61.0</c:v>
                </c:pt>
                <c:pt idx="4">
                  <c:v>59.0</c:v>
                </c:pt>
                <c:pt idx="5">
                  <c:v>57.0</c:v>
                </c:pt>
                <c:pt idx="6">
                  <c:v>69.0</c:v>
                </c:pt>
                <c:pt idx="7">
                  <c:v>61.0</c:v>
                </c:pt>
                <c:pt idx="8">
                  <c:v>67.0</c:v>
                </c:pt>
                <c:pt idx="9">
                  <c:v>62.0</c:v>
                </c:pt>
                <c:pt idx="10">
                  <c:v>64.0</c:v>
                </c:pt>
                <c:pt idx="11">
                  <c:v>51.0</c:v>
                </c:pt>
                <c:pt idx="12">
                  <c:v>49.0</c:v>
                </c:pt>
                <c:pt idx="13">
                  <c:v>64.0</c:v>
                </c:pt>
                <c:pt idx="14">
                  <c:v>67.0</c:v>
                </c:pt>
                <c:pt idx="15">
                  <c:v>67.0</c:v>
                </c:pt>
                <c:pt idx="16">
                  <c:v>71.0</c:v>
                </c:pt>
                <c:pt idx="17">
                  <c:v>50.0</c:v>
                </c:pt>
                <c:pt idx="18">
                  <c:v>58.0</c:v>
                </c:pt>
                <c:pt idx="19">
                  <c:v>52.0</c:v>
                </c:pt>
                <c:pt idx="20">
                  <c:v>69.0</c:v>
                </c:pt>
                <c:pt idx="21">
                  <c:v>58.0</c:v>
                </c:pt>
                <c:pt idx="22">
                  <c:v>55.0</c:v>
                </c:pt>
                <c:pt idx="23">
                  <c:v>66.0</c:v>
                </c:pt>
                <c:pt idx="24">
                  <c:v>55.0</c:v>
                </c:pt>
                <c:pt idx="25">
                  <c:v>56.0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</c:strCache>
            </c:strRef>
          </c:cat>
          <c:val>
            <c:numRef>
              <c:f>Sheet1!$C$2:$C$27</c:f>
              <c:numCache>
                <c:formatCode>General</c:formatCode>
                <c:ptCount val="26"/>
                <c:pt idx="0">
                  <c:v>23.0</c:v>
                </c:pt>
                <c:pt idx="1">
                  <c:v>22.0</c:v>
                </c:pt>
                <c:pt idx="2">
                  <c:v>20.0</c:v>
                </c:pt>
                <c:pt idx="3">
                  <c:v>19.0</c:v>
                </c:pt>
                <c:pt idx="4">
                  <c:v>18.0</c:v>
                </c:pt>
                <c:pt idx="5">
                  <c:v>15.0</c:v>
                </c:pt>
                <c:pt idx="6">
                  <c:v>16.0</c:v>
                </c:pt>
                <c:pt idx="7">
                  <c:v>15.0</c:v>
                </c:pt>
                <c:pt idx="8">
                  <c:v>17.0</c:v>
                </c:pt>
                <c:pt idx="9">
                  <c:v>21.0</c:v>
                </c:pt>
                <c:pt idx="10">
                  <c:v>19.0</c:v>
                </c:pt>
                <c:pt idx="11">
                  <c:v>15.0</c:v>
                </c:pt>
                <c:pt idx="12">
                  <c:v>16.0</c:v>
                </c:pt>
                <c:pt idx="13">
                  <c:v>16.0</c:v>
                </c:pt>
                <c:pt idx="14">
                  <c:v>21.0</c:v>
                </c:pt>
                <c:pt idx="15">
                  <c:v>21.0</c:v>
                </c:pt>
                <c:pt idx="16">
                  <c:v>21.0</c:v>
                </c:pt>
                <c:pt idx="17">
                  <c:v>19.0</c:v>
                </c:pt>
                <c:pt idx="18">
                  <c:v>18.0</c:v>
                </c:pt>
                <c:pt idx="19">
                  <c:v>19.0</c:v>
                </c:pt>
                <c:pt idx="20">
                  <c:v>23.0</c:v>
                </c:pt>
                <c:pt idx="21">
                  <c:v>15.0</c:v>
                </c:pt>
                <c:pt idx="22">
                  <c:v>15.0</c:v>
                </c:pt>
                <c:pt idx="23">
                  <c:v>23.0</c:v>
                </c:pt>
                <c:pt idx="24">
                  <c:v>16.0</c:v>
                </c:pt>
                <c:pt idx="25">
                  <c:v>14.0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 1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</c:strCache>
            </c:strRef>
          </c:cat>
          <c:val>
            <c:numRef>
              <c:f>Sheet1!$D$2:$D$27</c:f>
              <c:numCache>
                <c:formatCode>General</c:formatCode>
                <c:ptCount val="26"/>
                <c:pt idx="0">
                  <c:v>16.0</c:v>
                </c:pt>
                <c:pt idx="1">
                  <c:v>21.0</c:v>
                </c:pt>
                <c:pt idx="2">
                  <c:v>17.0</c:v>
                </c:pt>
                <c:pt idx="3">
                  <c:v>13.0</c:v>
                </c:pt>
                <c:pt idx="4">
                  <c:v>13.0</c:v>
                </c:pt>
                <c:pt idx="5">
                  <c:v>17.0</c:v>
                </c:pt>
                <c:pt idx="6">
                  <c:v>17.0</c:v>
                </c:pt>
                <c:pt idx="7">
                  <c:v>19.0</c:v>
                </c:pt>
                <c:pt idx="8">
                  <c:v>18.0</c:v>
                </c:pt>
                <c:pt idx="9">
                  <c:v>9.0</c:v>
                </c:pt>
                <c:pt idx="10">
                  <c:v>20.0</c:v>
                </c:pt>
                <c:pt idx="11">
                  <c:v>12.0</c:v>
                </c:pt>
                <c:pt idx="12">
                  <c:v>13.0</c:v>
                </c:pt>
                <c:pt idx="13">
                  <c:v>20.0</c:v>
                </c:pt>
                <c:pt idx="14">
                  <c:v>17.0</c:v>
                </c:pt>
                <c:pt idx="15">
                  <c:v>17.0</c:v>
                </c:pt>
                <c:pt idx="16">
                  <c:v>17.0</c:v>
                </c:pt>
                <c:pt idx="17">
                  <c:v>13.0</c:v>
                </c:pt>
                <c:pt idx="18">
                  <c:v>11.0</c:v>
                </c:pt>
                <c:pt idx="19">
                  <c:v>12.0</c:v>
                </c:pt>
                <c:pt idx="20">
                  <c:v>19.0</c:v>
                </c:pt>
                <c:pt idx="21">
                  <c:v>16.0</c:v>
                </c:pt>
                <c:pt idx="22">
                  <c:v>15.0</c:v>
                </c:pt>
                <c:pt idx="23">
                  <c:v>16.0</c:v>
                </c:pt>
                <c:pt idx="24">
                  <c:v>15.0</c:v>
                </c:pt>
                <c:pt idx="25">
                  <c:v>12.0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Tengah 2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</c:strCache>
            </c:strRef>
          </c:cat>
          <c:val>
            <c:numRef>
              <c:f>Sheet1!$E$2:$E$27</c:f>
              <c:numCache>
                <c:formatCode>General</c:formatCode>
                <c:ptCount val="26"/>
                <c:pt idx="0">
                  <c:v>19.0</c:v>
                </c:pt>
                <c:pt idx="1">
                  <c:v>20.0</c:v>
                </c:pt>
                <c:pt idx="2">
                  <c:v>21.0</c:v>
                </c:pt>
                <c:pt idx="3">
                  <c:v>14.0</c:v>
                </c:pt>
                <c:pt idx="4">
                  <c:v>14.0</c:v>
                </c:pt>
                <c:pt idx="5">
                  <c:v>16.0</c:v>
                </c:pt>
                <c:pt idx="6">
                  <c:v>19.0</c:v>
                </c:pt>
                <c:pt idx="7">
                  <c:v>16.0</c:v>
                </c:pt>
                <c:pt idx="8">
                  <c:v>18.0</c:v>
                </c:pt>
                <c:pt idx="9">
                  <c:v>19.0</c:v>
                </c:pt>
                <c:pt idx="10">
                  <c:v>12.0</c:v>
                </c:pt>
                <c:pt idx="11">
                  <c:v>15.0</c:v>
                </c:pt>
                <c:pt idx="12">
                  <c:v>12.0</c:v>
                </c:pt>
                <c:pt idx="13">
                  <c:v>15.0</c:v>
                </c:pt>
                <c:pt idx="14">
                  <c:v>16.0</c:v>
                </c:pt>
                <c:pt idx="15">
                  <c:v>16.0</c:v>
                </c:pt>
                <c:pt idx="16">
                  <c:v>18.0</c:v>
                </c:pt>
                <c:pt idx="17">
                  <c:v>11.0</c:v>
                </c:pt>
                <c:pt idx="18">
                  <c:v>16.0</c:v>
                </c:pt>
                <c:pt idx="19">
                  <c:v>12.0</c:v>
                </c:pt>
                <c:pt idx="20">
                  <c:v>14.0</c:v>
                </c:pt>
                <c:pt idx="21">
                  <c:v>14.0</c:v>
                </c:pt>
                <c:pt idx="22">
                  <c:v>13.0</c:v>
                </c:pt>
                <c:pt idx="23">
                  <c:v>19.0</c:v>
                </c:pt>
                <c:pt idx="24">
                  <c:v>15.0</c:v>
                </c:pt>
                <c:pt idx="25">
                  <c:v>18.0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</c:strCache>
            </c:strRef>
          </c:cat>
          <c:val>
            <c:numRef>
              <c:f>Sheet1!$F$2:$F$27</c:f>
              <c:numCache>
                <c:formatCode>General</c:formatCode>
                <c:ptCount val="26"/>
                <c:pt idx="0">
                  <c:v>15.0</c:v>
                </c:pt>
                <c:pt idx="1">
                  <c:v>15.0</c:v>
                </c:pt>
                <c:pt idx="2">
                  <c:v>9.0</c:v>
                </c:pt>
                <c:pt idx="3">
                  <c:v>15.0</c:v>
                </c:pt>
                <c:pt idx="4">
                  <c:v>14.0</c:v>
                </c:pt>
                <c:pt idx="5">
                  <c:v>9.0</c:v>
                </c:pt>
                <c:pt idx="6">
                  <c:v>17.0</c:v>
                </c:pt>
                <c:pt idx="7">
                  <c:v>11.0</c:v>
                </c:pt>
                <c:pt idx="8">
                  <c:v>14.0</c:v>
                </c:pt>
                <c:pt idx="9">
                  <c:v>13.0</c:v>
                </c:pt>
                <c:pt idx="10">
                  <c:v>13.0</c:v>
                </c:pt>
                <c:pt idx="11">
                  <c:v>10.0</c:v>
                </c:pt>
                <c:pt idx="12">
                  <c:v>8.0</c:v>
                </c:pt>
                <c:pt idx="13">
                  <c:v>13.0</c:v>
                </c:pt>
                <c:pt idx="14">
                  <c:v>13.0</c:v>
                </c:pt>
                <c:pt idx="15">
                  <c:v>13.0</c:v>
                </c:pt>
                <c:pt idx="16">
                  <c:v>16.0</c:v>
                </c:pt>
                <c:pt idx="17">
                  <c:v>7.0</c:v>
                </c:pt>
                <c:pt idx="18">
                  <c:v>13.0</c:v>
                </c:pt>
                <c:pt idx="19">
                  <c:v>10.0</c:v>
                </c:pt>
                <c:pt idx="20">
                  <c:v>13.0</c:v>
                </c:pt>
                <c:pt idx="21">
                  <c:v>13.0</c:v>
                </c:pt>
                <c:pt idx="22">
                  <c:v>12.0</c:v>
                </c:pt>
                <c:pt idx="23">
                  <c:v>8.0</c:v>
                </c:pt>
                <c:pt idx="24">
                  <c:v>9.0</c:v>
                </c:pt>
                <c:pt idx="25">
                  <c:v>12.0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</c:strCache>
            </c: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51.0</c:v>
                </c:pt>
                <c:pt idx="1">
                  <c:v>67.0</c:v>
                </c:pt>
                <c:pt idx="2">
                  <c:v>60.0</c:v>
                </c:pt>
                <c:pt idx="3">
                  <c:v>47.0</c:v>
                </c:pt>
                <c:pt idx="4">
                  <c:v>56.0</c:v>
                </c:pt>
                <c:pt idx="5">
                  <c:v>50.0</c:v>
                </c:pt>
                <c:pt idx="6">
                  <c:v>54.0</c:v>
                </c:pt>
                <c:pt idx="7">
                  <c:v>67.0</c:v>
                </c:pt>
                <c:pt idx="8">
                  <c:v>53.0</c:v>
                </c:pt>
                <c:pt idx="9">
                  <c:v>57.0</c:v>
                </c:pt>
                <c:pt idx="10">
                  <c:v>64.0</c:v>
                </c:pt>
                <c:pt idx="11">
                  <c:v>54.0</c:v>
                </c:pt>
                <c:pt idx="12">
                  <c:v>45.0</c:v>
                </c:pt>
                <c:pt idx="13">
                  <c:v>51.0</c:v>
                </c:pt>
                <c:pt idx="14">
                  <c:v>58.0</c:v>
                </c:pt>
                <c:pt idx="15">
                  <c:v>59.0</c:v>
                </c:pt>
                <c:pt idx="16">
                  <c:v>59.0</c:v>
                </c:pt>
                <c:pt idx="17">
                  <c:v>55.0</c:v>
                </c:pt>
                <c:pt idx="18">
                  <c:v>46.0</c:v>
                </c:pt>
                <c:pt idx="19">
                  <c:v>52.0</c:v>
                </c:pt>
                <c:pt idx="20">
                  <c:v>55.0</c:v>
                </c:pt>
                <c:pt idx="21">
                  <c:v>63.0</c:v>
                </c:pt>
                <c:pt idx="22">
                  <c:v>46.0</c:v>
                </c:pt>
                <c:pt idx="23">
                  <c:v>57.0</c:v>
                </c:pt>
                <c:pt idx="24">
                  <c:v>51.0</c:v>
                </c:pt>
                <c:pt idx="25">
                  <c:v>42.0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</c:strCache>
            </c:strRef>
          </c:cat>
          <c:val>
            <c:numRef>
              <c:f>Sheet1!$C$2:$C$27</c:f>
              <c:numCache>
                <c:formatCode>General</c:formatCode>
                <c:ptCount val="26"/>
                <c:pt idx="0">
                  <c:v>18.0</c:v>
                </c:pt>
                <c:pt idx="1">
                  <c:v>20.0</c:v>
                </c:pt>
                <c:pt idx="2">
                  <c:v>16.0</c:v>
                </c:pt>
                <c:pt idx="3">
                  <c:v>15.0</c:v>
                </c:pt>
                <c:pt idx="4">
                  <c:v>15.0</c:v>
                </c:pt>
                <c:pt idx="5">
                  <c:v>13.0</c:v>
                </c:pt>
                <c:pt idx="6">
                  <c:v>15.0</c:v>
                </c:pt>
                <c:pt idx="7">
                  <c:v>17.0</c:v>
                </c:pt>
                <c:pt idx="8">
                  <c:v>15.0</c:v>
                </c:pt>
                <c:pt idx="9">
                  <c:v>12.0</c:v>
                </c:pt>
                <c:pt idx="10">
                  <c:v>16.0</c:v>
                </c:pt>
                <c:pt idx="11">
                  <c:v>16.0</c:v>
                </c:pt>
                <c:pt idx="12">
                  <c:v>16.0</c:v>
                </c:pt>
                <c:pt idx="13">
                  <c:v>15.0</c:v>
                </c:pt>
                <c:pt idx="14">
                  <c:v>15.0</c:v>
                </c:pt>
                <c:pt idx="15">
                  <c:v>17.0</c:v>
                </c:pt>
                <c:pt idx="16">
                  <c:v>18.0</c:v>
                </c:pt>
                <c:pt idx="17">
                  <c:v>14.0</c:v>
                </c:pt>
                <c:pt idx="18">
                  <c:v>15.0</c:v>
                </c:pt>
                <c:pt idx="19">
                  <c:v>16.0</c:v>
                </c:pt>
                <c:pt idx="20">
                  <c:v>19.0</c:v>
                </c:pt>
                <c:pt idx="21">
                  <c:v>21.0</c:v>
                </c:pt>
                <c:pt idx="22">
                  <c:v>15.0</c:v>
                </c:pt>
                <c:pt idx="23">
                  <c:v>13.0</c:v>
                </c:pt>
                <c:pt idx="24">
                  <c:v>17.0</c:v>
                </c:pt>
                <c:pt idx="25">
                  <c:v>13.0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 1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</c:strCache>
            </c:strRef>
          </c:cat>
          <c:val>
            <c:numRef>
              <c:f>Sheet1!$D$2:$D$27</c:f>
              <c:numCache>
                <c:formatCode>General</c:formatCode>
                <c:ptCount val="26"/>
                <c:pt idx="0">
                  <c:v>11.0</c:v>
                </c:pt>
                <c:pt idx="1">
                  <c:v>16.0</c:v>
                </c:pt>
                <c:pt idx="2">
                  <c:v>14.0</c:v>
                </c:pt>
                <c:pt idx="3">
                  <c:v>12.0</c:v>
                </c:pt>
                <c:pt idx="4">
                  <c:v>13.0</c:v>
                </c:pt>
                <c:pt idx="5">
                  <c:v>14.0</c:v>
                </c:pt>
                <c:pt idx="6">
                  <c:v>15.0</c:v>
                </c:pt>
                <c:pt idx="7">
                  <c:v>18.0</c:v>
                </c:pt>
                <c:pt idx="8">
                  <c:v>16.0</c:v>
                </c:pt>
                <c:pt idx="9">
                  <c:v>14.0</c:v>
                </c:pt>
                <c:pt idx="10">
                  <c:v>17.0</c:v>
                </c:pt>
                <c:pt idx="11">
                  <c:v>14.0</c:v>
                </c:pt>
                <c:pt idx="12">
                  <c:v>13.0</c:v>
                </c:pt>
                <c:pt idx="13">
                  <c:v>13.0</c:v>
                </c:pt>
                <c:pt idx="14">
                  <c:v>18.0</c:v>
                </c:pt>
                <c:pt idx="15">
                  <c:v>15.0</c:v>
                </c:pt>
                <c:pt idx="16">
                  <c:v>14.0</c:v>
                </c:pt>
                <c:pt idx="17">
                  <c:v>16.0</c:v>
                </c:pt>
                <c:pt idx="18">
                  <c:v>12.0</c:v>
                </c:pt>
                <c:pt idx="19">
                  <c:v>10.0</c:v>
                </c:pt>
                <c:pt idx="20">
                  <c:v>10.0</c:v>
                </c:pt>
                <c:pt idx="21">
                  <c:v>17.0</c:v>
                </c:pt>
                <c:pt idx="22">
                  <c:v>12.0</c:v>
                </c:pt>
                <c:pt idx="23">
                  <c:v>17.0</c:v>
                </c:pt>
                <c:pt idx="24">
                  <c:v>14.0</c:v>
                </c:pt>
                <c:pt idx="25">
                  <c:v>11.0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Tengah 2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</c:strCache>
            </c:strRef>
          </c:cat>
          <c:val>
            <c:numRef>
              <c:f>Sheet1!$E$2:$E$27</c:f>
              <c:numCache>
                <c:formatCode>General</c:formatCode>
                <c:ptCount val="26"/>
                <c:pt idx="0">
                  <c:v>15.0</c:v>
                </c:pt>
                <c:pt idx="1">
                  <c:v>14.0</c:v>
                </c:pt>
                <c:pt idx="2">
                  <c:v>20.0</c:v>
                </c:pt>
                <c:pt idx="3">
                  <c:v>15.0</c:v>
                </c:pt>
                <c:pt idx="4">
                  <c:v>12.0</c:v>
                </c:pt>
                <c:pt idx="5">
                  <c:v>12.0</c:v>
                </c:pt>
                <c:pt idx="6">
                  <c:v>12.0</c:v>
                </c:pt>
                <c:pt idx="7">
                  <c:v>18.0</c:v>
                </c:pt>
                <c:pt idx="8">
                  <c:v>13.0</c:v>
                </c:pt>
                <c:pt idx="9">
                  <c:v>19.0</c:v>
                </c:pt>
                <c:pt idx="10">
                  <c:v>19.0</c:v>
                </c:pt>
                <c:pt idx="11">
                  <c:v>15.0</c:v>
                </c:pt>
                <c:pt idx="12">
                  <c:v>11.0</c:v>
                </c:pt>
                <c:pt idx="13">
                  <c:v>14.0</c:v>
                </c:pt>
                <c:pt idx="14">
                  <c:v>12.0</c:v>
                </c:pt>
                <c:pt idx="15">
                  <c:v>15.0</c:v>
                </c:pt>
                <c:pt idx="16">
                  <c:v>17.0</c:v>
                </c:pt>
                <c:pt idx="17">
                  <c:v>17.0</c:v>
                </c:pt>
                <c:pt idx="18">
                  <c:v>10.0</c:v>
                </c:pt>
                <c:pt idx="19">
                  <c:v>17.0</c:v>
                </c:pt>
                <c:pt idx="20">
                  <c:v>16.0</c:v>
                </c:pt>
                <c:pt idx="21">
                  <c:v>13.0</c:v>
                </c:pt>
                <c:pt idx="22">
                  <c:v>8.0</c:v>
                </c:pt>
                <c:pt idx="23">
                  <c:v>14.0</c:v>
                </c:pt>
                <c:pt idx="24">
                  <c:v>14.0</c:v>
                </c:pt>
                <c:pt idx="25">
                  <c:v>14.0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</c:strCache>
            </c:strRef>
          </c:cat>
          <c:val>
            <c:numRef>
              <c:f>Sheet1!$F$2:$F$27</c:f>
              <c:numCache>
                <c:formatCode>General</c:formatCode>
                <c:ptCount val="26"/>
                <c:pt idx="0">
                  <c:v>7.0</c:v>
                </c:pt>
                <c:pt idx="1">
                  <c:v>17.0</c:v>
                </c:pt>
                <c:pt idx="2">
                  <c:v>10.0</c:v>
                </c:pt>
                <c:pt idx="3">
                  <c:v>5.0</c:v>
                </c:pt>
                <c:pt idx="4">
                  <c:v>16.0</c:v>
                </c:pt>
                <c:pt idx="5">
                  <c:v>11.0</c:v>
                </c:pt>
                <c:pt idx="6">
                  <c:v>12.0</c:v>
                </c:pt>
                <c:pt idx="7">
                  <c:v>14.0</c:v>
                </c:pt>
                <c:pt idx="8">
                  <c:v>9.0</c:v>
                </c:pt>
                <c:pt idx="9">
                  <c:v>12.0</c:v>
                </c:pt>
                <c:pt idx="10">
                  <c:v>12.0</c:v>
                </c:pt>
                <c:pt idx="11">
                  <c:v>9.0</c:v>
                </c:pt>
                <c:pt idx="12">
                  <c:v>5.0</c:v>
                </c:pt>
                <c:pt idx="13">
                  <c:v>9.0</c:v>
                </c:pt>
                <c:pt idx="14">
                  <c:v>13.0</c:v>
                </c:pt>
                <c:pt idx="15">
                  <c:v>12.0</c:v>
                </c:pt>
                <c:pt idx="16">
                  <c:v>10.0</c:v>
                </c:pt>
                <c:pt idx="17">
                  <c:v>8.0</c:v>
                </c:pt>
                <c:pt idx="18">
                  <c:v>10.0</c:v>
                </c:pt>
                <c:pt idx="19">
                  <c:v>9.0</c:v>
                </c:pt>
                <c:pt idx="20">
                  <c:v>10.0</c:v>
                </c:pt>
                <c:pt idx="21">
                  <c:v>12.0</c:v>
                </c:pt>
                <c:pt idx="22">
                  <c:v>11.0</c:v>
                </c:pt>
                <c:pt idx="23">
                  <c:v>13.0</c:v>
                </c:pt>
                <c:pt idx="24">
                  <c:v>6.0</c:v>
                </c:pt>
                <c:pt idx="25">
                  <c:v>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Sep 2026 vs MTD-1 01–26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3.408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3.357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4.435,7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75,7%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1.078,7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2.810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2.731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3.541,2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77,1%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810,2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4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-1,1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307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91,8%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97,4%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65,9%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416,6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67,7%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315,1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74,0%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75,0%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254,4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71,1%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240,4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67,3%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217,5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92040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85816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Buleleng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Gianyar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Bangli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85816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Klungkung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Jembrana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Karang Asem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Sep 2026 vs MTD-1 01–26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351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-4,6%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240   Δ -11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-4,7%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232   Δ -11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+5,7%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210   Δ 12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6.486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+11,4%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5.824   Δ 662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1.218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1.838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+50,9%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1.871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1.866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1.570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1.577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1.165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1.205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Sep 2026 vs MTD-1 01–26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+5,6% | Turun 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182 / 310 (58,7%)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-8,5% | Turun 107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+500,0%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221 / 351 (63,0%)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-5,6% | Turun 130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-16,7%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45 / 68 (66,2%)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-4,3% | Turun 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55 / 80 (68,8%)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-6,8%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53 / 85 (62,4%)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-14,5% | Turun 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61 / 93 (65,6%)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-11,6% | Turun 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40 / 80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-2,4% | Turun 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53 / 93 (57,0%)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+66,7%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44 / 77 (57,1%)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-10,2% | Turun 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52 / 85 (61,2%)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-1,9% | Turun 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185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1.164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-11,6%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+32,4%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262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+424,0%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647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-18,5%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2.401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454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164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822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285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180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577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193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260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624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232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378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20 (35,0%)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37 / 310 (11,9%)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-11,9% | Turun 107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+33,3%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+500,0%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64 / 351 (18,2%)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130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6 (16,7%)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 / 68 (20,6%)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20 / 80 (25,0%)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+5,3%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 / 85 (10,6%)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-18,2% | Turun 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16 / 93 (17,2%)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-5,9% | Turun 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6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 / 80 (8,8%)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-12,5% | Turun 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17 / 93 (18,3%)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-5,6% | Turun 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5 (20,0%)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 / 77 (9,1%)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-22,2% | Turun 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 / 85 (12,9%)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+10,0% | Turun 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Sep 2026 vs MTD-1 01–26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Sep 2026 vs MTD-1 01–26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2.919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2.885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2.465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2.401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7.589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21.221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15.175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47.261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3.246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647 (19,9%)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1.721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539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376 (69,8%)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1.099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Sep 2026 vs MTD-1 01–26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3.401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3.349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2.808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2.727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546,3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2.919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2.885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2.465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2.401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460,5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229 | MoM -4,6%
PS: 221 | MoM -4,7%
• Elite
  RE: 10 | Active 100,0% | MoM 0,0%
  PS: 10 | Active 100,0% | MoM 0,0%
• Performer
  RE: 6 | Active 100,0% | MoM 0,0%
  PS: 6 | Active 100,0% | MoM 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Junior
  RE: 190 | Active 61,3% | MoM -5,5%
  PS: 182 | Active 58,7% | MoM -5,7%
• Greenfield
  RE: 19 | Active 95,0% | MoM +5,6%
  PS: 19 | Active 95,0% | MoM +5,6%
• Junior Plus
  RE: 4 | Active 80,0% | MoM -20,0%
  PS: 4 | Active 80,0% | MoM -20,0%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Amlapura: PS +100,0%, Gap 1
• Grapari Gatsu Tengah: PS -44,4%, Gap -4
• Grapari Jimbaran: PS +50,0%, Gap 7
• Grapari Kuta: PS +133,3%, Gap 4
• Grapari Negara: PS +150,0%, Gap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Renon: PS +14,3%, Gap 5
• Grapari Singaraja: PS -37,5%, Gap -3
• Grapari Tabanan: PS -25,0%, Gap -2
• Grapari Ubud: PS +50,0%, Gap 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 1: RE -67 (-8,9%), PS -72 (-11,1%)
• Bali Tengah 2: RE -69 (-8,4%), PS -56 (-8,2%)
• Bali Timur: RE 18 (+3,8%), PS -32 (-7,8%)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 2: RE -36 (-29,8%), PS -32 (-34,8%)
• Bali Tengah 1: RE -8 (-9,5%), PS -11 (-16,9%)
• Bali Barat: RE -12 (-29,3%), PS -6 (-28,6%)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Barat: RE -6 (-33,3%), PS -3 (-50,0%)
• Bali Tengah 1: RE 3 (+16,7%), PS -3 (-21,4%)
• Bali Timur: RE 1 (+8,3%), PS -3 (-37,5%)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 1: RE -3 (-75,0%), PS -2 (-66,7%)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Sep 2026 vs MTD-1 01–26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2.810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2.731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Sep 2026 vs MTD-1 01–26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825,0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574,1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547,0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137,2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141,6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160,7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142,6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182,1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170,8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94,0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Sep 2026 vs MTD-1 01–26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Riko Simanjuntak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Herzza Rahmadhani Duha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AYU GEDE FAJAR 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Syarah nur febriyani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ERNA SUSILAWATI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WISADA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WINARSIH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Tuti Karmila 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wayan supantra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Riko Simanjuntak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Wayan Pebri 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IBNU MAULANA MAHENDRA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Herzza Rahmadhani Duha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MADE RIVAN ANDIKA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Khusairi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WISADA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PUTU ARIANI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MOH. AZRILFIAN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Sep 2026 vs MTD-1 01–26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PUTU SANTIKA PARAMITA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HERI SUSANTO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Andi Setiawan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 IFA HANIFAH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EMILIA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Barthlomeus Mario Jeriko Pareira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SEPTIA RAVI ANDARI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Aditya Adhikara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ARI OKTAVIANI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KUSMIYATI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PUTU SANTIKA PARAMITA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HERI SUSANTO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Andi Setiawan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 IFA HANIFAH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EMILIA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Barthlomeus Mario Jeriko Pareira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SEPTIA RAVI ANDARI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Aditya Adhikara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KUSMIYATI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Zulkarnain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