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28.0</c:v>
                </c:pt>
                <c:pt idx="5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18.0</c:v>
                </c:pt>
                <c:pt idx="1">
                  <c:v>17.0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15.0</c:v>
                </c:pt>
                <c:pt idx="5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  <c:pt idx="5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14.0</c:v>
                </c:pt>
                <c:pt idx="1">
                  <c:v>12.0</c:v>
                </c:pt>
                <c:pt idx="2">
                  <c:v>10.0</c:v>
                </c:pt>
                <c:pt idx="3">
                  <c:v>10.0</c:v>
                </c:pt>
                <c:pt idx="4">
                  <c:v>13.0</c:v>
                </c:pt>
                <c:pt idx="5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  <c:pt idx="5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-317,0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-206,0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64   Δ 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61   Δ -7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18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2.576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+29,2%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1.994   Δ 582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+9,1%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 / 136 (30,9%)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54 / 150 (36,0%)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72 (27,8%)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-25,9%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79 (32,9%)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-21,2%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64 (34,4%)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 / 71 (39,4%)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150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71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(43,7%)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(89,9%)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62 | MoM -3,1%
PS: 54 | MoM -11,5%
• Junior
  RE: 50 | Active 36,8% | MoM -3,8%
  PS: 42 | Active 30,9% | MoM -12,5%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92,3% | MoM +9,1%
  PS: 12 | Active 92,3%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+100,0%, Gap 1
• Grapari Ende: PS +83,3%, Gap 5
• Grapari Kalabahi: PS -16,7%, Gap -1
• Grapari Labuan Bajo: PS -40,0%,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-50,0%, Gap -1
• Grapari Maumere: PS 0,0%, Gap 0
• Grapari Ruteng: PS +200,0%,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23 (+17,3%), PS -1 (-0,9%)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0 (0,0%), PS -3 (-100,0%)
• Ende Sikka - Flores Timur: RE -3 (-30,0%), PS -1 (-20,0%)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2 (N/A), PS -2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Santorio De Jesus Koro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Roni Ratu Kaho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Valentina isabela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