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97   Δ 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2.446   Δ -77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62 (23,7%)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246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89 (74,8%)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