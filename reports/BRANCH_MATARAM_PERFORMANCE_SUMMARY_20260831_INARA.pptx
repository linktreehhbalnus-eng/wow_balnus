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174   Δ 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5.810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+22,8%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4.733   Δ 1.077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505 (34,6%)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2.195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453 (94,2%)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2.630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LULU KARMILA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LULU KARMILA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ALFANNY KHAIRUNNISA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esa pramudya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INTAN MEI GUTARI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Salsabila firdausi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NEDI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Mahirudin nasri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ASNI 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ALFANNY KHAIRUNNISA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KHADIJAH AHLUSSUFFI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HAIRIL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INTAN MEI GUTARI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HAERUN HIJRIAH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WENI ROSLIANA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Salsabila firdausi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ARY APRILYANSYAH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NEDI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