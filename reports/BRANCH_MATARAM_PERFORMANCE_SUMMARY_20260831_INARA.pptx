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174   Δ 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166   Δ 25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5.810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+22,8%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4.733   Δ 1.077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491 (33,7%)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1.128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444 (92,3%)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1.322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