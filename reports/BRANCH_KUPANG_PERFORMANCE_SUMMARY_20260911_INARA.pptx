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36.0</c:v>
                </c:pt>
                <c:pt idx="1">
                  <c:v>29.0</c:v>
                </c:pt>
                <c:pt idx="2">
                  <c:v>22.0</c:v>
                </c:pt>
                <c:pt idx="3">
                  <c:v>32.0</c:v>
                </c:pt>
                <c:pt idx="4">
                  <c:v>20.0</c:v>
                </c:pt>
                <c:pt idx="5">
                  <c:v>16.0</c:v>
                </c:pt>
                <c:pt idx="6">
                  <c:v>38.0</c:v>
                </c:pt>
                <c:pt idx="7">
                  <c:v>28.0</c:v>
                </c:pt>
                <c:pt idx="8">
                  <c:v>27.0</c:v>
                </c:pt>
                <c:pt idx="9">
                  <c:v>26.0</c:v>
                </c:pt>
                <c:pt idx="10">
                  <c:v>12.0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29.0</c:v>
                </c:pt>
                <c:pt idx="1">
                  <c:v>21.0</c:v>
                </c:pt>
                <c:pt idx="2">
                  <c:v>16.0</c:v>
                </c:pt>
                <c:pt idx="3">
                  <c:v>26.0</c:v>
                </c:pt>
                <c:pt idx="4">
                  <c:v>12.0</c:v>
                </c:pt>
                <c:pt idx="5">
                  <c:v>13.0</c:v>
                </c:pt>
                <c:pt idx="6">
                  <c:v>30.0</c:v>
                </c:pt>
                <c:pt idx="7">
                  <c:v>19.0</c:v>
                </c:pt>
                <c:pt idx="8">
                  <c:v>23.0</c:v>
                </c:pt>
                <c:pt idx="9">
                  <c:v>19.0</c:v>
                </c:pt>
                <c:pt idx="10">
                  <c:v>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7.0</c:v>
                </c:pt>
                <c:pt idx="1">
                  <c:v>8.0</c:v>
                </c:pt>
                <c:pt idx="2">
                  <c:v>6.0</c:v>
                </c:pt>
                <c:pt idx="3">
                  <c:v>6.0</c:v>
                </c:pt>
                <c:pt idx="4">
                  <c:v>8.0</c:v>
                </c:pt>
                <c:pt idx="5">
                  <c:v>3.0</c:v>
                </c:pt>
                <c:pt idx="6">
                  <c:v>8.0</c:v>
                </c:pt>
                <c:pt idx="7">
                  <c:v>9.0</c:v>
                </c:pt>
                <c:pt idx="8">
                  <c:v>4.0</c:v>
                </c:pt>
                <c:pt idx="9">
                  <c:v>7.0</c:v>
                </c:pt>
                <c:pt idx="10">
                  <c:v>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27.0</c:v>
                </c:pt>
                <c:pt idx="1">
                  <c:v>24.0</c:v>
                </c:pt>
                <c:pt idx="2">
                  <c:v>25.0</c:v>
                </c:pt>
                <c:pt idx="3">
                  <c:v>27.0</c:v>
                </c:pt>
                <c:pt idx="4">
                  <c:v>18.0</c:v>
                </c:pt>
                <c:pt idx="5">
                  <c:v>14.0</c:v>
                </c:pt>
                <c:pt idx="6">
                  <c:v>27.0</c:v>
                </c:pt>
                <c:pt idx="7">
                  <c:v>27.0</c:v>
                </c:pt>
                <c:pt idx="8">
                  <c:v>24.0</c:v>
                </c:pt>
                <c:pt idx="9">
                  <c:v>24.0</c:v>
                </c:pt>
                <c:pt idx="10">
                  <c:v>10.0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23.0</c:v>
                </c:pt>
                <c:pt idx="1">
                  <c:v>20.0</c:v>
                </c:pt>
                <c:pt idx="2">
                  <c:v>18.0</c:v>
                </c:pt>
                <c:pt idx="3">
                  <c:v>20.0</c:v>
                </c:pt>
                <c:pt idx="4">
                  <c:v>11.0</c:v>
                </c:pt>
                <c:pt idx="5">
                  <c:v>12.0</c:v>
                </c:pt>
                <c:pt idx="6">
                  <c:v>19.0</c:v>
                </c:pt>
                <c:pt idx="7">
                  <c:v>20.0</c:v>
                </c:pt>
                <c:pt idx="8">
                  <c:v>16.0</c:v>
                </c:pt>
                <c:pt idx="9">
                  <c:v>18.0</c:v>
                </c:pt>
                <c:pt idx="10">
                  <c:v>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4.0</c:v>
                </c:pt>
                <c:pt idx="1">
                  <c:v>4.0</c:v>
                </c:pt>
                <c:pt idx="2">
                  <c:v>7.0</c:v>
                </c:pt>
                <c:pt idx="3">
                  <c:v>7.0</c:v>
                </c:pt>
                <c:pt idx="4">
                  <c:v>7.0</c:v>
                </c:pt>
                <c:pt idx="5">
                  <c:v>2.0</c:v>
                </c:pt>
                <c:pt idx="6">
                  <c:v>8.0</c:v>
                </c:pt>
                <c:pt idx="7">
                  <c:v>7.0</c:v>
                </c:pt>
                <c:pt idx="8">
                  <c:v>8.0</c:v>
                </c:pt>
                <c:pt idx="9">
                  <c:v>6.0</c:v>
                </c:pt>
                <c:pt idx="10">
                  <c:v>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1.305,5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1.033,7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+5,6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37,6%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91   Δ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+12,3%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81   Δ 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-17,6%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68   Δ -12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1.251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-32,4%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1.851   Δ -600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1.642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1.046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6.776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59 (13,7%)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238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44 (29,3%)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93 | MoM +2,2%
PS: 91 | MoM +12,3%
• Junior
  RE: 82 | Active 71,9% | MoM -2,4%
  PS: 82 | Active 71,9% | MoM +10,8%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7 | Active 77,8% | MoM +133,3%
  PS: 5 | Active 55,6% | MoM +66,7%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0,0%, Gap 0
• Grapari Baa Rote: PS N/A, Gap 1
• Grapari Kefamenanu: PS +400,0%, Gap 4
• Grapari Kupang: PS -16,7%,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N/A, Gap 1
• Grapari Soe: PS 0,0%, Gap 0
• Grapari Waikabubak: PS -50,0%, Gap -1
• Grapari Waingapu: PS +33,3%,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-24 (-8,2%), PS -10 (-4,1%)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-7 (-41,2%), PS -3 (-37,5%)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+548,4%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+676,0%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615,0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MARTHERNUS M SANBEIN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Igniosa Manek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JEVRIANUS DIMA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JOSE CORREIA DASILVA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RANGGA BELA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 Bonita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HENDRIK YAKOBIS ZACHARYA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Joehanis Daniel Steven Pah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JEVRIANUS DIMA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ZEFERINO DOS REIS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LITA MELIANA HUSEN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FERDY ARYANDO JARA JUTALO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SATURNINO PAULO DE DEUS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ANGELINA DARA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ISABELLA THALL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RAHMAHWATI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SATURNINO PAULO DE DEUS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ANGELINA DARA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Charlie Apryanto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RICHARDUS YOHANES MOENSAKU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RAHMAHWATI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Andrianus Umbu Engge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