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-34,9%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2.030   Δ -708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(14,4%)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263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 (29,3%)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94 | MoM +3,3%
PS: 91 | MoM +12,3%
• Junior
  RE: 83 | Active 72,8% | MoM -1,2%
  PS: 82 | Active 71,9% | MoM +10,8%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+133,3%
  PS: 5 | Active 55,6% | MoM +66,7%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N/A, Gap 2
• Grapari Kefamenanu: PS +400,0%, Gap 4
• Grapari Kupang: PS -16,7%,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1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-8 (-47,1%),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