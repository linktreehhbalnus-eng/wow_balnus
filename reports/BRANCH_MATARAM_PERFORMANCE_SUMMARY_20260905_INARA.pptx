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121   Δ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112   Δ -11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+116,7%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   Δ 28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+672,7%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518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HENI RATMAWATI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SAFRULLAH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ZAENUDDIN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LENI SUMBAYANTI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