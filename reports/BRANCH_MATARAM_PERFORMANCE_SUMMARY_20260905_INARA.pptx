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2.875,4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2.388,4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2.370,7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2.037,7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Mataram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1.023,8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1.172,4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Bima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234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687386"/>
                </a:solidFill>
                <a:latin typeface="Arial"/>
              </a:rPr>
              <a:t>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121   Δ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112   Δ 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+116,7%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24   Δ 28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+672,7%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518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Mataram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Mataram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19.795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4,8%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1.463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488 (33,4%)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1.266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493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446 (90,5%)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1.464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+365,2%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765,0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ASMARAHADI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SELLY TRI NOVIASTANTI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SULASTRI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FIKA AYU PUSPITASARI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HENI RATMAWATI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LINGGAR GERRY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Utami muji kristina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lestari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SAFRULLAH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SURATMAN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 DIMIATI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MOH. DEDY HARTONO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BAMBANG WAHYUDDIN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ZAENUDDIN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 UTARI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Mataram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01–05 Sep 2026 vs MTD-1 01–05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Mataram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IRUL KURNIAWAN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WAN ARNOP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 AMIRUDDIN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HERNAWATI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INDAH PUSPITA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PUPUT APRILISIA 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LENI SUMBAYANTI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Bagindo nofan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YANTI 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FIRMANSYAH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ERNY JUMRIANTY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NURYANTI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Tri widyastuti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Sumbawa Barat - Sumbawa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