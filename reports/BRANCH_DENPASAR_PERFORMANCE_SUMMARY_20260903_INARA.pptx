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4.862,2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4.358,2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4.008,9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3.611,9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116   Δ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+195,0%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   Δ 39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+515,4%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117   Δ 603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+584,6%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32.044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587 (17,8%)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2.223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225 (57,7%)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1.008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355,6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Kiki kurniawan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WILDAN FADILAH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wijana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ANDREYANTO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wijana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WAYAN DESNI 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PAEDO YAYAKI PURBA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 AYU VIVIASTIKA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MERRY FRANSISKA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Handoko Priadtmono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SRI WULAN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KARTAKA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KETUT SUPARIASIH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D. BUDIONO HARSONO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KARTAKA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HENDRA KARJAYA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AGUS RIADY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