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4.862,2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4.358,2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4.008,9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116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+195,0%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   Δ 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+515,4%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117   Δ 603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2.366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587 (17,8%)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2.223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225 (57,7%)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&amp;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77240"/>
            <a:ext cx="7772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786384"/>
            <a:ext cx="38862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Format sel: MTD-1 → MTD  |  MoM | Contribution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67" cy="207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2668"/>
                <a:gridCol w="1414147"/>
                <a:gridCol w="1272732"/>
                <a:gridCol w="1272732"/>
                <a:gridCol w="1319871"/>
                <a:gridCol w="1461285"/>
                <a:gridCol w="1461285"/>
                <a:gridCol w="1414147"/>
              </a:tblGrid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 → 202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+43,3% | 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 → 44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-22,8% | 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 → 60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+9,1% | 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 → 36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+24,1% | 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 → 54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+10,2% | 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 → 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-50,0% | 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 → 397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+19,2%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 → 97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+110,9% | 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 → 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-80,0% | 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 → 14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+180,0% | 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 → 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-66,7% | 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 → 23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+130,0% | 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 |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 → 138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+74,7%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 → 40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-2,4% | 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 → 14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 | 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 → 15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+36,4% | 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 → 11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-15,4% | 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 → 5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-61,5% | 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 → 86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-6,5%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 → 51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+34,2% | 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 → 17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+6,2% | 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 → 23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+4,5% | 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 → 16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+33,3% | 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 → 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-40,0% | 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 → 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-100,0% |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 → 113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+13,0%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 → 14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-12,5% | 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 → 10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-16,7% | 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 → 8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-52,9% | 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 → 8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+700,0% | 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 → 20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+25,0% | 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 |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 → 60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-3,2%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447288"/>
            <a:ext cx="8686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Revenue New Sales by Speed — Total Branch &amp;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447288"/>
            <a:ext cx="41148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749039"/>
          <a:ext cx="11548867" cy="207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2668"/>
                <a:gridCol w="1414147"/>
                <a:gridCol w="1272732"/>
                <a:gridCol w="1272732"/>
                <a:gridCol w="1319871"/>
                <a:gridCol w="1461285"/>
                <a:gridCol w="1461285"/>
                <a:gridCol w="1414147"/>
              </a:tblGrid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21,5 Jt → Rp 29,4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+36,7% | 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13,5 Jt → Rp 10,1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-25,0% | 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13,9 Jt → Rp 14,6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+5,1% | 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9,8 Jt → Rp 11,4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+16,9% | 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8,7 Jt → Rp 8,9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+2,6% | 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555,0 Rb → Rp 285,0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-48,6% | 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67,9 Jt → Rp 74,8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+10,1%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6,5 Jt → Rp 12,0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+85,3% | 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3,6 Jt → Rp 690,0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-80,9% | 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1,3 Jt → Rp 3,4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+162,5% | 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975,0 Rb → Rp 355,6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-63,5% | 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1,5 Jt → Rp 3,6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+144,0% | 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 |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13,8 Jt → Rp 20,0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+44,8%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6,5 Jt → Rp 6,7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+3,6% | 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3,2 Jt → Rp 3,2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 | 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2,8 Jt → Rp 3,6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+26,4% | 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4,4 Jt → Rp 3,9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-10,8% | 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2,6 Jt → Rp 1,0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-61,5% | 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285,0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19,6 Jt → Rp 18,8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-4,1%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6,1 Jt → Rp 8,3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+36,1% | 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3,8 Jt → Rp 3,9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+3,2% | 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5,5 Jt → Rp 5,8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+4,3% | 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4,1 Jt → Rp 4,7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+16,5% | 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2,0 Jt → Rp 1,2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-40,0% | 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555,0 Rb → Rp 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-100,0% |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 → Rp 23,9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+8,5%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2,4 Jt → Rp 2,3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-3,0% | 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2,9 Jt → Rp 2,3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-20,1% | 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4,3 Jt → Rp 1,9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-55,1% | 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325,0 Rb → Rp 2,4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+640,0% | 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2,6 Jt → Rp 3,1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+19,0% | 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 |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12,4 Jt → Rp 12,0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-3,6%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Kiki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WILDAN FADILAH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Siska wulandari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wijana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ANDREYANTO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TINA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Ketut wijana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ROBIL ANWAR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WAYAN DESNI 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PAEDO YAYAKI PURBA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 AYU VIVIASTIKA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MERRY FRANSISKA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 IFA HANIFAH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KETUT SUPARIASIH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D. BUDIONO HARSONO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HERI SUSANTO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KAMALUDIN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NYOMAN AGUS RIADY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