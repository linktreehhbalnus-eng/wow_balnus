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27.0</c:v>
                </c:pt>
                <c:pt idx="17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94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1.970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-20,6%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2.480   Δ -510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139 (67,6%)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+10,6%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152 (69,1%)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+10,5%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109 (71,6%)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120 (72,5%)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+8,8%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139 (7,2%)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152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109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120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30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32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92 (21,6%)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108 (70,1%)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105 | MoM +9,4%
PS: 105 | MoM +11,7%
• Junior
  RE: 94 | Active 67,6% | MoM +9,3%
  PS: 94 | Active 67,6% | MoM +11,9%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+16,7%
  PS: 7 | Active 77,8% | MoM +16,7%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+40,0%, Gap 2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3
• Grapari Soe: PS +50,0%, Gap 1
• Grapari Waikabubak: PS 0,0%, Gap 0
• Grapari Waingapu: PS +25,0%,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-9 (-31,0%), PS -6 (-42,9%)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EDGARD ERENST MICHENLEY ALLE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