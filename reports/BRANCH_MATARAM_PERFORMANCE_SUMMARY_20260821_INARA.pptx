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155   Δ 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152   Δ 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139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2.888   Δ 423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376 (25,4%)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739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314 (70,1%)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