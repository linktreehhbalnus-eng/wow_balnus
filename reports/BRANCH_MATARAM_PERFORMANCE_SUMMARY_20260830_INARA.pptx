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Aug 2026 vs MTD-1 01–30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2.717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2.970,5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91,5%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2.475,2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84,1%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101,3%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-19,3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96,2%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71,2%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Aug 2026 vs MTD-1 01–30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+15,7%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172   Δ 27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+14,5%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166   Δ 24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-2,8%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178   Δ -5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5.450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+24,2%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4.387   Δ 1.063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Aug 2026 vs MTD-1 01–30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2.063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13.734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19.779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1.477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495 (33,5%)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1.045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441 (91,7%)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1.162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