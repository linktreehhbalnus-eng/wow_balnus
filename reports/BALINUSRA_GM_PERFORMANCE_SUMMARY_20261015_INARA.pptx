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02/10</c:v>
                </c:pt>
                <c:pt idx="1">
                  <c:v>03/10</c:v>
                </c:pt>
                <c:pt idx="2">
                  <c:v>04/10</c:v>
                </c:pt>
                <c:pt idx="3">
                  <c:v>05/10</c:v>
                </c:pt>
                <c:pt idx="4">
                  <c:v>06/10</c:v>
                </c:pt>
                <c:pt idx="5">
                  <c:v>07/10</c:v>
                </c:pt>
                <c:pt idx="6">
                  <c:v>08/10</c:v>
                </c:pt>
                <c:pt idx="7">
                  <c:v>09/10</c:v>
                </c:pt>
                <c:pt idx="8">
                  <c:v>10/10</c:v>
                </c:pt>
                <c:pt idx="9">
                  <c:v>11/10</c:v>
                </c:pt>
                <c:pt idx="10">
                  <c:v>12/10</c:v>
                </c:pt>
                <c:pt idx="11">
                  <c:v>13/10</c:v>
                </c:pt>
                <c:pt idx="12">
                  <c:v>14/10</c:v>
                </c:pt>
                <c:pt idx="13">
                  <c:v>15/10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325.0</c:v>
                </c:pt>
                <c:pt idx="1">
                  <c:v>252.0</c:v>
                </c:pt>
                <c:pt idx="2">
                  <c:v>183.0</c:v>
                </c:pt>
                <c:pt idx="3">
                  <c:v>319.0</c:v>
                </c:pt>
                <c:pt idx="4">
                  <c:v>293.0</c:v>
                </c:pt>
                <c:pt idx="5">
                  <c:v>322.0</c:v>
                </c:pt>
                <c:pt idx="6">
                  <c:v>300.0</c:v>
                </c:pt>
                <c:pt idx="7">
                  <c:v>225.0</c:v>
                </c:pt>
                <c:pt idx="8">
                  <c:v>231.0</c:v>
                </c:pt>
                <c:pt idx="9">
                  <c:v>159.0</c:v>
                </c:pt>
                <c:pt idx="10">
                  <c:v>287.0</c:v>
                </c:pt>
                <c:pt idx="11">
                  <c:v>276.0</c:v>
                </c:pt>
                <c:pt idx="12">
                  <c:v>273.0</c:v>
                </c:pt>
                <c:pt idx="13">
                  <c:v>281.0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02/10</c:v>
                </c:pt>
                <c:pt idx="1">
                  <c:v>03/10</c:v>
                </c:pt>
                <c:pt idx="2">
                  <c:v>04/10</c:v>
                </c:pt>
                <c:pt idx="3">
                  <c:v>05/10</c:v>
                </c:pt>
                <c:pt idx="4">
                  <c:v>06/10</c:v>
                </c:pt>
                <c:pt idx="5">
                  <c:v>07/10</c:v>
                </c:pt>
                <c:pt idx="6">
                  <c:v>08/10</c:v>
                </c:pt>
                <c:pt idx="7">
                  <c:v>09/10</c:v>
                </c:pt>
                <c:pt idx="8">
                  <c:v>10/10</c:v>
                </c:pt>
                <c:pt idx="9">
                  <c:v>11/10</c:v>
                </c:pt>
                <c:pt idx="10">
                  <c:v>12/10</c:v>
                </c:pt>
                <c:pt idx="11">
                  <c:v>13/10</c:v>
                </c:pt>
                <c:pt idx="12">
                  <c:v>14/10</c:v>
                </c:pt>
                <c:pt idx="13">
                  <c:v>15/10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223.0</c:v>
                </c:pt>
                <c:pt idx="1">
                  <c:v>204.0</c:v>
                </c:pt>
                <c:pt idx="2">
                  <c:v>150.0</c:v>
                </c:pt>
                <c:pt idx="3">
                  <c:v>230.0</c:v>
                </c:pt>
                <c:pt idx="4">
                  <c:v>214.0</c:v>
                </c:pt>
                <c:pt idx="5">
                  <c:v>278.0</c:v>
                </c:pt>
                <c:pt idx="6">
                  <c:v>236.0</c:v>
                </c:pt>
                <c:pt idx="7">
                  <c:v>238.0</c:v>
                </c:pt>
                <c:pt idx="8">
                  <c:v>184.0</c:v>
                </c:pt>
                <c:pt idx="9">
                  <c:v>121.0</c:v>
                </c:pt>
                <c:pt idx="10">
                  <c:v>206.0</c:v>
                </c:pt>
                <c:pt idx="11">
                  <c:v>225.0</c:v>
                </c:pt>
                <c:pt idx="12">
                  <c:v>212.0</c:v>
                </c:pt>
                <c:pt idx="13">
                  <c:v>206.0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-12,4% &amp; PS -13,1% MoM — Achievement Mencapai — (RE) / —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Melemah pada 15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01–15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(+1,7%), Denpasar Terdalam (-22,4%)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+1,7%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-22,4%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(+8,9%), Bali Barat Terdalam (-38,9%)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(+33), Sumbawa Barat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Nagekeo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46 kabupaten: Top 5 menyumbang +95, Bottom 5 -365, dan perubahan PS regional -477.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(-5,9%), TSEL One &gt;30 Mbps Turun Terdalam (-25,0%)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-6,3%, Aktivitas DJP -3,1%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5.255
Dikunjungi: 1.406 (26,8%)
Visit DJP: 3.859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1.375
Dikunjungi: 1.181 (85,9%)
Visit DJP: 3.630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AL MARUF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AL MARUF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AGUS IKHSAN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ERNAWATU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STANISLAUS APRIANUS HUN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ALFANDI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Okt 2026 vs MTD-1 01–15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Okt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3.636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Okt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Okt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4.642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4.067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3.636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3.159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709,0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3.946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3.396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2.755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603,6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502 | MoM -10,0%
PS: 494 | MoM -6,3%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418 | Active 52,4% | MoM -10,9%
  PS: 408 | Active 51,1% | MoM -7,5%
• Greenfield
  RE: 49 | Active 84,5% | MoM -7,5%
  PS: 51 | Active 87,9% | MoM +2,0%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-32,2%, Gap -19
• Flores: PS +13,3%, Gap +8
• Kupang: PS -25,0%, Gap -7
• Mataram: PS -22,4%, Gap -15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Timur (Mataram): -100,0%, Gap -1
• Grapari Tabanan (Denpasar): -80,0%, Gap -4
• Grapari Sumbawa (Mataram): -75,0%, Gap -6
• Grapari Larantuka (Flores): -60,0%, Gap -3
• Grapari Kefamenanu (Kupang): -57,1%, Gap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-182 (-34,7%), PS -184 (-39,5%)
• Lombok: RE -110 (-16,7%), PS -79 (-15,5%)
• Bali Tengah 2: RE -79 (-17,5%), PS -64 (-16,8%)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Barat - Sumbawa Timur: RE -20 (-44,4%), PS -9 (-42,9%)
• Bali Tengah 1: RE -12 (-23,1%), PS -7 (-20,0%)
• Bali Timur: RE +2 (+6,7%), PS -5 (-22,7%)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 - Flores Timur: RE +2 (+66,7%), PS -4 (-100,0%)
• Bali Tengah 2: RE -3 (-20,0%), PS -3 (-27,3%)
• Bali Timur: RE -3 (-33,3%), PS -1 (-20,0%)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-2 (-40,0%), PS -3 (-75,0%)
• Bali Timur: RE -1 (-33,3%), PS -2 (-66,7%)
• Manggarai: RE -1 (-50,0%),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Okt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+41,7%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 / 310 (41,0%)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-13,0%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164 / 351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 | Turun 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 / 136 (42,6%)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 / 150 (47,3%)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-11,2%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139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+1,1% | Turun 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 / 152 (65,8%)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135 / 213 (63,4%)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159 / 240 (66,2%)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 / 58 (87,9%)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+21,4%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408 / 798 (51,1%)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-6,4% | Turun 255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494 / 924 (53,5%)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-6,4% | Turun 306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1.739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+158,2%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2.750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310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-40,9%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351 (9,1%)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-23,8% | Turun 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136 (6,6%)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150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139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152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213 (5,6%)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240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58 (15,5%)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26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 / 798 (5,0%)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-29,8% | Turun 255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77 / 924 (8,3%)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-20,6% | Turun 306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