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232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5.646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5.018   Δ 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+11,8%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 / 310 (55,8%)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212 / 351 (60,4%)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68 (61,8%)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85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93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77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85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2.176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 / 310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351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80 (22,5%)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93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93 (16,1%)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4.555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27.894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513 (15,3%)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1.459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264 (48,9%)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221 | MoM -4,7%
PS: 212 | MoM -4,1%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182 | Active 58,7% | MoM -5,7%
  PS: 173 | Active 55,8% | MoM -5,5%
• Greenfield
  RE: 19 | Active 95,0% | MoM +5,6%
  PS: 19 | Active 95,0% | MoM +11,8%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-28,6%, Gap -2
• Grapari Jimbaran: PS +75,0%, Gap 9
• Grapari Kuta: PS +100,0%,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+3,1%, Gap 1
• Grapari Singaraja: PS -42,9%, Gap -3
• Grapari Tabanan: PS -14,3%, Gap -1
• Grapari Ubud: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-67 (-9,8%), PS -68 (-11,6%)
• Bali Tengah 2: RE -77 (-10,5%), PS -48 (-8,0%)
• Bali Timur: RE 13 (+2,9%), PS -23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-40 (-36,0%), PS -32 (-36,8%)
• Bali Tengah 1: RE -13 (-17,1%), PS -14 (-23,7%)
• Bali Barat: RE -15 (-38,5%), PS -5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(+9,1%), PS -3 (-37,5%)
• Bali Barat: RE -8 (-47,1%), PS -2 (-40,0%)
• Bali Tengah 1: RE 3 (+20,0%), PS -2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