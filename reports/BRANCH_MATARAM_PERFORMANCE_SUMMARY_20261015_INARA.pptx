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26.0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22.0</c:v>
                </c:pt>
                <c:pt idx="1">
                  <c:v>24.0</c:v>
                </c:pt>
                <c:pt idx="2">
                  <c:v>20.0</c:v>
                </c:pt>
                <c:pt idx="3">
                  <c:v>14.0</c:v>
                </c:pt>
                <c:pt idx="4">
                  <c:v>18.0</c:v>
                </c:pt>
                <c:pt idx="5">
                  <c:v>22.0</c:v>
                </c:pt>
                <c:pt idx="6">
                  <c:v>27.0</c:v>
                </c:pt>
                <c:pt idx="7">
                  <c:v>23.0</c:v>
                </c:pt>
                <c:pt idx="8">
                  <c:v>18.0</c:v>
                </c:pt>
                <c:pt idx="9">
                  <c:v>17.0</c:v>
                </c:pt>
                <c:pt idx="10">
                  <c:v>13.0</c:v>
                </c:pt>
                <c:pt idx="11">
                  <c:v>21.0</c:v>
                </c:pt>
                <c:pt idx="12">
                  <c:v>24.0</c:v>
                </c:pt>
                <c:pt idx="13">
                  <c:v>23.0</c:v>
                </c:pt>
                <c:pt idx="14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18.0</c:v>
                </c:pt>
                <c:pt idx="1">
                  <c:v>24.0</c:v>
                </c:pt>
                <c:pt idx="2">
                  <c:v>14.0</c:v>
                </c:pt>
                <c:pt idx="3">
                  <c:v>12.0</c:v>
                </c:pt>
                <c:pt idx="4">
                  <c:v>25.0</c:v>
                </c:pt>
                <c:pt idx="5">
                  <c:v>13.0</c:v>
                </c:pt>
                <c:pt idx="6">
                  <c:v>25.0</c:v>
                </c:pt>
                <c:pt idx="7">
                  <c:v>20.0</c:v>
                </c:pt>
                <c:pt idx="8">
                  <c:v>15.0</c:v>
                </c:pt>
                <c:pt idx="9">
                  <c:v>12.0</c:v>
                </c:pt>
                <c:pt idx="10">
                  <c:v>7.0</c:v>
                </c:pt>
                <c:pt idx="11">
                  <c:v>14.0</c:v>
                </c:pt>
                <c:pt idx="12">
                  <c:v>21.0</c:v>
                </c:pt>
                <c:pt idx="13">
                  <c:v>21.0</c:v>
                </c:pt>
                <c:pt idx="14">
                  <c:v>25.0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-1.183,0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-884,0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Hulu Sungai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172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164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5.817   Δ -812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+18,2%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135 / 213 (63,4%)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-1,5%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159 / 240 (66,2%)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+0,6%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 / 131 (58,0%)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90 / 148 (60,8%)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-1,1%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 / 82 (72,0%)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92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 / 213 (5,6%)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 / 240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-26,7%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131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-46,2% | Turun 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148 (8,1%)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82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92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484 (34,9%)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510 (93,4%)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1.612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158 | MoM -8,1%
PS: 159 | MoM -3,0%
• Performer
  RE: 1 | Active 100,0% | MoM 0,0%
  PS: 1 | Active 100,0% | MoM 0,0%
• Junior
  RE: 135 | Active 63,4% | MoM -7,5%
  PS: 135 | Active 63,4% | MoM -2,9%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-20,0%
  PS: 13 | Active 81,2% | MoM -7,1%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-40,9%, Gap -9
• Grapari Dompu: PS +66,7%, Gap 4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-51,7%, Gap -15
• Grapari Sumbawa: PS -75,0%, Gap -6
• Grapari Taliwang: PS +700,0%, Gap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-110 (-16,7%), PS -79 (-15,5%)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-20 (-44,4%), PS -9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(-33,3%),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ARY APRILYANSYAH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KHADIJAH AHLUSSUFFI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KHADIJAH AHLUSSUFFI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