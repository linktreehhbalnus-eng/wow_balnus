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Sheet1!$A$2:$A$20</c:f>
              <c:strCache>
                <c:ptCount val="19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73.0</c:v>
                </c:pt>
                <c:pt idx="1">
                  <c:v>78.0</c:v>
                </c:pt>
                <c:pt idx="2">
                  <c:v>67.0</c:v>
                </c:pt>
                <c:pt idx="3">
                  <c:v>61.0</c:v>
                </c:pt>
                <c:pt idx="4">
                  <c:v>59.0</c:v>
                </c:pt>
                <c:pt idx="5">
                  <c:v>57.0</c:v>
                </c:pt>
                <c:pt idx="6">
                  <c:v>69.0</c:v>
                </c:pt>
                <c:pt idx="7">
                  <c:v>61.0</c:v>
                </c:pt>
                <c:pt idx="8">
                  <c:v>67.0</c:v>
                </c:pt>
                <c:pt idx="9">
                  <c:v>62.0</c:v>
                </c:pt>
                <c:pt idx="10">
                  <c:v>64.0</c:v>
                </c:pt>
                <c:pt idx="11">
                  <c:v>51.0</c:v>
                </c:pt>
                <c:pt idx="12">
                  <c:v>49.0</c:v>
                </c:pt>
                <c:pt idx="13">
                  <c:v>64.0</c:v>
                </c:pt>
                <c:pt idx="14">
                  <c:v>67.0</c:v>
                </c:pt>
                <c:pt idx="15">
                  <c:v>67.0</c:v>
                </c:pt>
                <c:pt idx="16">
                  <c:v>71.0</c:v>
                </c:pt>
                <c:pt idx="17">
                  <c:v>50.0</c:v>
                </c:pt>
                <c:pt idx="18">
                  <c:v>58.0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Sheet1!$A$2:$A$20</c:f>
              <c:strCache>
                <c:ptCount val="19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</c:strCache>
            </c:strRef>
          </c:cat>
          <c:val>
            <c:numRef>
              <c:f>Sheet1!$C$2:$C$20</c:f>
              <c:numCache>
                <c:formatCode>General</c:formatCode>
                <c:ptCount val="19"/>
                <c:pt idx="0">
                  <c:v>23.0</c:v>
                </c:pt>
                <c:pt idx="1">
                  <c:v>22.0</c:v>
                </c:pt>
                <c:pt idx="2">
                  <c:v>20.0</c:v>
                </c:pt>
                <c:pt idx="3">
                  <c:v>19.0</c:v>
                </c:pt>
                <c:pt idx="4">
                  <c:v>18.0</c:v>
                </c:pt>
                <c:pt idx="5">
                  <c:v>15.0</c:v>
                </c:pt>
                <c:pt idx="6">
                  <c:v>16.0</c:v>
                </c:pt>
                <c:pt idx="7">
                  <c:v>15.0</c:v>
                </c:pt>
                <c:pt idx="8">
                  <c:v>17.0</c:v>
                </c:pt>
                <c:pt idx="9">
                  <c:v>21.0</c:v>
                </c:pt>
                <c:pt idx="10">
                  <c:v>19.0</c:v>
                </c:pt>
                <c:pt idx="11">
                  <c:v>15.0</c:v>
                </c:pt>
                <c:pt idx="12">
                  <c:v>16.0</c:v>
                </c:pt>
                <c:pt idx="13">
                  <c:v>16.0</c:v>
                </c:pt>
                <c:pt idx="14">
                  <c:v>21.0</c:v>
                </c:pt>
                <c:pt idx="15">
                  <c:v>21.0</c:v>
                </c:pt>
                <c:pt idx="16">
                  <c:v>21.0</c:v>
                </c:pt>
                <c:pt idx="17">
                  <c:v>19.0</c:v>
                </c:pt>
                <c:pt idx="18">
                  <c:v>18.0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 1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Sheet1!$A$2:$A$20</c:f>
              <c:strCache>
                <c:ptCount val="19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</c:strCache>
            </c:strRef>
          </c:cat>
          <c:val>
            <c:numRef>
              <c:f>Sheet1!$D$2:$D$20</c:f>
              <c:numCache>
                <c:formatCode>General</c:formatCode>
                <c:ptCount val="19"/>
                <c:pt idx="0">
                  <c:v>16.0</c:v>
                </c:pt>
                <c:pt idx="1">
                  <c:v>21.0</c:v>
                </c:pt>
                <c:pt idx="2">
                  <c:v>17.0</c:v>
                </c:pt>
                <c:pt idx="3">
                  <c:v>13.0</c:v>
                </c:pt>
                <c:pt idx="4">
                  <c:v>13.0</c:v>
                </c:pt>
                <c:pt idx="5">
                  <c:v>17.0</c:v>
                </c:pt>
                <c:pt idx="6">
                  <c:v>17.0</c:v>
                </c:pt>
                <c:pt idx="7">
                  <c:v>19.0</c:v>
                </c:pt>
                <c:pt idx="8">
                  <c:v>18.0</c:v>
                </c:pt>
                <c:pt idx="9">
                  <c:v>9.0</c:v>
                </c:pt>
                <c:pt idx="10">
                  <c:v>20.0</c:v>
                </c:pt>
                <c:pt idx="11">
                  <c:v>12.0</c:v>
                </c:pt>
                <c:pt idx="12">
                  <c:v>13.0</c:v>
                </c:pt>
                <c:pt idx="13">
                  <c:v>20.0</c:v>
                </c:pt>
                <c:pt idx="14">
                  <c:v>17.0</c:v>
                </c:pt>
                <c:pt idx="15">
                  <c:v>17.0</c:v>
                </c:pt>
                <c:pt idx="16">
                  <c:v>17.0</c:v>
                </c:pt>
                <c:pt idx="17">
                  <c:v>13.0</c:v>
                </c:pt>
                <c:pt idx="18">
                  <c:v>11.0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Tengah 2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Sheet1!$A$2:$A$20</c:f>
              <c:strCache>
                <c:ptCount val="19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</c:strCache>
            </c:strRef>
          </c:cat>
          <c:val>
            <c:numRef>
              <c:f>Sheet1!$E$2:$E$20</c:f>
              <c:numCache>
                <c:formatCode>General</c:formatCode>
                <c:ptCount val="19"/>
                <c:pt idx="0">
                  <c:v>19.0</c:v>
                </c:pt>
                <c:pt idx="1">
                  <c:v>20.0</c:v>
                </c:pt>
                <c:pt idx="2">
                  <c:v>21.0</c:v>
                </c:pt>
                <c:pt idx="3">
                  <c:v>14.0</c:v>
                </c:pt>
                <c:pt idx="4">
                  <c:v>14.0</c:v>
                </c:pt>
                <c:pt idx="5">
                  <c:v>16.0</c:v>
                </c:pt>
                <c:pt idx="6">
                  <c:v>19.0</c:v>
                </c:pt>
                <c:pt idx="7">
                  <c:v>16.0</c:v>
                </c:pt>
                <c:pt idx="8">
                  <c:v>18.0</c:v>
                </c:pt>
                <c:pt idx="9">
                  <c:v>19.0</c:v>
                </c:pt>
                <c:pt idx="10">
                  <c:v>12.0</c:v>
                </c:pt>
                <c:pt idx="11">
                  <c:v>15.0</c:v>
                </c:pt>
                <c:pt idx="12">
                  <c:v>12.0</c:v>
                </c:pt>
                <c:pt idx="13">
                  <c:v>15.0</c:v>
                </c:pt>
                <c:pt idx="14">
                  <c:v>16.0</c:v>
                </c:pt>
                <c:pt idx="15">
                  <c:v>16.0</c:v>
                </c:pt>
                <c:pt idx="16">
                  <c:v>18.0</c:v>
                </c:pt>
                <c:pt idx="17">
                  <c:v>11.0</c:v>
                </c:pt>
                <c:pt idx="18">
                  <c:v>16.0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Sheet1!$A$2:$A$20</c:f>
              <c:strCache>
                <c:ptCount val="19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</c:strCache>
            </c:strRef>
          </c:cat>
          <c:val>
            <c:numRef>
              <c:f>Sheet1!$F$2:$F$20</c:f>
              <c:numCache>
                <c:formatCode>General</c:formatCode>
                <c:ptCount val="19"/>
                <c:pt idx="0">
                  <c:v>15.0</c:v>
                </c:pt>
                <c:pt idx="1">
                  <c:v>15.0</c:v>
                </c:pt>
                <c:pt idx="2">
                  <c:v>9.0</c:v>
                </c:pt>
                <c:pt idx="3">
                  <c:v>15.0</c:v>
                </c:pt>
                <c:pt idx="4">
                  <c:v>14.0</c:v>
                </c:pt>
                <c:pt idx="5">
                  <c:v>9.0</c:v>
                </c:pt>
                <c:pt idx="6">
                  <c:v>17.0</c:v>
                </c:pt>
                <c:pt idx="7">
                  <c:v>11.0</c:v>
                </c:pt>
                <c:pt idx="8">
                  <c:v>14.0</c:v>
                </c:pt>
                <c:pt idx="9">
                  <c:v>13.0</c:v>
                </c:pt>
                <c:pt idx="10">
                  <c:v>13.0</c:v>
                </c:pt>
                <c:pt idx="11">
                  <c:v>10.0</c:v>
                </c:pt>
                <c:pt idx="12">
                  <c:v>8.0</c:v>
                </c:pt>
                <c:pt idx="13">
                  <c:v>13.0</c:v>
                </c:pt>
                <c:pt idx="14">
                  <c:v>13.0</c:v>
                </c:pt>
                <c:pt idx="15">
                  <c:v>13.0</c:v>
                </c:pt>
                <c:pt idx="16">
                  <c:v>16.0</c:v>
                </c:pt>
                <c:pt idx="17">
                  <c:v>7.0</c:v>
                </c:pt>
                <c:pt idx="18">
                  <c:v>13.0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Sheet1!$A$2:$A$20</c:f>
              <c:strCache>
                <c:ptCount val="19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51.0</c:v>
                </c:pt>
                <c:pt idx="1">
                  <c:v>67.0</c:v>
                </c:pt>
                <c:pt idx="2">
                  <c:v>60.0</c:v>
                </c:pt>
                <c:pt idx="3">
                  <c:v>47.0</c:v>
                </c:pt>
                <c:pt idx="4">
                  <c:v>56.0</c:v>
                </c:pt>
                <c:pt idx="5">
                  <c:v>50.0</c:v>
                </c:pt>
                <c:pt idx="6">
                  <c:v>54.0</c:v>
                </c:pt>
                <c:pt idx="7">
                  <c:v>67.0</c:v>
                </c:pt>
                <c:pt idx="8">
                  <c:v>53.0</c:v>
                </c:pt>
                <c:pt idx="9">
                  <c:v>57.0</c:v>
                </c:pt>
                <c:pt idx="10">
                  <c:v>64.0</c:v>
                </c:pt>
                <c:pt idx="11">
                  <c:v>54.0</c:v>
                </c:pt>
                <c:pt idx="12">
                  <c:v>45.0</c:v>
                </c:pt>
                <c:pt idx="13">
                  <c:v>51.0</c:v>
                </c:pt>
                <c:pt idx="14">
                  <c:v>58.0</c:v>
                </c:pt>
                <c:pt idx="15">
                  <c:v>59.0</c:v>
                </c:pt>
                <c:pt idx="16">
                  <c:v>59.0</c:v>
                </c:pt>
                <c:pt idx="17">
                  <c:v>55.0</c:v>
                </c:pt>
                <c:pt idx="18">
                  <c:v>46.0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Sheet1!$A$2:$A$20</c:f>
              <c:strCache>
                <c:ptCount val="19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</c:strCache>
            </c:strRef>
          </c:cat>
          <c:val>
            <c:numRef>
              <c:f>Sheet1!$C$2:$C$20</c:f>
              <c:numCache>
                <c:formatCode>General</c:formatCode>
                <c:ptCount val="19"/>
                <c:pt idx="0">
                  <c:v>18.0</c:v>
                </c:pt>
                <c:pt idx="1">
                  <c:v>20.0</c:v>
                </c:pt>
                <c:pt idx="2">
                  <c:v>16.0</c:v>
                </c:pt>
                <c:pt idx="3">
                  <c:v>15.0</c:v>
                </c:pt>
                <c:pt idx="4">
                  <c:v>15.0</c:v>
                </c:pt>
                <c:pt idx="5">
                  <c:v>13.0</c:v>
                </c:pt>
                <c:pt idx="6">
                  <c:v>15.0</c:v>
                </c:pt>
                <c:pt idx="7">
                  <c:v>17.0</c:v>
                </c:pt>
                <c:pt idx="8">
                  <c:v>15.0</c:v>
                </c:pt>
                <c:pt idx="9">
                  <c:v>12.0</c:v>
                </c:pt>
                <c:pt idx="10">
                  <c:v>16.0</c:v>
                </c:pt>
                <c:pt idx="11">
                  <c:v>16.0</c:v>
                </c:pt>
                <c:pt idx="12">
                  <c:v>16.0</c:v>
                </c:pt>
                <c:pt idx="13">
                  <c:v>15.0</c:v>
                </c:pt>
                <c:pt idx="14">
                  <c:v>15.0</c:v>
                </c:pt>
                <c:pt idx="15">
                  <c:v>17.0</c:v>
                </c:pt>
                <c:pt idx="16">
                  <c:v>18.0</c:v>
                </c:pt>
                <c:pt idx="17">
                  <c:v>14.0</c:v>
                </c:pt>
                <c:pt idx="18">
                  <c:v>15.0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 1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Sheet1!$A$2:$A$20</c:f>
              <c:strCache>
                <c:ptCount val="19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</c:strCache>
            </c:strRef>
          </c:cat>
          <c:val>
            <c:numRef>
              <c:f>Sheet1!$D$2:$D$20</c:f>
              <c:numCache>
                <c:formatCode>General</c:formatCode>
                <c:ptCount val="19"/>
                <c:pt idx="0">
                  <c:v>11.0</c:v>
                </c:pt>
                <c:pt idx="1">
                  <c:v>16.0</c:v>
                </c:pt>
                <c:pt idx="2">
                  <c:v>14.0</c:v>
                </c:pt>
                <c:pt idx="3">
                  <c:v>12.0</c:v>
                </c:pt>
                <c:pt idx="4">
                  <c:v>13.0</c:v>
                </c:pt>
                <c:pt idx="5">
                  <c:v>14.0</c:v>
                </c:pt>
                <c:pt idx="6">
                  <c:v>15.0</c:v>
                </c:pt>
                <c:pt idx="7">
                  <c:v>18.0</c:v>
                </c:pt>
                <c:pt idx="8">
                  <c:v>16.0</c:v>
                </c:pt>
                <c:pt idx="9">
                  <c:v>14.0</c:v>
                </c:pt>
                <c:pt idx="10">
                  <c:v>17.0</c:v>
                </c:pt>
                <c:pt idx="11">
                  <c:v>14.0</c:v>
                </c:pt>
                <c:pt idx="12">
                  <c:v>13.0</c:v>
                </c:pt>
                <c:pt idx="13">
                  <c:v>13.0</c:v>
                </c:pt>
                <c:pt idx="14">
                  <c:v>18.0</c:v>
                </c:pt>
                <c:pt idx="15">
                  <c:v>15.0</c:v>
                </c:pt>
                <c:pt idx="16">
                  <c:v>14.0</c:v>
                </c:pt>
                <c:pt idx="17">
                  <c:v>16.0</c:v>
                </c:pt>
                <c:pt idx="18">
                  <c:v>12.0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Tengah 2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Sheet1!$A$2:$A$20</c:f>
              <c:strCache>
                <c:ptCount val="19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</c:strCache>
            </c:strRef>
          </c:cat>
          <c:val>
            <c:numRef>
              <c:f>Sheet1!$E$2:$E$20</c:f>
              <c:numCache>
                <c:formatCode>General</c:formatCode>
                <c:ptCount val="19"/>
                <c:pt idx="0">
                  <c:v>15.0</c:v>
                </c:pt>
                <c:pt idx="1">
                  <c:v>14.0</c:v>
                </c:pt>
                <c:pt idx="2">
                  <c:v>20.0</c:v>
                </c:pt>
                <c:pt idx="3">
                  <c:v>15.0</c:v>
                </c:pt>
                <c:pt idx="4">
                  <c:v>12.0</c:v>
                </c:pt>
                <c:pt idx="5">
                  <c:v>12.0</c:v>
                </c:pt>
                <c:pt idx="6">
                  <c:v>12.0</c:v>
                </c:pt>
                <c:pt idx="7">
                  <c:v>18.0</c:v>
                </c:pt>
                <c:pt idx="8">
                  <c:v>13.0</c:v>
                </c:pt>
                <c:pt idx="9">
                  <c:v>19.0</c:v>
                </c:pt>
                <c:pt idx="10">
                  <c:v>19.0</c:v>
                </c:pt>
                <c:pt idx="11">
                  <c:v>15.0</c:v>
                </c:pt>
                <c:pt idx="12">
                  <c:v>11.0</c:v>
                </c:pt>
                <c:pt idx="13">
                  <c:v>14.0</c:v>
                </c:pt>
                <c:pt idx="14">
                  <c:v>12.0</c:v>
                </c:pt>
                <c:pt idx="15">
                  <c:v>15.0</c:v>
                </c:pt>
                <c:pt idx="16">
                  <c:v>17.0</c:v>
                </c:pt>
                <c:pt idx="17">
                  <c:v>17.0</c:v>
                </c:pt>
                <c:pt idx="18">
                  <c:v>10.0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Sheet1!$A$2:$A$20</c:f>
              <c:strCache>
                <c:ptCount val="19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</c:strCache>
            </c:strRef>
          </c:cat>
          <c:val>
            <c:numRef>
              <c:f>Sheet1!$F$2:$F$20</c:f>
              <c:numCache>
                <c:formatCode>General</c:formatCode>
                <c:ptCount val="19"/>
                <c:pt idx="0">
                  <c:v>7.0</c:v>
                </c:pt>
                <c:pt idx="1">
                  <c:v>17.0</c:v>
                </c:pt>
                <c:pt idx="2">
                  <c:v>10.0</c:v>
                </c:pt>
                <c:pt idx="3">
                  <c:v>5.0</c:v>
                </c:pt>
                <c:pt idx="4">
                  <c:v>16.0</c:v>
                </c:pt>
                <c:pt idx="5">
                  <c:v>11.0</c:v>
                </c:pt>
                <c:pt idx="6">
                  <c:v>12.0</c:v>
                </c:pt>
                <c:pt idx="7">
                  <c:v>14.0</c:v>
                </c:pt>
                <c:pt idx="8">
                  <c:v>9.0</c:v>
                </c:pt>
                <c:pt idx="9">
                  <c:v>12.0</c:v>
                </c:pt>
                <c:pt idx="10">
                  <c:v>12.0</c:v>
                </c:pt>
                <c:pt idx="11">
                  <c:v>9.0</c:v>
                </c:pt>
                <c:pt idx="12">
                  <c:v>5.0</c:v>
                </c:pt>
                <c:pt idx="13">
                  <c:v>9.0</c:v>
                </c:pt>
                <c:pt idx="14">
                  <c:v>13.0</c:v>
                </c:pt>
                <c:pt idx="15">
                  <c:v>12.0</c:v>
                </c:pt>
                <c:pt idx="16">
                  <c:v>10.0</c:v>
                </c:pt>
                <c:pt idx="17">
                  <c:v>8.0</c:v>
                </c:pt>
                <c:pt idx="18">
                  <c:v>10.0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01–19 Sep 2026 vs MTD-1 01–19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2.552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2.502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4.435,7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56,4%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1.933,7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2.065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3.541,2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58,3%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1.476,2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4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+0,8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-69,6%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Denpasar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307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70,8%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323,3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75,1%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220,2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48,7%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627,6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51,7%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471,1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53,4%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593,4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56,0%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447,4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53,2%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389,4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49,2%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337,5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92040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85816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Buleleng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157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Gianyar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Badung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85816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Jembrana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Tabanan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-52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Karang Asem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01–19 Sep 2026 vs MTD-1 01–19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351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-1,9%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213   Δ -4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195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-5,8%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207   Δ -12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199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+27,6%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156   Δ 43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4.507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+32,7%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3.397   Δ 1.110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1.426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+57,0%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+54,7%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1.062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1.432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+34,8%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+79,3%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1.178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+61,6%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-32,5%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Denpasar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01–19 Sep 2026 vs MTD-1 01–19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19 / 20 (95,0%)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+18,8% | Turun 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156 / 310 (50,3%)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-11,4% | Turun 101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+500,0%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195 / 351 (55,6%)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-6,7% | Turun 122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6 (83,3%)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37 / 68 (54,4%)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-17,8% | Turun 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47 / 80 (58,8%)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-16,1% | Turun 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46 / 85 (54,1%)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-8,0% | Turun 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54 / 93 (58,1%)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-5,3% | Turun 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33 / 80 (41,2%)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-13,2% | Turun 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46 / 93 (49,5%)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-8,0% | Turun 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+150,0%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40 / 77 (51,9%)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-7,0% | Turun 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48 / 85 (56,5%)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+4,3% | Turun 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132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+4,8%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881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123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+46,4%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201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+528,1%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488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-17,1%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1.825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+0,3%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345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124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634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216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134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443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146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204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471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174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277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 / 20 (20,0%)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-20,0% | Turun 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24 / 310 (7,7%)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-22,6% | Turun 101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+33,3%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+500,0%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48 / 351 (13,7%)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-5,9% | Turun 122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68 (14,7%)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 / 80 (18,8%)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 / 85 (7,1%)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-40,0% | Turun 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13 / 93 (14,0%)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-18,8% | Turun 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6 (33,3%)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 / 80 (3,8%)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 / 93 (12,9%)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5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 / 77 (6,5%)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-28,6% | Turun 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85 (9,4%)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01–19 Sep 2026 vs MTD-1 01–19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01–19 Sep 2026 vs MTD-1 01–19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Denpasar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2.174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2.172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1.820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1.825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2.466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5.170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31.992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4.528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3.351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47.507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5,2%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3.351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336 (10,0%)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1.088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515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191 (37,1%)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655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01–19 Sep 2026 vs MTD-1 01–19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2.546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2.497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2.062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408,3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2.174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2.172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1.820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1.825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347,6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17,5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+44,4%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+219,5%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209 | MoM -1,9%
PS: 195 | MoM -5,8%
• Elite
  RE: 10 | Active 100,0% | MoM 0,0%
  PS: 10 | Active 100,0% | MoM 0,0%
• Performer
  RE: 6 | Active 100,0% | MoM 0,0%
  PS: 6 | Active 100,0% | MoM 0,0%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Junior
  RE: 170 | Active 54,8% | MoM -2,9%
  PS: 156 | Active 50,3% | MoM -8,2%
• Greenfield
  RE: 19 | Active 95,0% | MoM +11,8%
  PS: 19 | Active 95,0% | MoM +18,8%
• Junior Plus
  RE: 4 | Active 80,0% | MoM -20,0%
  PS: 4 | Active 80,0% | MoM -20,0%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Amlapura: PS 0,0%, Gap 0
• Grapari Gatsu Tengah: PS -66,7%, Gap -4
• Grapari Jimbaran: PS +45,5%, Gap 5
• Grapari Kuta: PS +200,0%, Gap 4
• Grapari Negara: PS +100,0%, Gap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Renon: PS 0,0%, Gap 0
• Grapari Singaraja: PS -20,0%, Gap -1
• Grapari Tabanan: PS -16,7%, Gap -1
• Grapari Ubud: PS +100,0%, Gap 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 1: RE -59 (-10,3%), PS -44 (-9,0%)
• Bali Timur: RE 2 (+0,5%), PS -31 (-10,1%)
• Bali Tengah 2: RE -36 (-6,1%), PS -16 (-3,3%)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 2: RE -35 (-37,6%), PS -30 (-39,5%)
• Bali Tengah 1: RE -11 (-16,4%), PS -11 (-21,2%)
• Bali Barat: RE -18 (-47,4%), PS -8 (-42,1%)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Timur: RE 0 (0,0%), PS -3 (-37,5%)
• Bali Barat: RE -4 (-36,4%), PS -2 (-50,0%)
• Bali Tengah 1: RE 1 (+7,7%), PS -1 (-11,1%)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01–19 Sep 2026 vs MTD-1 01–19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2.065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01–19 Sep 2026 vs MTD-1 01–19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130,2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57,5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39,6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27,0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30,5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77,9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58,6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935,0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825,0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270,0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295,0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423,7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408,8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101,7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107,6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117,9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109,0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133,1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125,5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70,9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66,7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01–19 Sep 2026 vs MTD-1 01–19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DIANA TRI ANGGRAINI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Herzza Rahmadhani Duha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ERNA SUSILAWATI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DJULEHA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MOH. AZRILFIAN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PUTRA SANJAYA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HERLINA JULIANTHI EDDY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KETUT TINA ARYANI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GAGUS PUTU SUASA 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Muhammad Khusairi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+141,7%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DJULEHA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IBNU MAULANA MAHENDRA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Herzza Rahmadhani Duha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KETUT TINA ARYANI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+268,8%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DIANA TRI ANGGRAINI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HERLINA JULIANTHI EDDY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MADE RIVAN ANDIKA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GAGUS PUTU SUASA 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PUTU ARIANI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Muhammad Khusairi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01–19 Sep 2026 vs MTD-1 01–19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PUTU SANTIKA PARAMITA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HERI SUSANTO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Andi Setiawan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EKA PANDI ASTAWAN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AI IFA HANIFAH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EMILIA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WAYAN WINDU ADI SUPUTRA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AYU DWI APRILIANI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WYN ARYANITI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Aditya Adhikara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PUTU SANTIKA PARAMITA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HERI SUSANTO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Andi Setiawan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EKA PANDI ASTAWAN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AI IFA HANIFAH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EMILIA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WAYAN WINDU ADI SUPUTRA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AYU DWI APRILIANI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Aditya Adhikara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KUSMIYATI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