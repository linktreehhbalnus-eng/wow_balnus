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213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167   Δ 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3.966   Δ 958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310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195 / 351 (55,6%)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68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80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 / 93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77 (51,9%)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85 (56,5%)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310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 / 351 (13,7%)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80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85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93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80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77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85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409 (12,2%)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225 (43,7%)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209 | MoM -1,9%
PS: 195 | MoM -5,8%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170 | Active 54,8% | MoM -2,9%
  PS: 156 | Active 50,3% | MoM -8,2%
• Greenfield
  RE: 19 | Active 95,0% | MoM +11,8%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+45,5%, Gap 5
• Grapari Kuta: PS +200,0%, Gap 4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-20,0%, Gap -1
• Grapari Tabanan: PS -16,7%, Gap -1
• Grapari Ubud: PS +100,0%,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-59 (-10,3%), PS -44 (-9,0%)
• Bali Timur: RE 2 (+0,5%), PS -31 (-10,1%)
• Bali Tengah 2: RE -36 (-6,1%), PS -16 (-3,3%)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-35 (-37,6%), PS -30 (-39,5%)
• Bali Tengah 1: RE -11 (-16,4%), PS -11 (-21,2%)
• Bali Barat: RE -18 (-47,4%), PS -8 (-42,1%)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0 (0,0%), PS -3 (-37,5%)
• Bali Barat: RE -4 (-36,4%), PS -2 (-50,0%)
• Bali Tengah 1: RE 1 (+7,7%),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