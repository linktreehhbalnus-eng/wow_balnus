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  <c:pt idx="11">
                  <c:v>51.0</c:v>
                </c:pt>
                <c:pt idx="12">
                  <c:v>49.0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  <c:pt idx="10">
                  <c:v>19.0</c:v>
                </c:pt>
                <c:pt idx="11">
                  <c:v>15.0</c:v>
                </c:pt>
                <c:pt idx="12">
                  <c:v>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  <c:pt idx="10">
                  <c:v>20.0</c:v>
                </c:pt>
                <c:pt idx="11">
                  <c:v>12.0</c:v>
                </c:pt>
                <c:pt idx="12">
                  <c:v>13.0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19.0</c:v>
                </c:pt>
                <c:pt idx="10">
                  <c:v>12.0</c:v>
                </c:pt>
                <c:pt idx="11">
                  <c:v>15.0</c:v>
                </c:pt>
                <c:pt idx="12">
                  <c:v>12.0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  <c:pt idx="10">
                  <c:v>13.0</c:v>
                </c:pt>
                <c:pt idx="11">
                  <c:v>10.0</c:v>
                </c:pt>
                <c:pt idx="12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  <c:pt idx="11">
                  <c:v>54.0</c:v>
                </c:pt>
                <c:pt idx="12">
                  <c:v>45.0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  <c:pt idx="10">
                  <c:v>16.0</c:v>
                </c:pt>
                <c:pt idx="11">
                  <c:v>16.0</c:v>
                </c:pt>
                <c:pt idx="12">
                  <c:v>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  <c:pt idx="10">
                  <c:v>17.0</c:v>
                </c:pt>
                <c:pt idx="11">
                  <c:v>14.0</c:v>
                </c:pt>
                <c:pt idx="12">
                  <c:v>13.0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  <c:pt idx="10">
                  <c:v>19.0</c:v>
                </c:pt>
                <c:pt idx="11">
                  <c:v>15.0</c:v>
                </c:pt>
                <c:pt idx="12">
                  <c:v>11.0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12.0</c:v>
                </c:pt>
                <c:pt idx="11">
                  <c:v>9.0</c:v>
                </c:pt>
                <c:pt idx="12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2.687,7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2.088,2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203   Δ -22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197   Δ -29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+21,9%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128   Δ 28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3.365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+36,2%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2.471   Δ 894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1.025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20 (85,0%)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+13,3%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131 / 309 (42,4%)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-20,6% | Turun 94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168 / 350 (48,0%)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-14,7% | Turun 114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6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 / 71 (45,1%)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-25,6%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41 / 83 (49,4%)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-24,1%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 / 85 (42,4%)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-23,4%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 / 93 (47,3%)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-18,5%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 / 80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-8,6%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45 / 93 (48,4%)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-2,2%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 / 73 (42,5%)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-22,5%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81 (46,9%)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-11,6%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+635,0%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360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1.289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 / 309 (5,2%)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94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37 / 350 (10,6%)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-2,6% | Turun 114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71 (11,3%)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+60,0%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83 (15,7%)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+30,0%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85 (3,5%)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93 (10,8%)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80 (1,2%)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-75,0%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93 (7,5%)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-36,4%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73 (5,5%)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81 (8,6%)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1.583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31.994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47.429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221 (6,7%)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828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111 (25,6%)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477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181 | MoM -10,8%
PS: 168 | MoM -14,7%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144 | Active 46,6% | MoM -12,7%
  PS: 131 | Active 42,4% | MoM -18,1%
• Greenfield
  RE: 17 | Active 85,0% | MoM 0,0%
  PS: 17 | Active 85,0% | MoM +6,2%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N/A, Gap 1
• Grapari Gatsu Tengah: PS -75,0%, Gap -3
• Grapari Jimbaran: PS +37,5%, Gap 3
• Grapari Kuta: PS +300,0%, Gap 3
• Grapari Negara: PS +100,0%,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-43,5%, Gap -10
• Grapari Singaraja: PS -25,0%, Gap -1
• Grapari Tabanan: PS 0,0%, Gap 0
• Grapari Ubud: PS +40,0%,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-53 (-12,8%), PS -42 (-11,8%)
• Bali Timur: RE -7 (-2,6%), PS -33 (-14,5%)
• Bali Tengah 2: RE -29 (-6,7%), PS -3 (-0,9%)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-31 (-45,6%), PS -23 (-43,4%)
• Bali Tengah 1: RE -13 (-24,5%), PS -10 (-25,6%)
• Bali Barat: RE -13 (-44,8%), PS -8 (-50,0%)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-1 (-12,5%), PS -4 (-57,1%)
• Bali Barat: RE -5 (-50,0%), PS -2 (-66,7%)
• Bali Tengah 1: RE 1 (+14,3%), PS -1 (-20,0%)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309,3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EMANUEL LAGA TIFAONA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Anansavero asfhi riihan 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AYU MADE SUDIASIH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Linda Ariyani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EMANUEL LAGA TIFAONA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Linda Ariyani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CHANDRA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AMMAR DANI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Elgard Adrian Tirta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