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203   Δ -22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197   Δ -29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+26,7%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120   Δ 32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3.301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+50,1%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2.199   Δ 1.102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309 (42,4%)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-20,6%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168 / 350 (48,0%)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-14,7% | Turun 114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71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83 (49,4%)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85 (42,4%)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93 (47,3%)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80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93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73 (42,5%)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81 (46,9%)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309 (5,2%)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350 (10,6%)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 | Turun 114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71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83 (15,7%)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85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93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80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93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73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221 (6,7%)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111 (25,6%)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181 | MoM -10,8%
PS: 168 | MoM -14,7%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144 | Active 46,6% | MoM -12,7%
  PS: 131 | Active 42,4% | MoM -18,1%
• Greenfield
  RE: 17 | Active 85,0% | MoM 0,0%
  PS: 17 | Active 85,0% | MoM +6,2%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N/A, Gap 1
• Grapari Gatsu Tengah: PS -75,0%, Gap -3
• Grapari Jimbaran: PS +37,5%, Gap 3
• Grapari Kuta: PS +300,0%,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-43,5%, Gap -10
• Grapari Singaraja: PS -25,0%, Gap -1
• Grapari Tabanan: PS 0,0%, Gap 0
• Grapari Ubud: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-54 (-13,0%), PS -42 (-11,8%)
• Bali Timur: RE -7 (-2,6%), PS -33 (-14,5%)
• Bali Tengah 2: RE -29 (-6,7%), PS -3 (-0,9%)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-31 (-45,6%), PS -23 (-43,4%)
• Bali Tengah 1: RE -13 (-24,5%), PS -10 (-25,6%)
• Bali Barat: RE -13 (-44,8%), PS -8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(-12,5%), PS -4 (-57,1%)
• Bali Barat: RE -5 (-50,0%), PS -2 (-66,7%)
• Bali Tengah 1: RE 1 (+14,3%),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CHANDRA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