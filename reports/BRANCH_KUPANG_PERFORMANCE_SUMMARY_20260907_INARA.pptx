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1.619,8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1.344,2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74   Δ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71   Δ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-28,1%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57   Δ -16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-33,7%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1.051   Δ -354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32 (7,5%)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21 (14,0%)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ANUGERAH MELKISEDEK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NICO ADRIAN RAMA AWANG MANSOPU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RAHMAHWATI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