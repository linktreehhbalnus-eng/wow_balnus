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1.345,2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74   Δ 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71   Δ 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57   Δ -16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-33,7%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1.051   Δ -354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103 (24,1%)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503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125 (86,2%)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384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ANUGERAH MELKISEDEK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