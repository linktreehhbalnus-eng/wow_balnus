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1.051   Δ -354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101 (23,6%)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125 (86,2%)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