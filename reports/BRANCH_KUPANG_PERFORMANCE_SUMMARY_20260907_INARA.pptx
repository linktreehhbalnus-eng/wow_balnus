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1.619,8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1.344,2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1.364,5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+14,9%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74   Δ 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+15,5%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71   Δ 11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687386"/>
                </a:solidFill>
                <a:latin typeface="Arial"/>
              </a:rPr>
              <a:t>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89   Δ 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3.831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687386"/>
                </a:solidFill>
                <a:latin typeface="Arial"/>
              </a:rPr>
              <a:t>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3.831   Δ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3.223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3.223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95 (22,2%)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387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116 (77,3%)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356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ANUGERAH MELKISEDEK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NICO ADRIAN RAMA AWANG MANSOPU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RAHMAHWATI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RICHARDUS YOHANES MOENSAKU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