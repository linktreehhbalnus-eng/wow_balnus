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16.0</c:v>
                </c:pt>
                <c:pt idx="1">
                  <c:v>18.0</c:v>
                </c:pt>
                <c:pt idx="2">
                  <c:v>12.0</c:v>
                </c:pt>
                <c:pt idx="3">
                  <c:v>9.0</c:v>
                </c:pt>
                <c:pt idx="4">
                  <c:v>27.0</c:v>
                </c:pt>
                <c:pt idx="5">
                  <c:v>29.0</c:v>
                </c:pt>
                <c:pt idx="6">
                  <c:v>29.0</c:v>
                </c:pt>
                <c:pt idx="7">
                  <c:v>26.0</c:v>
                </c:pt>
                <c:pt idx="8">
                  <c:v>21.0</c:v>
                </c:pt>
                <c:pt idx="9">
                  <c:v>17.0</c:v>
                </c:pt>
                <c:pt idx="10">
                  <c:v>9.0</c:v>
                </c:pt>
                <c:pt idx="11">
                  <c:v>17.0</c:v>
                </c:pt>
                <c:pt idx="12">
                  <c:v>24.0</c:v>
                </c:pt>
                <c:pt idx="13">
                  <c:v>23.0</c:v>
                </c:pt>
                <c:pt idx="14">
                  <c:v>27.0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13.0</c:v>
                </c:pt>
                <c:pt idx="1">
                  <c:v>13.0</c:v>
                </c:pt>
                <c:pt idx="2">
                  <c:v>10.0</c:v>
                </c:pt>
                <c:pt idx="3">
                  <c:v>13.0</c:v>
                </c:pt>
                <c:pt idx="4">
                  <c:v>18.0</c:v>
                </c:pt>
                <c:pt idx="5">
                  <c:v>20.0</c:v>
                </c:pt>
                <c:pt idx="6">
                  <c:v>23.0</c:v>
                </c:pt>
                <c:pt idx="7">
                  <c:v>21.0</c:v>
                </c:pt>
                <c:pt idx="8">
                  <c:v>18.0</c:v>
                </c:pt>
                <c:pt idx="9">
                  <c:v>16.0</c:v>
                </c:pt>
                <c:pt idx="10">
                  <c:v>8.0</c:v>
                </c:pt>
                <c:pt idx="11">
                  <c:v>16.0</c:v>
                </c:pt>
                <c:pt idx="12">
                  <c:v>20.0</c:v>
                </c:pt>
                <c:pt idx="13">
                  <c:v>17.0</c:v>
                </c:pt>
                <c:pt idx="14">
                  <c:v>23.0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-611,0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-460,0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100   Δ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88   Δ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3.542   Δ -936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2.934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139 (63,3%)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 | Turun 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 / 152 (65,8%)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+3,1% | Turun 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109 (67,9%)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 / 120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+6,3%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30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 / 32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139 (4,3%)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152 (5,3%)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109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120 (4,2%)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2.407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(27,6%)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131 (82,9%)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105 | MoM +5,0%
PS: 100 | MoM +2,0%
• Junior
  RE: 93 | Active 66,9% | MoM +4,5%
  PS: 88 | Active 63,3%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+33,3%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-50,0%, Gap -1
• Grapari Kefamenanu: PS -57,1%, Gap -4
• Grapari Kupang: PS -28,6%,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-50,0%, Gap -1
• Grapari Soe: PS 0,0%, Gap 0
• Grapari Waikabubak: PS +150,0%,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-9 (-7,4%), PS -18 (-16,4%)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 (-22,2%), PS -4 (-80,0%)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-2 (-40,0%), PS -3 (-75,0%)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Evan elison selan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YOHANIS GLORIA INRIJAYA DIRU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