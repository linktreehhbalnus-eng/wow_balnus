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64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1.814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2.238   Δ -424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81 (32,7%)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57 (70,4%)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