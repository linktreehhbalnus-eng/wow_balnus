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21/08</c:v>
                </c:pt>
                <c:pt idx="1">
                  <c:v>22/08</c:v>
                </c:pt>
                <c:pt idx="2">
                  <c:v>23/08</c:v>
                </c:pt>
                <c:pt idx="3">
                  <c:v>24/08</c:v>
                </c:pt>
                <c:pt idx="4">
                  <c:v>25/08</c:v>
                </c:pt>
                <c:pt idx="5">
                  <c:v>26/08</c:v>
                </c:pt>
                <c:pt idx="6">
                  <c:v>27/08</c:v>
                </c:pt>
                <c:pt idx="7">
                  <c:v>28/08</c:v>
                </c:pt>
                <c:pt idx="8">
                  <c:v>29/08</c:v>
                </c:pt>
                <c:pt idx="9">
                  <c:v>30/08</c:v>
                </c:pt>
                <c:pt idx="10">
                  <c:v>31/08</c:v>
                </c:pt>
                <c:pt idx="11">
                  <c:v>01/09</c:v>
                </c:pt>
                <c:pt idx="12">
                  <c:v>02/09</c:v>
                </c:pt>
                <c:pt idx="13">
                  <c:v>03/09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358.0</c:v>
                </c:pt>
                <c:pt idx="1">
                  <c:v>316.0</c:v>
                </c:pt>
                <c:pt idx="2">
                  <c:v>211.0</c:v>
                </c:pt>
                <c:pt idx="3">
                  <c:v>343.0</c:v>
                </c:pt>
                <c:pt idx="4">
                  <c:v>296.0</c:v>
                </c:pt>
                <c:pt idx="5">
                  <c:v>348.0</c:v>
                </c:pt>
                <c:pt idx="6">
                  <c:v>307.0</c:v>
                </c:pt>
                <c:pt idx="7">
                  <c:v>339.0</c:v>
                </c:pt>
                <c:pt idx="8">
                  <c:v>270.0</c:v>
                </c:pt>
                <c:pt idx="9">
                  <c:v>203.0</c:v>
                </c:pt>
                <c:pt idx="10">
                  <c:v>311.0</c:v>
                </c:pt>
                <c:pt idx="11">
                  <c:v>407.0</c:v>
                </c:pt>
                <c:pt idx="12">
                  <c:v>359.0</c:v>
                </c:pt>
                <c:pt idx="13">
                  <c:v>333.0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21/08</c:v>
                </c:pt>
                <c:pt idx="1">
                  <c:v>22/08</c:v>
                </c:pt>
                <c:pt idx="2">
                  <c:v>23/08</c:v>
                </c:pt>
                <c:pt idx="3">
                  <c:v>24/08</c:v>
                </c:pt>
                <c:pt idx="4">
                  <c:v>25/08</c:v>
                </c:pt>
                <c:pt idx="5">
                  <c:v>26/08</c:v>
                </c:pt>
                <c:pt idx="6">
                  <c:v>27/08</c:v>
                </c:pt>
                <c:pt idx="7">
                  <c:v>28/08</c:v>
                </c:pt>
                <c:pt idx="8">
                  <c:v>29/08</c:v>
                </c:pt>
                <c:pt idx="9">
                  <c:v>30/08</c:v>
                </c:pt>
                <c:pt idx="10">
                  <c:v>31/08</c:v>
                </c:pt>
                <c:pt idx="11">
                  <c:v>01/09</c:v>
                </c:pt>
                <c:pt idx="12">
                  <c:v>02/09</c:v>
                </c:pt>
                <c:pt idx="13">
                  <c:v>03/09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271.0</c:v>
                </c:pt>
                <c:pt idx="1">
                  <c:v>256.0</c:v>
                </c:pt>
                <c:pt idx="2">
                  <c:v>197.0</c:v>
                </c:pt>
                <c:pt idx="3">
                  <c:v>266.0</c:v>
                </c:pt>
                <c:pt idx="4">
                  <c:v>228.0</c:v>
                </c:pt>
                <c:pt idx="5">
                  <c:v>230.0</c:v>
                </c:pt>
                <c:pt idx="6">
                  <c:v>298.0</c:v>
                </c:pt>
                <c:pt idx="7">
                  <c:v>255.0</c:v>
                </c:pt>
                <c:pt idx="8">
                  <c:v>238.0</c:v>
                </c:pt>
                <c:pt idx="9">
                  <c:v>142.0</c:v>
                </c:pt>
                <c:pt idx="10">
                  <c:v>250.0</c:v>
                </c:pt>
                <c:pt idx="11">
                  <c:v>271.0</c:v>
                </c:pt>
                <c:pt idx="12">
                  <c:v>315.0</c:v>
                </c:pt>
                <c:pt idx="13">
                  <c:v>270.0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+16,8% &amp; PS +30,9% MoM — Achievement Mencapai 9,8% (RE) / 9,3%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Melemah, PS Menguat pada 3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01–03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(+64,4%), Denpasar Terdalam (+19,2%)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+64,4%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(+107,1%), Bali Tengah 1 Terdalam (-6,5%)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(+50), Lombok Tengah Tumbuh Tertinggi (+350,0%)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+106, Bottom 5 -17, dan perubahan PS regional +202.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(+165,0%), 50 Mbps Turun Terdalam (-27,2%)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+11,0%, Aktivitas DJP +354,6%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5.438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83.173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5.438
Dikunjungi: 1.265 (23,3%)
Visit DJP: 4.089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1.112
Dikunjungi: 858 (77,2%)
Visit DJP: 2.979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PURNAMA RAYA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WILDAN FADILAH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Ania Amalia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Siska wulandari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Florianus Antus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KETUT TINA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RIZUL FAHMI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SYAFRUDIN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Ketut wijana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 SUBANDRI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anggun yuliandi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 SURATMAN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FRANSISKUS NDAGANG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Aprillinda Wulandary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IRUL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 ARNOP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 ADRIAN RAMA AWANG MANSOPU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DEWI SRI WULAN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ANIS MARIATUL KIPTIAN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IDHAR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Ipradictus Fransis Adipapa Blegur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RAFIKI ABDURAHMAN PUA JENDO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MARLINA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01–03 Sep 2026 vs MTD-1 01–03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01–03 Sep 2026 vs MTD-1 01–03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01–03 Sep 2026 vs MTD-1 01–03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