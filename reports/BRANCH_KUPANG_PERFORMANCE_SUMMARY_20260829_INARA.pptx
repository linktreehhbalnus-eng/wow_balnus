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Aug 2026 vs MTD-1 01–29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Aug 2026 vs MTD-1 01–29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104   Δ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102   Δ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84   Δ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3.408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-26,6%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4.640   Δ -1.232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3.944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Aug 2026 vs MTD-1 01–29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1.044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6.861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93 (21,9%)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358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109 (76,2%)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