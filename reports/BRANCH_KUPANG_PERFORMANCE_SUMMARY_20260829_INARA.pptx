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3.408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4.640   Δ -1.232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93 (21,9%)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358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(76,2%)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