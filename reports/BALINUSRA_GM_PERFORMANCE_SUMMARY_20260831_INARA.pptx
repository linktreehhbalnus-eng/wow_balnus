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297.0</c:v>
                </c:pt>
                <c:pt idx="2">
                  <c:v>303.0</c:v>
                </c:pt>
                <c:pt idx="3">
                  <c:v>358.0</c:v>
                </c:pt>
                <c:pt idx="4">
                  <c:v>316.0</c:v>
                </c:pt>
                <c:pt idx="5">
                  <c:v>211.0</c:v>
                </c:pt>
                <c:pt idx="6">
                  <c:v>343.0</c:v>
                </c:pt>
                <c:pt idx="7">
                  <c:v>296.0</c:v>
                </c:pt>
                <c:pt idx="8">
                  <c:v>348.0</c:v>
                </c:pt>
                <c:pt idx="9">
                  <c:v>307.0</c:v>
                </c:pt>
                <c:pt idx="10">
                  <c:v>339.0</c:v>
                </c:pt>
                <c:pt idx="11">
                  <c:v>270.0</c:v>
                </c:pt>
                <c:pt idx="12">
                  <c:v>203.0</c:v>
                </c:pt>
                <c:pt idx="13">
                  <c:v>311.0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268.0</c:v>
                </c:pt>
                <c:pt idx="2">
                  <c:v>231.0</c:v>
                </c:pt>
                <c:pt idx="3">
                  <c:v>271.0</c:v>
                </c:pt>
                <c:pt idx="4">
                  <c:v>256.0</c:v>
                </c:pt>
                <c:pt idx="5">
                  <c:v>197.0</c:v>
                </c:pt>
                <c:pt idx="6">
                  <c:v>266.0</c:v>
                </c:pt>
                <c:pt idx="7">
                  <c:v>228.0</c:v>
                </c:pt>
                <c:pt idx="8">
                  <c:v>230.0</c:v>
                </c:pt>
                <c:pt idx="9">
                  <c:v>298.0</c:v>
                </c:pt>
                <c:pt idx="10">
                  <c:v>255.0</c:v>
                </c:pt>
                <c:pt idx="11">
                  <c:v>238.0</c:v>
                </c:pt>
                <c:pt idx="12">
                  <c:v>142.0</c:v>
                </c:pt>
                <c:pt idx="13">
                  <c:v>250.0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-1,1% &amp; PS -2,0% MoM — Achievement Mencapai 78,4% (RE) / 75,0%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31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01–31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(+7,2%), Kupang Terdalam (-13,7%)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(+13,0%), Kupang Rote - Malaka Timtim Belu Terdalam (-14,2%)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(+110), Lombok Tengah Tumbuh Tertinggi (+96,5%)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+260, Bottom 5 -267, dan perubahan PS regional -152.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(+61,7%),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+7,9%, Aktivitas DJP -5,0%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5.450
Dikunjungi: 1.362 (25,0%)
Visit DJP: 7.186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1.067
Dikunjungi: 883 (82,8%)
Visit DJP: 5.070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pebri wirianta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Arini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 MEGAWATI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