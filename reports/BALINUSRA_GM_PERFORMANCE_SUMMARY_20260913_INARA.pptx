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31/08</c:v>
                </c:pt>
                <c:pt idx="1">
                  <c:v>01/09</c:v>
                </c:pt>
                <c:pt idx="2">
                  <c:v>02/09</c:v>
                </c:pt>
                <c:pt idx="3">
                  <c:v>03/09</c:v>
                </c:pt>
                <c:pt idx="4">
                  <c:v>04/09</c:v>
                </c:pt>
                <c:pt idx="5">
                  <c:v>05/09</c:v>
                </c:pt>
                <c:pt idx="6">
                  <c:v>06/09</c:v>
                </c:pt>
                <c:pt idx="7">
                  <c:v>07/09</c:v>
                </c:pt>
                <c:pt idx="8">
                  <c:v>08/09</c:v>
                </c:pt>
                <c:pt idx="9">
                  <c:v>09/09</c:v>
                </c:pt>
                <c:pt idx="10">
                  <c:v>10/09</c:v>
                </c:pt>
                <c:pt idx="11">
                  <c:v>11/09</c:v>
                </c:pt>
                <c:pt idx="12">
                  <c:v>12/09</c:v>
                </c:pt>
                <c:pt idx="13">
                  <c:v>13/09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346.0</c:v>
                </c:pt>
                <c:pt idx="1">
                  <c:v>407.0</c:v>
                </c:pt>
                <c:pt idx="2">
                  <c:v>359.0</c:v>
                </c:pt>
                <c:pt idx="3">
                  <c:v>334.0</c:v>
                </c:pt>
                <c:pt idx="4">
                  <c:v>324.0</c:v>
                </c:pt>
                <c:pt idx="5">
                  <c:v>279.0</c:v>
                </c:pt>
                <c:pt idx="6">
                  <c:v>198.0</c:v>
                </c:pt>
                <c:pt idx="7">
                  <c:v>362.0</c:v>
                </c:pt>
                <c:pt idx="8">
                  <c:v>351.0</c:v>
                </c:pt>
                <c:pt idx="9">
                  <c:v>315.0</c:v>
                </c:pt>
                <c:pt idx="10">
                  <c:v>313.0</c:v>
                </c:pt>
                <c:pt idx="11">
                  <c:v>318.0</c:v>
                </c:pt>
                <c:pt idx="12">
                  <c:v>254.0</c:v>
                </c:pt>
                <c:pt idx="13">
                  <c:v>168.0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31/08</c:v>
                </c:pt>
                <c:pt idx="1">
                  <c:v>01/09</c:v>
                </c:pt>
                <c:pt idx="2">
                  <c:v>02/09</c:v>
                </c:pt>
                <c:pt idx="3">
                  <c:v>03/09</c:v>
                </c:pt>
                <c:pt idx="4">
                  <c:v>04/09</c:v>
                </c:pt>
                <c:pt idx="5">
                  <c:v>05/09</c:v>
                </c:pt>
                <c:pt idx="6">
                  <c:v>06/09</c:v>
                </c:pt>
                <c:pt idx="7">
                  <c:v>07/09</c:v>
                </c:pt>
                <c:pt idx="8">
                  <c:v>08/09</c:v>
                </c:pt>
                <c:pt idx="9">
                  <c:v>09/09</c:v>
                </c:pt>
                <c:pt idx="10">
                  <c:v>10/09</c:v>
                </c:pt>
                <c:pt idx="11">
                  <c:v>11/09</c:v>
                </c:pt>
                <c:pt idx="12">
                  <c:v>12/09</c:v>
                </c:pt>
                <c:pt idx="13">
                  <c:v>13/09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257.0</c:v>
                </c:pt>
                <c:pt idx="1">
                  <c:v>271.0</c:v>
                </c:pt>
                <c:pt idx="2">
                  <c:v>315.0</c:v>
                </c:pt>
                <c:pt idx="3">
                  <c:v>270.0</c:v>
                </c:pt>
                <c:pt idx="4">
                  <c:v>255.0</c:v>
                </c:pt>
                <c:pt idx="5">
                  <c:v>185.0</c:v>
                </c:pt>
                <c:pt idx="6">
                  <c:v>159.0</c:v>
                </c:pt>
                <c:pt idx="7">
                  <c:v>256.0</c:v>
                </c:pt>
                <c:pt idx="8">
                  <c:v>285.0</c:v>
                </c:pt>
                <c:pt idx="9">
                  <c:v>266.0</c:v>
                </c:pt>
                <c:pt idx="10">
                  <c:v>237.0</c:v>
                </c:pt>
                <c:pt idx="11">
                  <c:v>258.0</c:v>
                </c:pt>
                <c:pt idx="12">
                  <c:v>191.0</c:v>
                </c:pt>
                <c:pt idx="13">
                  <c:v>151.0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-0,4% &amp; PS -3,6% MoM — Achievement Mencapai 39,1% (RE) / 38,1%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13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(+1,0%), Flores Terdalam (-7,4%)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(+16,3%), Bali Tengah 1 Terdalam (-13,9%)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(+99), Buleleng Tumbuh Tertinggi (+60,7%)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+172, Bottom 5 -200, dan perubahan PS regional -117.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(+101,9%), TSEL One &gt;30 Mbps Turun Terdalam (-66,0%)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-3,1%, Aktivitas DJP +8,9%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5.442
Dikunjungi: 667 (12,3%)
Visit DJP: 1.772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1.188
Dikunjungi: 524 (44,1%)
Visit DJP: 1.535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3.216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530 | MoM -0,4%
PS: 499 | MoM -3,1%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443 | Active 57,6% | MoM -1,3%
  PS: 414 | Active 53,8% | MoM -4,4%
• Greenfield
  RE: 51 | Active 87,9% | MoM +10,9%
  PS: 49 | Active 84,5% | MoM +8,9%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-5,8%, Gap -3
• Flores: PS -30,3%, Gap -23
• Kupang: PS +4,8%, Gap +1
• Mataram: PS -10,8%,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Maluk (Mataram): -100,0%, Gap -1
• Grapari Gatsu Tengah (Denpasar): -75,0%, Gap -3
• Grapari Larantuka (Flores): -60,0%, Gap -3
• Grapari Labuan Bajo (Flores): -50,0%, Gap -8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-54 (-13,0%), PS -42 (-11,8%)
• Kupang Rote - Malaka Timtim Belu: RE -38 (-11,1%), PS -34 (-11,3%)
• Bali Timur: RE -7 (-2,6%), PS -33 (-14,5%)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-31 (-45,6%), PS -23 (-43,4%)
• Bali Tengah 1: RE -13 (-24,5%), PS -10 (-25,6%)
• Bali Barat: RE -13 (-44,8%), PS -8 (-50,0%)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(-12,5%), PS -4 (-57,1%)
• Kupang Rote - Malaka Timtim Belu: RE -8 (-40,0%), PS -4 (-44,4%)
• Bali Barat: RE -5 (-50,0%), PS -2 (-66,7%)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309 (42,4%)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-20,6%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 / 350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 / 135 (50,4%)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149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9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114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127 (74,0%)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+3,3%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211 (61,6%)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155 / 238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+11,4%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414 / 769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235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500 / 891 (56,1%)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+755,0%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309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350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13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135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149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114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127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211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238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58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 / 769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235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-21,4%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 / 891 (8,2%)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