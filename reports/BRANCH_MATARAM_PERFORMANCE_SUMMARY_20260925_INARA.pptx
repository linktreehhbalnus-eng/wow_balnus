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  <c:pt idx="17">
                  <c:v>54.0</c:v>
                </c:pt>
                <c:pt idx="18">
                  <c:v>55.0</c:v>
                </c:pt>
                <c:pt idx="19">
                  <c:v>37.0</c:v>
                </c:pt>
                <c:pt idx="20">
                  <c:v>63.0</c:v>
                </c:pt>
                <c:pt idx="21">
                  <c:v>51.0</c:v>
                </c:pt>
                <c:pt idx="22">
                  <c:v>50.0</c:v>
                </c:pt>
                <c:pt idx="23">
                  <c:v>53.0</c:v>
                </c:pt>
                <c:pt idx="24">
                  <c:v>54.0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  <c:pt idx="16">
                  <c:v>29.0</c:v>
                </c:pt>
                <c:pt idx="17">
                  <c:v>30.0</c:v>
                </c:pt>
                <c:pt idx="18">
                  <c:v>31.0</c:v>
                </c:pt>
                <c:pt idx="19">
                  <c:v>22.0</c:v>
                </c:pt>
                <c:pt idx="20">
                  <c:v>30.0</c:v>
                </c:pt>
                <c:pt idx="21">
                  <c:v>28.0</c:v>
                </c:pt>
                <c:pt idx="22">
                  <c:v>30.0</c:v>
                </c:pt>
                <c:pt idx="23">
                  <c:v>35.0</c:v>
                </c:pt>
                <c:pt idx="24">
                  <c:v>30.0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  <c:pt idx="16">
                  <c:v>20.0</c:v>
                </c:pt>
                <c:pt idx="17">
                  <c:v>24.0</c:v>
                </c:pt>
                <c:pt idx="18">
                  <c:v>24.0</c:v>
                </c:pt>
                <c:pt idx="19">
                  <c:v>15.0</c:v>
                </c:pt>
                <c:pt idx="20">
                  <c:v>33.0</c:v>
                </c:pt>
                <c:pt idx="21">
                  <c:v>23.0</c:v>
                </c:pt>
                <c:pt idx="22">
                  <c:v>20.0</c:v>
                </c:pt>
                <c:pt idx="23">
                  <c:v>18.0</c:v>
                </c:pt>
                <c:pt idx="24">
                  <c:v>24.0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  <c:pt idx="17">
                  <c:v>41.0</c:v>
                </c:pt>
                <c:pt idx="18">
                  <c:v>45.0</c:v>
                </c:pt>
                <c:pt idx="19">
                  <c:v>32.0</c:v>
                </c:pt>
                <c:pt idx="20">
                  <c:v>56.0</c:v>
                </c:pt>
                <c:pt idx="21">
                  <c:v>50.0</c:v>
                </c:pt>
                <c:pt idx="22">
                  <c:v>42.0</c:v>
                </c:pt>
                <c:pt idx="23">
                  <c:v>48.0</c:v>
                </c:pt>
                <c:pt idx="24">
                  <c:v>45.0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  <c:pt idx="16">
                  <c:v>29.0</c:v>
                </c:pt>
                <c:pt idx="17">
                  <c:v>25.0</c:v>
                </c:pt>
                <c:pt idx="18">
                  <c:v>26.0</c:v>
                </c:pt>
                <c:pt idx="19">
                  <c:v>20.0</c:v>
                </c:pt>
                <c:pt idx="20">
                  <c:v>32.0</c:v>
                </c:pt>
                <c:pt idx="21">
                  <c:v>25.0</c:v>
                </c:pt>
                <c:pt idx="22">
                  <c:v>26.0</c:v>
                </c:pt>
                <c:pt idx="23">
                  <c:v>26.0</c:v>
                </c:pt>
                <c:pt idx="24">
                  <c:v>26.0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  <c:pt idx="16">
                  <c:v>17.0</c:v>
                </c:pt>
                <c:pt idx="17">
                  <c:v>16.0</c:v>
                </c:pt>
                <c:pt idx="18">
                  <c:v>19.0</c:v>
                </c:pt>
                <c:pt idx="19">
                  <c:v>12.0</c:v>
                </c:pt>
                <c:pt idx="20">
                  <c:v>24.0</c:v>
                </c:pt>
                <c:pt idx="21">
                  <c:v>25.0</c:v>
                </c:pt>
                <c:pt idx="22">
                  <c:v>16.0</c:v>
                </c:pt>
                <c:pt idx="23">
                  <c:v>22.0</c:v>
                </c:pt>
                <c:pt idx="24">
                  <c:v>19.0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186   Δ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179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+16,6%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163   Δ 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4.369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5.006   Δ -637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1.981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3.025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163 / 213 (76,5%)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+3,2% | Turun 69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189 / 240 (78,8%)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+5,0% | Turun 81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11 (90,9%)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99 / 131 (75,6%)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+6,5% | Turun 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115 / 148 (77,7%)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+8,5% | Turun 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 / 82 (78,0%)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-1,5%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 / 92 (80,4%)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1.068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1.501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16 (31,2%)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34 / 213 (16,0%)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-5,6% | Turun 69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50 / 240 (20,8%)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-2,0% | Turun 81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11 (36,4%)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 / 131 (16,8%)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 | Turun 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 / 148 (21,6%)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+3,2% | Turun 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82 (14,6%)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92 (19,6%)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1.903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2.994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425 (30,8%)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1.015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439 (82,8%)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1.359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439,9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196 | MoM +5,4%
PS: 189 | MoM +5,6%
• Performer
  RE: 1 | Active 100,0% | MoM 0,0%
  PS: 1 | Active 100,0% | MoM 0,0%
• Junior
  RE: 169 | Active 79,3% | MoM +5,6%
  PS: 163 | Active 76,5% | MoM +6,5%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16 | Active 100,0% | MoM +6,7%
  PS: 15 | Active 93,8% | MoM 0,0%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+5,7%, Gap 2
• Grapari Dompu: PS +12,5%, Gap 1
• Grapari Lombok Timur: PS 0,0%, Gap 0
• Grapari Lombok Utara: PS -50,0%,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-66,7%, Gap -2
• Grapari Mataram: PS -17,3%, Gap -9
• Grapari Sumbawa: PS +50,0%, Gap 3
• Grapari Taliwang: PS +16,7%,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-1 (-3,4%), PS -3 (-27,3%)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-4 (-57,1%),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439,9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Wahyu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SAPUTRA WIJAYA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GEORANO INDRIANTO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Sep 2026 vs MTD-1 01–25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SAIRIN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Nizma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SOPIAN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Sofyan ali alkodri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