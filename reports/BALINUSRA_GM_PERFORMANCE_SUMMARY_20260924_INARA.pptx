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11/09</c:v>
                </c:pt>
                <c:pt idx="1">
                  <c:v>12/09</c:v>
                </c:pt>
                <c:pt idx="2">
                  <c:v>13/09</c:v>
                </c:pt>
                <c:pt idx="3">
                  <c:v>14/09</c:v>
                </c:pt>
                <c:pt idx="4">
                  <c:v>15/09</c:v>
                </c:pt>
                <c:pt idx="5">
                  <c:v>16/09</c:v>
                </c:pt>
                <c:pt idx="6">
                  <c:v>17/09</c:v>
                </c:pt>
                <c:pt idx="7">
                  <c:v>18/09</c:v>
                </c:pt>
                <c:pt idx="8">
                  <c:v>19/09</c:v>
                </c:pt>
                <c:pt idx="9">
                  <c:v>20/09</c:v>
                </c:pt>
                <c:pt idx="10">
                  <c:v>21/09</c:v>
                </c:pt>
                <c:pt idx="11">
                  <c:v>22/09</c:v>
                </c:pt>
                <c:pt idx="12">
                  <c:v>23/09</c:v>
                </c:pt>
                <c:pt idx="13">
                  <c:v>24/09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319.0</c:v>
                </c:pt>
                <c:pt idx="1">
                  <c:v>254.0</c:v>
                </c:pt>
                <c:pt idx="2">
                  <c:v>169.0</c:v>
                </c:pt>
                <c:pt idx="3">
                  <c:v>339.0</c:v>
                </c:pt>
                <c:pt idx="4">
                  <c:v>320.0</c:v>
                </c:pt>
                <c:pt idx="5">
                  <c:v>322.0</c:v>
                </c:pt>
                <c:pt idx="6">
                  <c:v>334.0</c:v>
                </c:pt>
                <c:pt idx="7">
                  <c:v>305.0</c:v>
                </c:pt>
                <c:pt idx="8">
                  <c:v>267.0</c:v>
                </c:pt>
                <c:pt idx="9">
                  <c:v>193.0</c:v>
                </c:pt>
                <c:pt idx="10">
                  <c:v>378.0</c:v>
                </c:pt>
                <c:pt idx="11">
                  <c:v>316.0</c:v>
                </c:pt>
                <c:pt idx="12">
                  <c:v>299.0</c:v>
                </c:pt>
                <c:pt idx="13">
                  <c:v>309.0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11/09</c:v>
                </c:pt>
                <c:pt idx="1">
                  <c:v>12/09</c:v>
                </c:pt>
                <c:pt idx="2">
                  <c:v>13/09</c:v>
                </c:pt>
                <c:pt idx="3">
                  <c:v>14/09</c:v>
                </c:pt>
                <c:pt idx="4">
                  <c:v>15/09</c:v>
                </c:pt>
                <c:pt idx="5">
                  <c:v>16/09</c:v>
                </c:pt>
                <c:pt idx="6">
                  <c:v>17/09</c:v>
                </c:pt>
                <c:pt idx="7">
                  <c:v>18/09</c:v>
                </c:pt>
                <c:pt idx="8">
                  <c:v>19/09</c:v>
                </c:pt>
                <c:pt idx="9">
                  <c:v>20/09</c:v>
                </c:pt>
                <c:pt idx="10">
                  <c:v>21/09</c:v>
                </c:pt>
                <c:pt idx="11">
                  <c:v>22/09</c:v>
                </c:pt>
                <c:pt idx="12">
                  <c:v>23/09</c:v>
                </c:pt>
                <c:pt idx="13">
                  <c:v>24/09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258.0</c:v>
                </c:pt>
                <c:pt idx="1">
                  <c:v>191.0</c:v>
                </c:pt>
                <c:pt idx="2">
                  <c:v>151.0</c:v>
                </c:pt>
                <c:pt idx="3">
                  <c:v>266.0</c:v>
                </c:pt>
                <c:pt idx="4">
                  <c:v>271.0</c:v>
                </c:pt>
                <c:pt idx="5">
                  <c:v>266.0</c:v>
                </c:pt>
                <c:pt idx="6">
                  <c:v>261.0</c:v>
                </c:pt>
                <c:pt idx="7">
                  <c:v>242.0</c:v>
                </c:pt>
                <c:pt idx="8">
                  <c:v>209.0</c:v>
                </c:pt>
                <c:pt idx="9">
                  <c:v>177.0</c:v>
                </c:pt>
                <c:pt idx="10">
                  <c:v>269.0</c:v>
                </c:pt>
                <c:pt idx="11">
                  <c:v>271.0</c:v>
                </c:pt>
                <c:pt idx="12">
                  <c:v>247.0</c:v>
                </c:pt>
                <c:pt idx="13">
                  <c:v>254.0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+3,8% &amp; PS +3,0% MoM — Achievement Mencapai 72,3% (RE) / 71,7%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24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01–24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(+18,2%), Denpasar Terdalam (-2,3%)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-2,3%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72,4%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(+27,7%), Bali Tengah 1 Terdalam (-11,5%)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(+170), Buleleng Tumbuh Tertinggi (+59,2%)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+346, Bottom 5 -269, dan perubahan PS regional +170.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(+44,8%), TSEL One &gt;30 Mbps Turun Terdalam (-52,9%)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+2,7%, Aktivitas DJP -0,4%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5.247
Dikunjungi: 1.175 (22,4%)
Visit DJP: 3.237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1.341
Dikunjungi: 955 (71,2%)
Visit DJP: 2.946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Albertus Makur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Sep 2026 vs MTD-1 01–24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01–24 Sep 2026 vs MTD-1 01–24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5.662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5.832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2.564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01–24 Sep 2026 vs MTD-1 01–24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01–24 Sep 2026 vs MTD-1 01–24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7.094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7.366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5.662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5.832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6.010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4.942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5.091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+74,6%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628 | MoM +3,5%
PS: 602 | MoM +2,7%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537 | Active 67,3% | MoM +3,7%
  PS: 512 | Active 64,2% | MoM +3,2%
• Greenfield
  RE: 55 | Active 94,8% | MoM +5,8%
  PS: 54 | Active 93,1% | MoM +1,9%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+17,1%, Gap +14
• Flores: PS +3,8%, Gap +4
• Kupang: PS +33,3%, Gap +11
• Mataram: PS -3,6%,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-66,7%, Gap -2
• Grapari Lombok Utara (Mataram): -50,0%, Gap -1
• Grapari Singaraja (Denpasar): -42,9%, Gap -3
• Grapari Maumere (Flores): -35,3%, Gap -6
• Grapari Gatsu Tengah (Denpasar): -28,6%,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-72 (-10,1%), PS -65 (-10,7%)
• Bali Tengah 2: RE -71 (-9,3%), PS -48 (-7,7%)
• Bali Timur: RE +13 (+2,9%), PS -27 (-6,9%)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-39 (-33,9%), PS -33 (-36,7%)
• Bali Tengah 1: RE -13 (-16,5%), PS -15 (-24,2%)
• Bali Barat: RE -13 (-32,5%), PS -5 (-25,0%)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-16 (-38,1%), PS -7 (-41,2%)
• Bali Barat: RE -8 (-47,1%), PS -3 (-50,0%)
• Bali Timur: RE +2 (+18,2%), PS -3 (-37,5%)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-4 (-57,1%), PS -2 (-100,0%)
• Bali Tengah 1: RE -3 (-75,0%), PS -1 (-50,0%)
• Sumbawa Barat - Sumbawa Timur: RE +2 (+50,0%), PS -1 (-33,3%)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01–24 Sep 2026 vs MTD-1 01–24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 / 310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212 / 351 (60,4%)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136 (57,4%)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 / 150 (61,3%)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+12,2%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 / 213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 | Turun 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187 / 240 (77,9%)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512 / 798 (64,2%)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+1,0% | Turun 237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603 / 924 (65,3%)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288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1.435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3.219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+543,5%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5.089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310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 / 351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139 (15,1%)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152 (16,4%)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213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 | Turun 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240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58 (36,2%)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+23,5%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107 / 798 (13,4%)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237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 / 924 (17,7%)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+6,5% | Turun 288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