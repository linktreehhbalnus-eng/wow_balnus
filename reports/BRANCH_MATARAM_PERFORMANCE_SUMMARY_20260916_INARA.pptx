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161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157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126   Δ 54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3.434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3.125   Δ 309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142 / 213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+4,4%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167 / 240 (69,6%)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 / 131 (63,4%)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 / 148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82 (72,0%)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92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213 (9,9%)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 / 240 (13,3%)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11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148 (13,5%)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82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+166,7%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92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351 (24,2%)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744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353 (67,9%)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177 | MoM +9,9%
PS: 167 | MoM +6,4%
• Performer
  RE: 1 | Active 100,0% | MoM 0,0%
  PS: 1 | Active 100,0% | MoM 0,0%
• Junior
  RE: 151 | Active 70,9% | MoM +10,2%
  PS: 142 | Active 66,7% | MoM +6,8%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-3,8%, Gap -1
• Grapari Dompu: PS +20,0%, Gap 1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-1
• Grapari Mataram: PS -14,3%, Gap -5
• Grapari Sumbawa: PS +60,0%, Gap 3
• Grapari Taliwang: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(+2,9%), PS -2 (-7,7%)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(-83,3%),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