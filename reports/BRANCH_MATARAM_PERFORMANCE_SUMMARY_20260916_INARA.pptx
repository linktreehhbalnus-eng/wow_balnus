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</c:strCache>
            </c: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60.0</c:v>
                </c:pt>
                <c:pt idx="1">
                  <c:v>57.0</c:v>
                </c:pt>
                <c:pt idx="2">
                  <c:v>49.0</c:v>
                </c:pt>
                <c:pt idx="3">
                  <c:v>49.0</c:v>
                </c:pt>
                <c:pt idx="4">
                  <c:v>49.0</c:v>
                </c:pt>
                <c:pt idx="5">
                  <c:v>38.0</c:v>
                </c:pt>
                <c:pt idx="6">
                  <c:v>59.0</c:v>
                </c:pt>
                <c:pt idx="7">
                  <c:v>61.0</c:v>
                </c:pt>
                <c:pt idx="8">
                  <c:v>48.0</c:v>
                </c:pt>
                <c:pt idx="9">
                  <c:v>51.0</c:v>
                </c:pt>
                <c:pt idx="10">
                  <c:v>57.0</c:v>
                </c:pt>
                <c:pt idx="11">
                  <c:v>51.0</c:v>
                </c:pt>
                <c:pt idx="12">
                  <c:v>32.0</c:v>
                </c:pt>
                <c:pt idx="13">
                  <c:v>63.0</c:v>
                </c:pt>
                <c:pt idx="14">
                  <c:v>64.0</c:v>
                </c:pt>
                <c:pt idx="15">
                  <c:v>55.0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</c:strCache>
            </c: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36.0</c:v>
                </c:pt>
                <c:pt idx="1">
                  <c:v>34.0</c:v>
                </c:pt>
                <c:pt idx="2">
                  <c:v>28.0</c:v>
                </c:pt>
                <c:pt idx="3">
                  <c:v>22.0</c:v>
                </c:pt>
                <c:pt idx="4">
                  <c:v>29.0</c:v>
                </c:pt>
                <c:pt idx="5">
                  <c:v>23.0</c:v>
                </c:pt>
                <c:pt idx="6">
                  <c:v>36.0</c:v>
                </c:pt>
                <c:pt idx="7">
                  <c:v>28.0</c:v>
                </c:pt>
                <c:pt idx="8">
                  <c:v>31.0</c:v>
                </c:pt>
                <c:pt idx="9">
                  <c:v>35.0</c:v>
                </c:pt>
                <c:pt idx="10">
                  <c:v>26.0</c:v>
                </c:pt>
                <c:pt idx="11">
                  <c:v>28.0</c:v>
                </c:pt>
                <c:pt idx="12">
                  <c:v>21.0</c:v>
                </c:pt>
                <c:pt idx="13">
                  <c:v>33.0</c:v>
                </c:pt>
                <c:pt idx="14">
                  <c:v>41.0</c:v>
                </c:pt>
                <c:pt idx="15">
                  <c:v>35.0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</c:strCache>
            </c:strRef>
          </c:cat>
          <c:val>
            <c:numRef>
              <c:f>Sheet1!$D$2:$D$17</c:f>
              <c:numCache>
                <c:formatCode>General</c:formatCode>
                <c:ptCount val="16"/>
                <c:pt idx="0">
                  <c:v>24.0</c:v>
                </c:pt>
                <c:pt idx="1">
                  <c:v>23.0</c:v>
                </c:pt>
                <c:pt idx="2">
                  <c:v>21.0</c:v>
                </c:pt>
                <c:pt idx="3">
                  <c:v>27.0</c:v>
                </c:pt>
                <c:pt idx="4">
                  <c:v>20.0</c:v>
                </c:pt>
                <c:pt idx="5">
                  <c:v>15.0</c:v>
                </c:pt>
                <c:pt idx="6">
                  <c:v>23.0</c:v>
                </c:pt>
                <c:pt idx="7">
                  <c:v>33.0</c:v>
                </c:pt>
                <c:pt idx="8">
                  <c:v>17.0</c:v>
                </c:pt>
                <c:pt idx="9">
                  <c:v>16.0</c:v>
                </c:pt>
                <c:pt idx="10">
                  <c:v>31.0</c:v>
                </c:pt>
                <c:pt idx="11">
                  <c:v>23.0</c:v>
                </c:pt>
                <c:pt idx="12">
                  <c:v>11.0</c:v>
                </c:pt>
                <c:pt idx="13">
                  <c:v>30.0</c:v>
                </c:pt>
                <c:pt idx="14">
                  <c:v>23.0</c:v>
                </c:pt>
                <c:pt idx="15">
                  <c:v>20.0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</c:strCache>
            </c: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44.0</c:v>
                </c:pt>
                <c:pt idx="1">
                  <c:v>44.0</c:v>
                </c:pt>
                <c:pt idx="2">
                  <c:v>40.0</c:v>
                </c:pt>
                <c:pt idx="3">
                  <c:v>34.0</c:v>
                </c:pt>
                <c:pt idx="4">
                  <c:v>34.0</c:v>
                </c:pt>
                <c:pt idx="5">
                  <c:v>21.0</c:v>
                </c:pt>
                <c:pt idx="6">
                  <c:v>44.0</c:v>
                </c:pt>
                <c:pt idx="7">
                  <c:v>56.0</c:v>
                </c:pt>
                <c:pt idx="8">
                  <c:v>54.0</c:v>
                </c:pt>
                <c:pt idx="9">
                  <c:v>38.0</c:v>
                </c:pt>
                <c:pt idx="10">
                  <c:v>33.0</c:v>
                </c:pt>
                <c:pt idx="11">
                  <c:v>43.0</c:v>
                </c:pt>
                <c:pt idx="12">
                  <c:v>25.0</c:v>
                </c:pt>
                <c:pt idx="13">
                  <c:v>50.0</c:v>
                </c:pt>
                <c:pt idx="14">
                  <c:v>55.0</c:v>
                </c:pt>
                <c:pt idx="15">
                  <c:v>58.0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</c:strCache>
            </c: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23.0</c:v>
                </c:pt>
                <c:pt idx="1">
                  <c:v>29.0</c:v>
                </c:pt>
                <c:pt idx="2">
                  <c:v>23.0</c:v>
                </c:pt>
                <c:pt idx="3">
                  <c:v>18.0</c:v>
                </c:pt>
                <c:pt idx="4">
                  <c:v>19.0</c:v>
                </c:pt>
                <c:pt idx="5">
                  <c:v>12.0</c:v>
                </c:pt>
                <c:pt idx="6">
                  <c:v>32.0</c:v>
                </c:pt>
                <c:pt idx="7">
                  <c:v>29.0</c:v>
                </c:pt>
                <c:pt idx="8">
                  <c:v>31.0</c:v>
                </c:pt>
                <c:pt idx="9">
                  <c:v>19.0</c:v>
                </c:pt>
                <c:pt idx="10">
                  <c:v>21.0</c:v>
                </c:pt>
                <c:pt idx="11">
                  <c:v>25.0</c:v>
                </c:pt>
                <c:pt idx="12">
                  <c:v>18.0</c:v>
                </c:pt>
                <c:pt idx="13">
                  <c:v>33.0</c:v>
                </c:pt>
                <c:pt idx="14">
                  <c:v>32.0</c:v>
                </c:pt>
                <c:pt idx="15">
                  <c:v>37.0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</c:strCache>
            </c:strRef>
          </c:cat>
          <c:val>
            <c:numRef>
              <c:f>Sheet1!$D$2:$D$17</c:f>
              <c:numCache>
                <c:formatCode>General</c:formatCode>
                <c:ptCount val="16"/>
                <c:pt idx="0">
                  <c:v>21.0</c:v>
                </c:pt>
                <c:pt idx="1">
                  <c:v>15.0</c:v>
                </c:pt>
                <c:pt idx="2">
                  <c:v>17.0</c:v>
                </c:pt>
                <c:pt idx="3">
                  <c:v>16.0</c:v>
                </c:pt>
                <c:pt idx="4">
                  <c:v>15.0</c:v>
                </c:pt>
                <c:pt idx="5">
                  <c:v>9.0</c:v>
                </c:pt>
                <c:pt idx="6">
                  <c:v>12.0</c:v>
                </c:pt>
                <c:pt idx="7">
                  <c:v>27.0</c:v>
                </c:pt>
                <c:pt idx="8">
                  <c:v>23.0</c:v>
                </c:pt>
                <c:pt idx="9">
                  <c:v>19.0</c:v>
                </c:pt>
                <c:pt idx="10">
                  <c:v>12.0</c:v>
                </c:pt>
                <c:pt idx="11">
                  <c:v>18.0</c:v>
                </c:pt>
                <c:pt idx="12">
                  <c:v>7.0</c:v>
                </c:pt>
                <c:pt idx="13">
                  <c:v>17.0</c:v>
                </c:pt>
                <c:pt idx="14">
                  <c:v>23.0</c:v>
                </c:pt>
                <c:pt idx="15">
                  <c:v>21.0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2.623,1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56,0%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1.153,1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2.094,1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1.029,1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-3,4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59,2%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57,7%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52,8%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43,7%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240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+9,9%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161   Δ 16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167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+6,4%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157   Δ 10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+42,9%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126   Δ 54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3.434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+9,9%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3.125   Δ 309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+10,1%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+50,8%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1.472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1.389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1.653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2.045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 / 16 (87,5%)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+16,7%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142 / 213 (66,7%)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+4,4% | Turun 55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167 / 240 (69,6%)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+5,7% | Turun 64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11 (81,8%)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83 / 131 (63,4%)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+9,2% | Turun 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98 / 148 (66,2%)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+10,1% | Turun 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59 / 82 (72,0%)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-1,7% | Turun 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69 / 92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672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930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386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286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372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 / 16 (12,5%)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21 / 213 (9,9%)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+50,0% | Turun 55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10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32 / 240 (13,3%)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+33,3% | Turun 64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11 (9,1%)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131 (9,9%)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+18,2% | Turun 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 / 148 (13,5%)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82 (9,8%)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+166,7% | Turun 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92 (13,0%)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1.027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13.640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1.456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356 (24,5%)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764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353 (67,9%)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1.003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268,9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177 | MoM +9,9%
PS: 167 | MoM +6,4%
• Performer
  RE: 1 | Active 100,0% | MoM 0,0%
  PS: 1 | Active 100,0% | MoM 0,0%
• Junior
  RE: 151 | Active 70,9% | MoM +10,2%
  PS: 142 | Active 66,7% | MoM +6,8%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15 | Active 93,8% | MoM +15,4%
  PS: 14 | Active 87,5% | MoM +7,7%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-3,8%, Gap -1
• Grapari Dompu: PS +20,0%, Gap 1
• Grapari Lombok Timur: PS -50,0%, Gap -1
• Grapari Lombok Utara: PS -100,0%,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-50,0%, Gap -1
• Grapari Mataram: PS -14,3%, Gap -5
• Grapari Sumbawa: PS +60,0%, Gap 3
• Grapari Taliwang: PS -66,7%, Gap -2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1 (+2,9%), PS -2 (-7,7%)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-5 (-83,3%),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+749,2%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205,0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268,9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NISH RINAH HAMIDAH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Haris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ALI TOPAN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lestari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Utami muji kristina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Herpan jayadi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ANNISA SYAKIRAH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MIFTAHUL JANNAH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Yudi arman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Utami muji kristina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NISH RINAH HAMIDAH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FIKA AYU PUSPITASARI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ALVIN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mega dirgantini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Herpan jayadi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IMAM EFENDI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lestari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LINGGAR GERRY KUSUMA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ASMARAHADI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AISA TUKUBRA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HERNAWATI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HUZAIMATUL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tarmizi taher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Ibadillah Hish Sholihah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Wiratja atmaja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Riskia nur komalasari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Nadia Arianda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ERNY JUMRIANTY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NURJANAH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HUZAIMATUL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tarmizi taher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Ibadillah Hish Sholihah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Wiratja atmaja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RIRIN DWI APRILIANTI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