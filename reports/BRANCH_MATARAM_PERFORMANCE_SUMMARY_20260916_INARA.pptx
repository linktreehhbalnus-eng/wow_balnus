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  <c:pt idx="12">
                  <c:v>32.0</c:v>
                </c:pt>
                <c:pt idx="13">
                  <c:v>63.0</c:v>
                </c:pt>
                <c:pt idx="14">
                  <c:v>64.0</c:v>
                </c:pt>
                <c:pt idx="15">
                  <c:v>55.0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  <c:pt idx="10">
                  <c:v>26.0</c:v>
                </c:pt>
                <c:pt idx="11">
                  <c:v>28.0</c:v>
                </c:pt>
                <c:pt idx="12">
                  <c:v>21.0</c:v>
                </c:pt>
                <c:pt idx="13">
                  <c:v>33.0</c:v>
                </c:pt>
                <c:pt idx="14">
                  <c:v>41.0</c:v>
                </c:pt>
                <c:pt idx="15">
                  <c:v>35.0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  <c:pt idx="10">
                  <c:v>31.0</c:v>
                </c:pt>
                <c:pt idx="11">
                  <c:v>23.0</c:v>
                </c:pt>
                <c:pt idx="12">
                  <c:v>11.0</c:v>
                </c:pt>
                <c:pt idx="13">
                  <c:v>30.0</c:v>
                </c:pt>
                <c:pt idx="14">
                  <c:v>23.0</c:v>
                </c:pt>
                <c:pt idx="15">
                  <c:v>20.0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  <c:pt idx="13">
                  <c:v>50.0</c:v>
                </c:pt>
                <c:pt idx="14">
                  <c:v>55.0</c:v>
                </c:pt>
                <c:pt idx="15">
                  <c:v>58.0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  <c:pt idx="12">
                  <c:v>18.0</c:v>
                </c:pt>
                <c:pt idx="13">
                  <c:v>33.0</c:v>
                </c:pt>
                <c:pt idx="14">
                  <c:v>32.0</c:v>
                </c:pt>
                <c:pt idx="15">
                  <c:v>37.0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  <c:pt idx="12">
                  <c:v>7.0</c:v>
                </c:pt>
                <c:pt idx="13">
                  <c:v>17.0</c:v>
                </c:pt>
                <c:pt idx="14">
                  <c:v>23.0</c:v>
                </c:pt>
                <c:pt idx="15">
                  <c:v>21.0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161   Δ 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157   Δ 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+39,7%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126   Δ 50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3.242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3.062   Δ 180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16 (87,5%)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142 / 213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+4,4% | Turun 55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167 / 240 (69,6%)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+5,7% | Turun 64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 (81,8%)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83 / 131 (63,4%)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+9,2%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98 / 148 (66,2%)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+10,1%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 / 82 (72,0%)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-1,7%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 / 92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672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16 (12,5%)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 / 213 (9,9%)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55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 / 240 (13,3%)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64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11 (9,1%)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131 (9,9%)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+18,2%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 / 148 (13,5%)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82 (9,8%)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+166,7%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92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343 (23,6%)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696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346 (66,5%)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919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177 | MoM +9,9%
PS: 167 | MoM +6,4%
• Performer
  RE: 1 | Active 100,0% | MoM 0,0%
  PS: 1 | Active 100,0% | MoM 0,0%
• Junior
  RE: 151 | Active 70,9% | MoM +10,2%
  PS: 142 | Active 66,7% | MoM +6,8%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15 | Active 93,8% | MoM +15,4%
  PS: 14 | Active 87,5% | MoM +7,7%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-3,8%, Gap -1
• Grapari Dompu: PS +20,0%, Gap 1
• Grapari Lombok Timur: PS -50,0%, Gap -1
• Grapari Lombok Utara: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-50,0%, Gap -1
• Grapari Mataram: PS -14,3%, Gap -5
• Grapari Sumbawa: PS +60,0%, Gap 3
• Grapari Taliwang: PS -66,7%,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1 (+2,9%), PS -2 (-7,7%)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-5 (-83,3%),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+749,2%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NISH RINAH HAMIDAH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MIFTAHUL JANNAH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NISH RINAH HAMIDAH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EFENDI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RIRIN DWI APRILIANTI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