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14/09</c:v>
                </c:pt>
                <c:pt idx="1">
                  <c:v>15/09</c:v>
                </c:pt>
                <c:pt idx="2">
                  <c:v>16/09</c:v>
                </c:pt>
                <c:pt idx="3">
                  <c:v>17/09</c:v>
                </c:pt>
                <c:pt idx="4">
                  <c:v>18/09</c:v>
                </c:pt>
                <c:pt idx="5">
                  <c:v>19/09</c:v>
                </c:pt>
                <c:pt idx="6">
                  <c:v>20/09</c:v>
                </c:pt>
                <c:pt idx="7">
                  <c:v>21/09</c:v>
                </c:pt>
                <c:pt idx="8">
                  <c:v>22/09</c:v>
                </c:pt>
                <c:pt idx="9">
                  <c:v>23/09</c:v>
                </c:pt>
                <c:pt idx="10">
                  <c:v>24/09</c:v>
                </c:pt>
                <c:pt idx="11">
                  <c:v>25/09</c:v>
                </c:pt>
                <c:pt idx="12">
                  <c:v>26/09</c:v>
                </c:pt>
                <c:pt idx="13">
                  <c:v>27/09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339.0</c:v>
                </c:pt>
                <c:pt idx="1">
                  <c:v>320.0</c:v>
                </c:pt>
                <c:pt idx="2">
                  <c:v>322.0</c:v>
                </c:pt>
                <c:pt idx="3">
                  <c:v>334.0</c:v>
                </c:pt>
                <c:pt idx="4">
                  <c:v>305.0</c:v>
                </c:pt>
                <c:pt idx="5">
                  <c:v>267.0</c:v>
                </c:pt>
                <c:pt idx="6">
                  <c:v>193.0</c:v>
                </c:pt>
                <c:pt idx="7">
                  <c:v>378.0</c:v>
                </c:pt>
                <c:pt idx="8">
                  <c:v>316.0</c:v>
                </c:pt>
                <c:pt idx="9">
                  <c:v>299.0</c:v>
                </c:pt>
                <c:pt idx="10">
                  <c:v>309.0</c:v>
                </c:pt>
                <c:pt idx="11">
                  <c:v>303.0</c:v>
                </c:pt>
                <c:pt idx="12">
                  <c:v>248.0</c:v>
                </c:pt>
                <c:pt idx="13">
                  <c:v>148.0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14/09</c:v>
                </c:pt>
                <c:pt idx="1">
                  <c:v>15/09</c:v>
                </c:pt>
                <c:pt idx="2">
                  <c:v>16/09</c:v>
                </c:pt>
                <c:pt idx="3">
                  <c:v>17/09</c:v>
                </c:pt>
                <c:pt idx="4">
                  <c:v>18/09</c:v>
                </c:pt>
                <c:pt idx="5">
                  <c:v>19/09</c:v>
                </c:pt>
                <c:pt idx="6">
                  <c:v>20/09</c:v>
                </c:pt>
                <c:pt idx="7">
                  <c:v>21/09</c:v>
                </c:pt>
                <c:pt idx="8">
                  <c:v>22/09</c:v>
                </c:pt>
                <c:pt idx="9">
                  <c:v>23/09</c:v>
                </c:pt>
                <c:pt idx="10">
                  <c:v>24/09</c:v>
                </c:pt>
                <c:pt idx="11">
                  <c:v>25/09</c:v>
                </c:pt>
                <c:pt idx="12">
                  <c:v>26/09</c:v>
                </c:pt>
                <c:pt idx="13">
                  <c:v>27/09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266.0</c:v>
                </c:pt>
                <c:pt idx="1">
                  <c:v>271.0</c:v>
                </c:pt>
                <c:pt idx="2">
                  <c:v>266.0</c:v>
                </c:pt>
                <c:pt idx="3">
                  <c:v>261.0</c:v>
                </c:pt>
                <c:pt idx="4">
                  <c:v>242.0</c:v>
                </c:pt>
                <c:pt idx="5">
                  <c:v>209.0</c:v>
                </c:pt>
                <c:pt idx="6">
                  <c:v>177.0</c:v>
                </c:pt>
                <c:pt idx="7">
                  <c:v>269.0</c:v>
                </c:pt>
                <c:pt idx="8">
                  <c:v>271.0</c:v>
                </c:pt>
                <c:pt idx="9">
                  <c:v>247.0</c:v>
                </c:pt>
                <c:pt idx="10">
                  <c:v>254.0</c:v>
                </c:pt>
                <c:pt idx="11">
                  <c:v>239.0</c:v>
                </c:pt>
                <c:pt idx="12">
                  <c:v>173.0</c:v>
                </c:pt>
                <c:pt idx="13">
                  <c:v>131.0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+0,2% &amp; PS -0,7% MoM — Achievement Mencapai 79,1% (RE) / 78,4%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01–27 Sep 2026 vs MTD-1 01–27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-0,7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Melemah pada 27 September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01–27 Sep 2026 vs MTD-1 01–27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01–27 September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(+13,4%), Denpasar Terdalam (-3,2%)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01–27 Sep 2026 vs MTD-1 01–27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-0,7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-2,9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+1,2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-0,6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+13,4%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-0,9%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-2,6%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-3,2%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86,1%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81,3%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79,4%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61,7%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Manggarai Tertinggi (+25,4%), Bali Tengah 1 Terdalam (-10,8%) — 10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01–27 Sep 2026 vs MTD-1 01–27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10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Buleleng Penyumbang PS Absolut Terbesar (+153), Buleleng Tumbuh Tertinggi (+47,1%)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01–27 Sep 2026 vs MTD-1 01–27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+286, Bottom 5 -311, dan perubahan PS regional -43.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75 Mbps Tumbuh Tertinggi (+33,8%), TSEL One &gt;30 Mbps Turun Terdalam (-55,4%)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01–27 Sep 2026 vs MTD-1 01–27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6.844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6.788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5.608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+1,7%, Aktivitas DJP -1,1% MoM — Registered SF 893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01–27 Sep 2026 vs MTD-1 01–27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15.986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15.810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Active &amp; DJP by Branch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15.062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37.948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24.740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5.247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83.061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5.247
Dikunjungi: 1.296 (24,7%)
Visit DJP: 3.505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1.341
Dikunjungi: 1.054 (78,6%)
Visit DJP: 3.207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01–27 Sep 2026 vs MTD-1 01–27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01–27 Sep 2026 vs MTD-1 01–27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Ismail Marzuki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Yudi arman 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ARIEF RAMADHOAN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Riko Simanjuntak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FILIA REGINA DOLOROSA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ROBERTUS BEDA KOTEN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Mita muliati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Stefanus jefri kantur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Anita Welmince ukat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Herzza Rahmadhani Duha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Riko Simanjuntak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Ismail Marzuki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FILIA REGINA DOLOROSA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Anita Welmince ukat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Yudi arman 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ROBERTUS BEDA KOTEN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Mita muliati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GEORANO INDRIANTO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INLY OLIFA PABALA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ELISA PUTRI DEWI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01–27 Sep 2026 vs MTD-1 01–27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AISA TUKUBRA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HERI SUSANTO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Andi Setiawan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FERDY ARYANDO JARA JUTALO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IFA HANIFAH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FERI ANDI SEMBIRING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KADEK EMILIA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tarmizi taher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Ibadillah Hish Sholihah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YANTI 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HERI SUSANTO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Andi Setiawan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IFA HANIFAH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FERI ANDI SEMBIRING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KADEK EMILIA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tarmizi taher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Ibadillah Hish Sholihah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Barthlomeus Mario Jeriko Pareira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10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01–27 Sep 2026 vs MTD-1 01–27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10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01–27 Sep 2026 vs MTD-1 01–27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01–27 Sep 2026 vs MTD-1 01–27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2.380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2.261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1.439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1.032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899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1.203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1.187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1.135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766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6.418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6.375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2.906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2.812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903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857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1.851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1.803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01–27 Sep 2026 vs MTD-1 01–27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401,3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380,4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231,3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304,0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178,6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169,7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120,6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82,1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117,5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92,4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95,2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42,5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55,9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49,6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76,2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49,9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77,7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74,4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65,9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106,0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100,1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42,7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46,6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319,3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351,7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139,8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108,8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68,0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184,3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187,9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63,2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1,5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594,6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564,0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175,2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201,6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201,3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480,0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461,4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01–27 Sep 2026 vs MTD-1 01–27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8.045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8.065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+0,2%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6.418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6.375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-0,7%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1,4 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6.844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6.788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5.608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5.542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1,2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+15,0%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100,4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486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91,0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19,7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+3,1%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5,9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+44,4%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635 | MoM +1,4%
PS: 615 | MoM +1,7%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543 | Active 68,0% | MoM +1,5%
  PS: 525 | Active 65,8% | MoM +2,1%
• Greenfield
  RE: 56 | Active 96,6% | MoM +3,7%
  PS: 54 | Active 93,1% | MoM 0,0%
• Junior Plus
  RE: 19 | Active 95,0% | MoM -5,0%
  PS: 19 | Active 95,0% | MoM -5,0%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+19,6%, Gap +18
• Flores: PS +8,8%, Gap +10
• Kupang: PS +27,8%, Gap +10
• Mataram: PS -9,3%, Gap -12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Lombok Utara (Mataram): -50,0%, Gap -1
• Grapari Maluk (Mataram): -50,0%, Gap -2
• Grapari Gatsu Tengah (Denpasar): -44,4%, Gap -4
• Grapari Singaraja (Denpasar): -37,5%, Gap -3
• Grapari Kalabahi (Flores): -26,9%, Gap -7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 1: RE -76 (-9,7%), PS -70 (-10,5%)
• Lombok: RE -96 (-7,6%), PS -63 (-6,4%)
• Bali Tengah 2: RE -72 (-8,6%), PS -62 (-8,8%)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 2: RE -38 (-30,4%), PS -37 (-37,4%)
• Bali Tengah 1: RE -7 (-8,1%), PS -10 (-14,9%)
• Bali Barat: RE -12 (-27,9%), PS -5 (-23,8%)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Kupang Rote - Malaka Timtim Belu: RE -15 (-31,9%), PS -8 (-38,1%)
• Bali Timur: RE +1 (+7,7%), PS -4 (-44,4%)
• Bali Barat: RE -7 (-36,8%), PS -2 (-33,3%)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Lombok: RE -5 (-62,5%), PS -3 (-100,0%)
• Bali Tengah 1: RE -3 (-75,0%), PS -2 (-66,7%)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01–27 Sep 2026 vs MTD-1 01–27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+5,6% | Turun 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182 / 310 (58,7%)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-9,5% | Turun 111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221 / 351 (63,0%)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-6,4% | Turun 134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79 / 136 (58,1%)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+14,5% | Turun 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93 / 150 (62,0%)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+12,0% | Turun 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9 (77,8%)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-22,2%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100 / 139 (71,9%)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+11,1% | Turun 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111 / 152 (73,0%)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+7,8% | Turun 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 / 16 (93,8%)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+15,4%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164 / 213 (77,0%)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+0,6% | Turun 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190 / 240 (79,2%)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+2,2% | Turun 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54 / 58 (93,1%)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+1,9% | Turun 27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525 / 798 (65,8%)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+0,4% | Turun 257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-5,0% | Turun 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+600,0% | Turun 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9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616 / 924 (66,7%)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+1,1% | Turun 307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1.184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271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+401,9%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675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2.468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534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738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647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758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1.120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1.573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529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+10,4%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3.485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-6,8%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529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+2,5%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319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+490,7%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675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-17,2%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5.538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-1,2%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20 (40,0%)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37 / 310 (11,9%)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-15,9% | Turun 111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65 / 351 (18,5%)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-3,0% | Turun 134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13 (76,9%)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+42,9%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 / 136 (14,7%)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+17,6% | Turun 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 / 150 (20,7%)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+24,0% | Turun 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 / 139 (16,5%)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-4,2% | Turun 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27 / 152 (17,8%)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-3,6% | Turun 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16 (31,2%)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34 / 213 (16,0%)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-24,4% | Turun 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50 / 240 (20,8%)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-18,0% | Turun 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23 / 58 (39,7%)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+9,5% | Turun 27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114 / 798 (14,3%)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-12,3% | Turun 257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+5,6% | Turun 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+600,0% | Turun 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9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173 / 924 (18,7%)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-4,4% | Turun 307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