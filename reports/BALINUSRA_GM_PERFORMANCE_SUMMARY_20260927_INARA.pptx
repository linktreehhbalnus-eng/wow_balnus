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339.0</c:v>
                </c:pt>
                <c:pt idx="1">
                  <c:v>320.0</c:v>
                </c:pt>
                <c:pt idx="2">
                  <c:v>322.0</c:v>
                </c:pt>
                <c:pt idx="3">
                  <c:v>334.0</c:v>
                </c:pt>
                <c:pt idx="4">
                  <c:v>305.0</c:v>
                </c:pt>
                <c:pt idx="5">
                  <c:v>267.0</c:v>
                </c:pt>
                <c:pt idx="6">
                  <c:v>193.0</c:v>
                </c:pt>
                <c:pt idx="7">
                  <c:v>378.0</c:v>
                </c:pt>
                <c:pt idx="8">
                  <c:v>316.0</c:v>
                </c:pt>
                <c:pt idx="9">
                  <c:v>299.0</c:v>
                </c:pt>
                <c:pt idx="10">
                  <c:v>309.0</c:v>
                </c:pt>
                <c:pt idx="11">
                  <c:v>303.0</c:v>
                </c:pt>
                <c:pt idx="12">
                  <c:v>248.0</c:v>
                </c:pt>
                <c:pt idx="1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271.0</c:v>
                </c:pt>
                <c:pt idx="2">
                  <c:v>266.0</c:v>
                </c:pt>
                <c:pt idx="3">
                  <c:v>261.0</c:v>
                </c:pt>
                <c:pt idx="4">
                  <c:v>242.0</c:v>
                </c:pt>
                <c:pt idx="5">
                  <c:v>209.0</c:v>
                </c:pt>
                <c:pt idx="6">
                  <c:v>177.0</c:v>
                </c:pt>
                <c:pt idx="7">
                  <c:v>269.0</c:v>
                </c:pt>
                <c:pt idx="8">
                  <c:v>271.0</c:v>
                </c:pt>
                <c:pt idx="9">
                  <c:v>247.0</c:v>
                </c:pt>
                <c:pt idx="10">
                  <c:v>254.0</c:v>
                </c:pt>
                <c:pt idx="11">
                  <c:v>239.0</c:v>
                </c:pt>
                <c:pt idx="12">
                  <c:v>173.0</c:v>
                </c:pt>
                <c:pt idx="13">
                  <c:v>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-1,6% &amp; PS -2,7% MoM — Achievement Mencapai 77,7% (RE) / 76,8%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27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01–27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(+12,3%), Denpasar Terdalam (-6,0%)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-2,5%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(+23,2%), Bali Tengah 1 Terdalam (-14,0%)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(+147), Buleleng Tumbuh Tertinggi (+45,2%)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+272, Bottom 5 -377, dan perubahan PS regional -174.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(+31,3%), TSEL One &gt;30 Mbps Turun Terdalam (-55,4%)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+1,7%, Aktivitas DJP -1,1%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15.062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37.948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5.247
Dikunjungi: 1.296 (24,7%)
Visit DJP: 3.505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1.341
Dikunjungi: 1.054 (78,6%)
Visit DJP: 3.207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Herzza Rahmadhani Duha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ELISA PUTRI 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2.731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8.045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7.920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6.418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6.844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6.659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5.608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634 | MoM +1,3%
PS: 615 | MoM +1,7%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542 | Active 67,9% | MoM +1,3%
  PS: 525 | Active 65,8% | MoM +2,1%
• Greenfield
  RE: 56 | Active 96,6% | MoM +3,7%
  PS: 54 | Active 93,1% | MoM 0,0%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+15,2%, Gap +14
• Flores: PS +7,9%, Gap +9
• Kupang: PS +25,0%, Gap +9
• Mataram: PS -11,6%, Gap -15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-75,0%, Gap -3
• Grapari Lombok Utara (Mataram): -50,0%, Gap -1
• Grapari Gatsu Tengah (Denpasar): -44,4%, Gap -4
• Grapari Singaraja (Denpasar): -37,5%, Gap -3
• Grapari Waingapu (Kupang): -28,6%,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-93 (-11,9%), PS -91 (-13,6%)
• Bali Tengah 2: RE -90 (-10,7%), PS -81 (-11,5%)
• Lombok: RE -120 (-9,5%), PS -79 (-8,0%)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-40 (-32,0%), PS -39 (-39,4%)
• Bali Tengah 1: RE -10 (-11,6%), PS -13 (-19,4%)
• Bali Barat: RE -14 (-32,6%), PS -6 (-28,6%)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-17 (-36,2%), PS -10 (-47,6%)
• Bali Timur: RE +1 (+7,7%), PS -4 (-44,4%)
• Bali Barat: RE -7 (-36,8%), PS -3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 1: RE -3 (-75,0%), PS -2 (-66,7%)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 / 310 (58,7%)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221 / 351 (63,0%)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+13,4%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213 (77,0%)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190 / 240 (79,2%)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525 / 798 (65,8%)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616 / 924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+2,8% | Turun 294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+518,0%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5.430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20 (35,0%)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310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 / 351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+24,0%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139 (16,5%)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152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+17,4%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213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 | Turun 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240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 / 58 (37,9%)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114 / 798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245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172 / 924 (18,6%)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+3,6% | Turun 294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