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02/08</c:v>
                </c:pt>
                <c:pt idx="1">
                  <c:v>03/08</c:v>
                </c:pt>
                <c:pt idx="2">
                  <c:v>04/08</c:v>
                </c:pt>
                <c:pt idx="3">
                  <c:v>05/08</c:v>
                </c:pt>
                <c:pt idx="4">
                  <c:v>06/08</c:v>
                </c:pt>
                <c:pt idx="5">
                  <c:v>07/08</c:v>
                </c:pt>
                <c:pt idx="6">
                  <c:v>08/08</c:v>
                </c:pt>
                <c:pt idx="7">
                  <c:v>09/08</c:v>
                </c:pt>
                <c:pt idx="8">
                  <c:v>10/08</c:v>
                </c:pt>
                <c:pt idx="9">
                  <c:v>11/08</c:v>
                </c:pt>
                <c:pt idx="10">
                  <c:v>12/08</c:v>
                </c:pt>
                <c:pt idx="11">
                  <c:v>13/08</c:v>
                </c:pt>
                <c:pt idx="12">
                  <c:v>14/08</c:v>
                </c:pt>
                <c:pt idx="13">
                  <c:v>15/08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243.0</c:v>
                </c:pt>
                <c:pt idx="1">
                  <c:v>416.0</c:v>
                </c:pt>
                <c:pt idx="2">
                  <c:v>366.0</c:v>
                </c:pt>
                <c:pt idx="3">
                  <c:v>348.0</c:v>
                </c:pt>
                <c:pt idx="4">
                  <c:v>348.0</c:v>
                </c:pt>
                <c:pt idx="5">
                  <c:v>296.0</c:v>
                </c:pt>
                <c:pt idx="6">
                  <c:v>235.0</c:v>
                </c:pt>
                <c:pt idx="7">
                  <c:v>209.0</c:v>
                </c:pt>
                <c:pt idx="8">
                  <c:v>341.0</c:v>
                </c:pt>
                <c:pt idx="9">
                  <c:v>320.0</c:v>
                </c:pt>
                <c:pt idx="10">
                  <c:v>325.0</c:v>
                </c:pt>
                <c:pt idx="11">
                  <c:v>270.0</c:v>
                </c:pt>
                <c:pt idx="12">
                  <c:v>263.0</c:v>
                </c:pt>
                <c:pt idx="13">
                  <c:v>214.0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02/08</c:v>
                </c:pt>
                <c:pt idx="1">
                  <c:v>03/08</c:v>
                </c:pt>
                <c:pt idx="2">
                  <c:v>04/08</c:v>
                </c:pt>
                <c:pt idx="3">
                  <c:v>05/08</c:v>
                </c:pt>
                <c:pt idx="4">
                  <c:v>06/08</c:v>
                </c:pt>
                <c:pt idx="5">
                  <c:v>07/08</c:v>
                </c:pt>
                <c:pt idx="6">
                  <c:v>08/08</c:v>
                </c:pt>
                <c:pt idx="7">
                  <c:v>09/08</c:v>
                </c:pt>
                <c:pt idx="8">
                  <c:v>10/08</c:v>
                </c:pt>
                <c:pt idx="9">
                  <c:v>11/08</c:v>
                </c:pt>
                <c:pt idx="10">
                  <c:v>12/08</c:v>
                </c:pt>
                <c:pt idx="11">
                  <c:v>13/08</c:v>
                </c:pt>
                <c:pt idx="12">
                  <c:v>14/08</c:v>
                </c:pt>
                <c:pt idx="13">
                  <c:v>15/08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158.0</c:v>
                </c:pt>
                <c:pt idx="1">
                  <c:v>288.0</c:v>
                </c:pt>
                <c:pt idx="2">
                  <c:v>323.0</c:v>
                </c:pt>
                <c:pt idx="3">
                  <c:v>282.0</c:v>
                </c:pt>
                <c:pt idx="4">
                  <c:v>292.0</c:v>
                </c:pt>
                <c:pt idx="5">
                  <c:v>227.0</c:v>
                </c:pt>
                <c:pt idx="6">
                  <c:v>243.0</c:v>
                </c:pt>
                <c:pt idx="7">
                  <c:v>150.0</c:v>
                </c:pt>
                <c:pt idx="8">
                  <c:v>272.0</c:v>
                </c:pt>
                <c:pt idx="9">
                  <c:v>275.0</c:v>
                </c:pt>
                <c:pt idx="10">
                  <c:v>235.0</c:v>
                </c:pt>
                <c:pt idx="11">
                  <c:v>263.0</c:v>
                </c:pt>
                <c:pt idx="12">
                  <c:v>217.0</c:v>
                </c:pt>
                <c:pt idx="13">
                  <c:v>162.0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-2,7% &amp; PS -2,0% MoM — Achievement Mencapai 38,3% (RE) / 36,9%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15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01–15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(+12,4%), Mataram Terdalam (-11,8%)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+2,9%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36,4%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28,5%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(+22,3%), Lombok Terdalam (-13,1%)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Tabanan Penyumbang PS Absolut Terbesar (+70), Ngada Tumbuh Tertinggi (+75,0%)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+148, Bottom 5 -143, dan perubahan PS regional -74.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(+23,3%), ≥100 Mbps Turun Terdalam (-17,3%)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+8,8%, Aktivitas DJP +3,0% MoM — Registered SF 844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82.151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3.849
Dikunjungi: 547 (14,2%)
Visit DJP: 1.188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760
Dikunjungi: 329 (43,3%)
Visit DJP: 663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PURNOMO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 MANUEL TUMBUAN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ALLAN SUHERLAN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RANGGA BELA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PURNOMO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 MANUEL TUMBUAN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ALLAN SUHERLAN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devi sinyayanti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Florida Bhalu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Derry Prananda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EKA PUTU WIGUNA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Alpani Muis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EKA PUTU WIGUNA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Yohanes gunawan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Alpani Muis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Agu 2026 vs MTD-1 01–15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