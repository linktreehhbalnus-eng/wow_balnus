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  <c:pt idx="12">
                  <c:v>32.0</c:v>
                </c:pt>
                <c:pt idx="13">
                  <c:v>63.0</c:v>
                </c:pt>
                <c:pt idx="14">
                  <c:v>64.0</c:v>
                </c:pt>
                <c:pt idx="15">
                  <c:v>55.0</c:v>
                </c:pt>
                <c:pt idx="16">
                  <c:v>49.0</c:v>
                </c:pt>
                <c:pt idx="17">
                  <c:v>54.0</c:v>
                </c:pt>
                <c:pt idx="18">
                  <c:v>55.0</c:v>
                </c:pt>
                <c:pt idx="19">
                  <c:v>37.0</c:v>
                </c:pt>
                <c:pt idx="20">
                  <c:v>63.0</c:v>
                </c:pt>
                <c:pt idx="21">
                  <c:v>51.0</c:v>
                </c:pt>
                <c:pt idx="22">
                  <c:v>50.0</c:v>
                </c:pt>
                <c:pt idx="23">
                  <c:v>53.0</c:v>
                </c:pt>
                <c:pt idx="24">
                  <c:v>54.0</c:v>
                </c:pt>
                <c:pt idx="25">
                  <c:v>48.0</c:v>
                </c:pt>
                <c:pt idx="26">
                  <c:v>33.0</c:v>
                </c:pt>
                <c:pt idx="27">
                  <c:v>52.0</c:v>
                </c:pt>
                <c:pt idx="28">
                  <c:v>56.0</c:v>
                </c:pt>
                <c:pt idx="29">
                  <c:v>52.0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  <c:pt idx="10">
                  <c:v>26.0</c:v>
                </c:pt>
                <c:pt idx="11">
                  <c:v>28.0</c:v>
                </c:pt>
                <c:pt idx="12">
                  <c:v>21.0</c:v>
                </c:pt>
                <c:pt idx="13">
                  <c:v>33.0</c:v>
                </c:pt>
                <c:pt idx="14">
                  <c:v>41.0</c:v>
                </c:pt>
                <c:pt idx="15">
                  <c:v>35.0</c:v>
                </c:pt>
                <c:pt idx="16">
                  <c:v>29.0</c:v>
                </c:pt>
                <c:pt idx="17">
                  <c:v>30.0</c:v>
                </c:pt>
                <c:pt idx="18">
                  <c:v>31.0</c:v>
                </c:pt>
                <c:pt idx="19">
                  <c:v>22.0</c:v>
                </c:pt>
                <c:pt idx="20">
                  <c:v>30.0</c:v>
                </c:pt>
                <c:pt idx="21">
                  <c:v>28.0</c:v>
                </c:pt>
                <c:pt idx="22">
                  <c:v>30.0</c:v>
                </c:pt>
                <c:pt idx="23">
                  <c:v>35.0</c:v>
                </c:pt>
                <c:pt idx="24">
                  <c:v>30.0</c:v>
                </c:pt>
                <c:pt idx="25">
                  <c:v>25.0</c:v>
                </c:pt>
                <c:pt idx="26">
                  <c:v>18.0</c:v>
                </c:pt>
                <c:pt idx="27">
                  <c:v>27.0</c:v>
                </c:pt>
                <c:pt idx="28">
                  <c:v>32.0</c:v>
                </c:pt>
                <c:pt idx="29">
                  <c:v>26.0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Sheet1!$D$2:$D$31</c:f>
              <c:numCache>
                <c:formatCode>General</c:formatCode>
                <c:ptCount val="30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  <c:pt idx="10">
                  <c:v>31.0</c:v>
                </c:pt>
                <c:pt idx="11">
                  <c:v>23.0</c:v>
                </c:pt>
                <c:pt idx="12">
                  <c:v>11.0</c:v>
                </c:pt>
                <c:pt idx="13">
                  <c:v>30.0</c:v>
                </c:pt>
                <c:pt idx="14">
                  <c:v>23.0</c:v>
                </c:pt>
                <c:pt idx="15">
                  <c:v>20.0</c:v>
                </c:pt>
                <c:pt idx="16">
                  <c:v>20.0</c:v>
                </c:pt>
                <c:pt idx="17">
                  <c:v>24.0</c:v>
                </c:pt>
                <c:pt idx="18">
                  <c:v>24.0</c:v>
                </c:pt>
                <c:pt idx="19">
                  <c:v>15.0</c:v>
                </c:pt>
                <c:pt idx="20">
                  <c:v>33.0</c:v>
                </c:pt>
                <c:pt idx="21">
                  <c:v>23.0</c:v>
                </c:pt>
                <c:pt idx="22">
                  <c:v>20.0</c:v>
                </c:pt>
                <c:pt idx="23">
                  <c:v>18.0</c:v>
                </c:pt>
                <c:pt idx="24">
                  <c:v>24.0</c:v>
                </c:pt>
                <c:pt idx="25">
                  <c:v>23.0</c:v>
                </c:pt>
                <c:pt idx="26">
                  <c:v>15.0</c:v>
                </c:pt>
                <c:pt idx="27">
                  <c:v>25.0</c:v>
                </c:pt>
                <c:pt idx="28">
                  <c:v>24.0</c:v>
                </c:pt>
                <c:pt idx="29">
                  <c:v>26.0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  <c:pt idx="13">
                  <c:v>50.0</c:v>
                </c:pt>
                <c:pt idx="14">
                  <c:v>55.0</c:v>
                </c:pt>
                <c:pt idx="15">
                  <c:v>58.0</c:v>
                </c:pt>
                <c:pt idx="16">
                  <c:v>46.0</c:v>
                </c:pt>
                <c:pt idx="17">
                  <c:v>41.0</c:v>
                </c:pt>
                <c:pt idx="18">
                  <c:v>45.0</c:v>
                </c:pt>
                <c:pt idx="19">
                  <c:v>32.0</c:v>
                </c:pt>
                <c:pt idx="20">
                  <c:v>56.0</c:v>
                </c:pt>
                <c:pt idx="21">
                  <c:v>50.0</c:v>
                </c:pt>
                <c:pt idx="22">
                  <c:v>42.0</c:v>
                </c:pt>
                <c:pt idx="23">
                  <c:v>48.0</c:v>
                </c:pt>
                <c:pt idx="24">
                  <c:v>45.0</c:v>
                </c:pt>
                <c:pt idx="25">
                  <c:v>38.0</c:v>
                </c:pt>
                <c:pt idx="26">
                  <c:v>20.0</c:v>
                </c:pt>
                <c:pt idx="27">
                  <c:v>46.0</c:v>
                </c:pt>
                <c:pt idx="28">
                  <c:v>51.0</c:v>
                </c:pt>
                <c:pt idx="29">
                  <c:v>53.0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  <c:pt idx="12">
                  <c:v>18.0</c:v>
                </c:pt>
                <c:pt idx="13">
                  <c:v>33.0</c:v>
                </c:pt>
                <c:pt idx="14">
                  <c:v>32.0</c:v>
                </c:pt>
                <c:pt idx="15">
                  <c:v>37.0</c:v>
                </c:pt>
                <c:pt idx="16">
                  <c:v>29.0</c:v>
                </c:pt>
                <c:pt idx="17">
                  <c:v>25.0</c:v>
                </c:pt>
                <c:pt idx="18">
                  <c:v>26.0</c:v>
                </c:pt>
                <c:pt idx="19">
                  <c:v>20.0</c:v>
                </c:pt>
                <c:pt idx="20">
                  <c:v>32.0</c:v>
                </c:pt>
                <c:pt idx="21">
                  <c:v>25.0</c:v>
                </c:pt>
                <c:pt idx="22">
                  <c:v>26.0</c:v>
                </c:pt>
                <c:pt idx="23">
                  <c:v>26.0</c:v>
                </c:pt>
                <c:pt idx="24">
                  <c:v>26.0</c:v>
                </c:pt>
                <c:pt idx="25">
                  <c:v>25.0</c:v>
                </c:pt>
                <c:pt idx="26">
                  <c:v>15.0</c:v>
                </c:pt>
                <c:pt idx="27">
                  <c:v>22.0</c:v>
                </c:pt>
                <c:pt idx="28">
                  <c:v>31.0</c:v>
                </c:pt>
                <c:pt idx="29">
                  <c:v>25.0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Sheet1!$D$2:$D$31</c:f>
              <c:numCache>
                <c:formatCode>General</c:formatCode>
                <c:ptCount val="30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  <c:pt idx="12">
                  <c:v>7.0</c:v>
                </c:pt>
                <c:pt idx="13">
                  <c:v>17.0</c:v>
                </c:pt>
                <c:pt idx="14">
                  <c:v>23.0</c:v>
                </c:pt>
                <c:pt idx="15">
                  <c:v>21.0</c:v>
                </c:pt>
                <c:pt idx="16">
                  <c:v>17.0</c:v>
                </c:pt>
                <c:pt idx="17">
                  <c:v>16.0</c:v>
                </c:pt>
                <c:pt idx="18">
                  <c:v>19.0</c:v>
                </c:pt>
                <c:pt idx="19">
                  <c:v>12.0</c:v>
                </c:pt>
                <c:pt idx="20">
                  <c:v>24.0</c:v>
                </c:pt>
                <c:pt idx="21">
                  <c:v>25.0</c:v>
                </c:pt>
                <c:pt idx="22">
                  <c:v>16.0</c:v>
                </c:pt>
                <c:pt idx="23">
                  <c:v>22.0</c:v>
                </c:pt>
                <c:pt idx="24">
                  <c:v>19.0</c:v>
                </c:pt>
                <c:pt idx="25">
                  <c:v>13.0</c:v>
                </c:pt>
                <c:pt idx="26">
                  <c:v>5.0</c:v>
                </c:pt>
                <c:pt idx="27">
                  <c:v>24.0</c:v>
                </c:pt>
                <c:pt idx="28">
                  <c:v>20.0</c:v>
                </c:pt>
                <c:pt idx="29">
                  <c:v>28.0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-96,9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-120,1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-75,7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-0,5%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199   Δ -1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190   Δ 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180   Δ 15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4.920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5.690   Δ -770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3.341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16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167 / 213 (78,4%)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194 / 240 (80,8%)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+2,1% | Turun 93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+37,5%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101 / 131 (77,1%)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+1,0%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118 / 148 (79,7%)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+4,4% | Turun 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66 / 82 (80,5%)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-1,5%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76 / 92 (82,6%)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-1,3%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1.779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1.034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41 / 213 (19,2%)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-19,6% | Turun 80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60 / 240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-10,4% | Turun 93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11 (45,5%)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131 (18,3%)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-22,6%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148 (23,6%)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 | Turun 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82 (20,7%)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 / 92 (27,2%)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3.036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478 (34,5%)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1.200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505 (92,5%)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1.580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453,1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198 | MoM -0,5%
PS: 194 | MoM +2,1%
• Performer
  RE: 1 | Active 100,0% | MoM 0,0%
  PS: 1 | Active 100,0% | MoM 0,0%
• Junior
  RE: 171 | Active 80,3% | MoM -0,6%
  PS: 167 | Active 78,4% | MoM +2,5%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16 | Active 100,0% | MoM 0,0%
  PS: 16 | Active 100,0% | MoM 0,0%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+9,5%, Gap 4
• Grapari Dompu: PS +11,1%, Gap 1
• Grapari Lombok Timur: PS -50,0%, Gap -2
• Grapari Lombok Utara: PS -50,0%,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-25,0%, Gap -1
• Grapari Mataram: PS -26,2%, Gap -16
• Grapari Sumbawa: PS +42,9%, Gap 3
• Grapari Taliwang: PS +71,4%, Gap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-80 (-5,8%), PS -76 (-6,8%)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-5 (-13,2%), PS -3 (-18,8%)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-5 (-62,5%), PS -3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549,3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NYOMAN SAPUTRA WIJAYA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Wahyu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GEORANO INDRIANTO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Fatimatuzzahrah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Wahyu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NYOMAN SAPUTRA WIJAYA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MIFTAHUL JANNAH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SAIRIN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Erwin Tri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Nanda Yuliastini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Humairoh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Erwin Tri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RIRIN DWI APRILIANTI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Humairoh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Nizma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