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Mataram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Sheet1!$A$2:$A$31</c:f>
              <c:strCache>
                <c:ptCount val="30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  <c:pt idx="26">
                  <c:v>27 Sep</c:v>
                </c:pt>
                <c:pt idx="27">
                  <c:v>28 Sep</c:v>
                </c:pt>
                <c:pt idx="28">
                  <c:v>29 Sep</c:v>
                </c:pt>
                <c:pt idx="29">
                  <c:v>30 Sep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60.0</c:v>
                </c:pt>
                <c:pt idx="1">
                  <c:v>57.0</c:v>
                </c:pt>
                <c:pt idx="2">
                  <c:v>49.0</c:v>
                </c:pt>
                <c:pt idx="3">
                  <c:v>49.0</c:v>
                </c:pt>
                <c:pt idx="4">
                  <c:v>49.0</c:v>
                </c:pt>
                <c:pt idx="5">
                  <c:v>38.0</c:v>
                </c:pt>
                <c:pt idx="6">
                  <c:v>59.0</c:v>
                </c:pt>
                <c:pt idx="7">
                  <c:v>61.0</c:v>
                </c:pt>
                <c:pt idx="8">
                  <c:v>48.0</c:v>
                </c:pt>
                <c:pt idx="9">
                  <c:v>51.0</c:v>
                </c:pt>
                <c:pt idx="10">
                  <c:v>57.0</c:v>
                </c:pt>
                <c:pt idx="11">
                  <c:v>51.0</c:v>
                </c:pt>
                <c:pt idx="12">
                  <c:v>32.0</c:v>
                </c:pt>
                <c:pt idx="13">
                  <c:v>63.0</c:v>
                </c:pt>
                <c:pt idx="14">
                  <c:v>64.0</c:v>
                </c:pt>
                <c:pt idx="15">
                  <c:v>55.0</c:v>
                </c:pt>
                <c:pt idx="16">
                  <c:v>49.0</c:v>
                </c:pt>
                <c:pt idx="17">
                  <c:v>54.0</c:v>
                </c:pt>
                <c:pt idx="18">
                  <c:v>55.0</c:v>
                </c:pt>
                <c:pt idx="19">
                  <c:v>37.0</c:v>
                </c:pt>
                <c:pt idx="20">
                  <c:v>63.0</c:v>
                </c:pt>
                <c:pt idx="21">
                  <c:v>51.0</c:v>
                </c:pt>
                <c:pt idx="22">
                  <c:v>50.0</c:v>
                </c:pt>
                <c:pt idx="23">
                  <c:v>53.0</c:v>
                </c:pt>
                <c:pt idx="24">
                  <c:v>54.0</c:v>
                </c:pt>
                <c:pt idx="25">
                  <c:v>48.0</c:v>
                </c:pt>
                <c:pt idx="26">
                  <c:v>33.0</c:v>
                </c:pt>
                <c:pt idx="27">
                  <c:v>52.0</c:v>
                </c:pt>
                <c:pt idx="28">
                  <c:v>56.0</c:v>
                </c:pt>
                <c:pt idx="29">
                  <c:v>52.0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Lombok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Sheet1!$A$2:$A$31</c:f>
              <c:strCache>
                <c:ptCount val="30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  <c:pt idx="26">
                  <c:v>27 Sep</c:v>
                </c:pt>
                <c:pt idx="27">
                  <c:v>28 Sep</c:v>
                </c:pt>
                <c:pt idx="28">
                  <c:v>29 Sep</c:v>
                </c:pt>
                <c:pt idx="29">
                  <c:v>30 Sep</c:v>
                </c:pt>
              </c:strCache>
            </c:strRef>
          </c:cat>
          <c:val>
            <c:numRef>
              <c:f>Sheet1!$C$2:$C$31</c:f>
              <c:numCache>
                <c:formatCode>General</c:formatCode>
                <c:ptCount val="30"/>
                <c:pt idx="0">
                  <c:v>36.0</c:v>
                </c:pt>
                <c:pt idx="1">
                  <c:v>34.0</c:v>
                </c:pt>
                <c:pt idx="2">
                  <c:v>28.0</c:v>
                </c:pt>
                <c:pt idx="3">
                  <c:v>22.0</c:v>
                </c:pt>
                <c:pt idx="4">
                  <c:v>29.0</c:v>
                </c:pt>
                <c:pt idx="5">
                  <c:v>23.0</c:v>
                </c:pt>
                <c:pt idx="6">
                  <c:v>36.0</c:v>
                </c:pt>
                <c:pt idx="7">
                  <c:v>28.0</c:v>
                </c:pt>
                <c:pt idx="8">
                  <c:v>31.0</c:v>
                </c:pt>
                <c:pt idx="9">
                  <c:v>35.0</c:v>
                </c:pt>
                <c:pt idx="10">
                  <c:v>26.0</c:v>
                </c:pt>
                <c:pt idx="11">
                  <c:v>28.0</c:v>
                </c:pt>
                <c:pt idx="12">
                  <c:v>21.0</c:v>
                </c:pt>
                <c:pt idx="13">
                  <c:v>33.0</c:v>
                </c:pt>
                <c:pt idx="14">
                  <c:v>41.0</c:v>
                </c:pt>
                <c:pt idx="15">
                  <c:v>35.0</c:v>
                </c:pt>
                <c:pt idx="16">
                  <c:v>29.0</c:v>
                </c:pt>
                <c:pt idx="17">
                  <c:v>30.0</c:v>
                </c:pt>
                <c:pt idx="18">
                  <c:v>31.0</c:v>
                </c:pt>
                <c:pt idx="19">
                  <c:v>22.0</c:v>
                </c:pt>
                <c:pt idx="20">
                  <c:v>30.0</c:v>
                </c:pt>
                <c:pt idx="21">
                  <c:v>28.0</c:v>
                </c:pt>
                <c:pt idx="22">
                  <c:v>30.0</c:v>
                </c:pt>
                <c:pt idx="23">
                  <c:v>35.0</c:v>
                </c:pt>
                <c:pt idx="24">
                  <c:v>30.0</c:v>
                </c:pt>
                <c:pt idx="25">
                  <c:v>25.0</c:v>
                </c:pt>
                <c:pt idx="26">
                  <c:v>18.0</c:v>
                </c:pt>
                <c:pt idx="27">
                  <c:v>27.0</c:v>
                </c:pt>
                <c:pt idx="28">
                  <c:v>32.0</c:v>
                </c:pt>
                <c:pt idx="29">
                  <c:v>26.0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Sumbawa Barat - Sumbawa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Sheet1!$A$2:$A$31</c:f>
              <c:strCache>
                <c:ptCount val="30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  <c:pt idx="26">
                  <c:v>27 Sep</c:v>
                </c:pt>
                <c:pt idx="27">
                  <c:v>28 Sep</c:v>
                </c:pt>
                <c:pt idx="28">
                  <c:v>29 Sep</c:v>
                </c:pt>
                <c:pt idx="29">
                  <c:v>30 Sep</c:v>
                </c:pt>
              </c:strCache>
            </c:strRef>
          </c:cat>
          <c:val>
            <c:numRef>
              <c:f>Sheet1!$D$2:$D$31</c:f>
              <c:numCache>
                <c:formatCode>General</c:formatCode>
                <c:ptCount val="30"/>
                <c:pt idx="0">
                  <c:v>24.0</c:v>
                </c:pt>
                <c:pt idx="1">
                  <c:v>23.0</c:v>
                </c:pt>
                <c:pt idx="2">
                  <c:v>21.0</c:v>
                </c:pt>
                <c:pt idx="3">
                  <c:v>27.0</c:v>
                </c:pt>
                <c:pt idx="4">
                  <c:v>20.0</c:v>
                </c:pt>
                <c:pt idx="5">
                  <c:v>15.0</c:v>
                </c:pt>
                <c:pt idx="6">
                  <c:v>23.0</c:v>
                </c:pt>
                <c:pt idx="7">
                  <c:v>33.0</c:v>
                </c:pt>
                <c:pt idx="8">
                  <c:v>17.0</c:v>
                </c:pt>
                <c:pt idx="9">
                  <c:v>16.0</c:v>
                </c:pt>
                <c:pt idx="10">
                  <c:v>31.0</c:v>
                </c:pt>
                <c:pt idx="11">
                  <c:v>23.0</c:v>
                </c:pt>
                <c:pt idx="12">
                  <c:v>11.0</c:v>
                </c:pt>
                <c:pt idx="13">
                  <c:v>30.0</c:v>
                </c:pt>
                <c:pt idx="14">
                  <c:v>23.0</c:v>
                </c:pt>
                <c:pt idx="15">
                  <c:v>20.0</c:v>
                </c:pt>
                <c:pt idx="16">
                  <c:v>20.0</c:v>
                </c:pt>
                <c:pt idx="17">
                  <c:v>24.0</c:v>
                </c:pt>
                <c:pt idx="18">
                  <c:v>24.0</c:v>
                </c:pt>
                <c:pt idx="19">
                  <c:v>15.0</c:v>
                </c:pt>
                <c:pt idx="20">
                  <c:v>33.0</c:v>
                </c:pt>
                <c:pt idx="21">
                  <c:v>23.0</c:v>
                </c:pt>
                <c:pt idx="22">
                  <c:v>20.0</c:v>
                </c:pt>
                <c:pt idx="23">
                  <c:v>18.0</c:v>
                </c:pt>
                <c:pt idx="24">
                  <c:v>24.0</c:v>
                </c:pt>
                <c:pt idx="25">
                  <c:v>23.0</c:v>
                </c:pt>
                <c:pt idx="26">
                  <c:v>15.0</c:v>
                </c:pt>
                <c:pt idx="27">
                  <c:v>25.0</c:v>
                </c:pt>
                <c:pt idx="28">
                  <c:v>24.0</c:v>
                </c:pt>
                <c:pt idx="29">
                  <c:v>26.0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Mataram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Sheet1!$A$2:$A$31</c:f>
              <c:strCache>
                <c:ptCount val="30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  <c:pt idx="26">
                  <c:v>27 Sep</c:v>
                </c:pt>
                <c:pt idx="27">
                  <c:v>28 Sep</c:v>
                </c:pt>
                <c:pt idx="28">
                  <c:v>29 Sep</c:v>
                </c:pt>
                <c:pt idx="29">
                  <c:v>30 Sep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44.0</c:v>
                </c:pt>
                <c:pt idx="1">
                  <c:v>44.0</c:v>
                </c:pt>
                <c:pt idx="2">
                  <c:v>40.0</c:v>
                </c:pt>
                <c:pt idx="3">
                  <c:v>34.0</c:v>
                </c:pt>
                <c:pt idx="4">
                  <c:v>34.0</c:v>
                </c:pt>
                <c:pt idx="5">
                  <c:v>21.0</c:v>
                </c:pt>
                <c:pt idx="6">
                  <c:v>44.0</c:v>
                </c:pt>
                <c:pt idx="7">
                  <c:v>56.0</c:v>
                </c:pt>
                <c:pt idx="8">
                  <c:v>54.0</c:v>
                </c:pt>
                <c:pt idx="9">
                  <c:v>38.0</c:v>
                </c:pt>
                <c:pt idx="10">
                  <c:v>33.0</c:v>
                </c:pt>
                <c:pt idx="11">
                  <c:v>43.0</c:v>
                </c:pt>
                <c:pt idx="12">
                  <c:v>25.0</c:v>
                </c:pt>
                <c:pt idx="13">
                  <c:v>50.0</c:v>
                </c:pt>
                <c:pt idx="14">
                  <c:v>55.0</c:v>
                </c:pt>
                <c:pt idx="15">
                  <c:v>58.0</c:v>
                </c:pt>
                <c:pt idx="16">
                  <c:v>46.0</c:v>
                </c:pt>
                <c:pt idx="17">
                  <c:v>41.0</c:v>
                </c:pt>
                <c:pt idx="18">
                  <c:v>45.0</c:v>
                </c:pt>
                <c:pt idx="19">
                  <c:v>32.0</c:v>
                </c:pt>
                <c:pt idx="20">
                  <c:v>56.0</c:v>
                </c:pt>
                <c:pt idx="21">
                  <c:v>50.0</c:v>
                </c:pt>
                <c:pt idx="22">
                  <c:v>42.0</c:v>
                </c:pt>
                <c:pt idx="23">
                  <c:v>48.0</c:v>
                </c:pt>
                <c:pt idx="24">
                  <c:v>45.0</c:v>
                </c:pt>
                <c:pt idx="25">
                  <c:v>38.0</c:v>
                </c:pt>
                <c:pt idx="26">
                  <c:v>20.0</c:v>
                </c:pt>
                <c:pt idx="27">
                  <c:v>46.0</c:v>
                </c:pt>
                <c:pt idx="28">
                  <c:v>51.0</c:v>
                </c:pt>
                <c:pt idx="29">
                  <c:v>53.0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Lombok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Sheet1!$A$2:$A$31</c:f>
              <c:strCache>
                <c:ptCount val="30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  <c:pt idx="26">
                  <c:v>27 Sep</c:v>
                </c:pt>
                <c:pt idx="27">
                  <c:v>28 Sep</c:v>
                </c:pt>
                <c:pt idx="28">
                  <c:v>29 Sep</c:v>
                </c:pt>
                <c:pt idx="29">
                  <c:v>30 Sep</c:v>
                </c:pt>
              </c:strCache>
            </c:strRef>
          </c:cat>
          <c:val>
            <c:numRef>
              <c:f>Sheet1!$C$2:$C$31</c:f>
              <c:numCache>
                <c:formatCode>General</c:formatCode>
                <c:ptCount val="30"/>
                <c:pt idx="0">
                  <c:v>23.0</c:v>
                </c:pt>
                <c:pt idx="1">
                  <c:v>29.0</c:v>
                </c:pt>
                <c:pt idx="2">
                  <c:v>23.0</c:v>
                </c:pt>
                <c:pt idx="3">
                  <c:v>18.0</c:v>
                </c:pt>
                <c:pt idx="4">
                  <c:v>19.0</c:v>
                </c:pt>
                <c:pt idx="5">
                  <c:v>12.0</c:v>
                </c:pt>
                <c:pt idx="6">
                  <c:v>32.0</c:v>
                </c:pt>
                <c:pt idx="7">
                  <c:v>29.0</c:v>
                </c:pt>
                <c:pt idx="8">
                  <c:v>31.0</c:v>
                </c:pt>
                <c:pt idx="9">
                  <c:v>19.0</c:v>
                </c:pt>
                <c:pt idx="10">
                  <c:v>21.0</c:v>
                </c:pt>
                <c:pt idx="11">
                  <c:v>25.0</c:v>
                </c:pt>
                <c:pt idx="12">
                  <c:v>18.0</c:v>
                </c:pt>
                <c:pt idx="13">
                  <c:v>33.0</c:v>
                </c:pt>
                <c:pt idx="14">
                  <c:v>32.0</c:v>
                </c:pt>
                <c:pt idx="15">
                  <c:v>37.0</c:v>
                </c:pt>
                <c:pt idx="16">
                  <c:v>29.0</c:v>
                </c:pt>
                <c:pt idx="17">
                  <c:v>25.0</c:v>
                </c:pt>
                <c:pt idx="18">
                  <c:v>26.0</c:v>
                </c:pt>
                <c:pt idx="19">
                  <c:v>20.0</c:v>
                </c:pt>
                <c:pt idx="20">
                  <c:v>32.0</c:v>
                </c:pt>
                <c:pt idx="21">
                  <c:v>25.0</c:v>
                </c:pt>
                <c:pt idx="22">
                  <c:v>26.0</c:v>
                </c:pt>
                <c:pt idx="23">
                  <c:v>26.0</c:v>
                </c:pt>
                <c:pt idx="24">
                  <c:v>26.0</c:v>
                </c:pt>
                <c:pt idx="25">
                  <c:v>25.0</c:v>
                </c:pt>
                <c:pt idx="26">
                  <c:v>15.0</c:v>
                </c:pt>
                <c:pt idx="27">
                  <c:v>22.0</c:v>
                </c:pt>
                <c:pt idx="28">
                  <c:v>31.0</c:v>
                </c:pt>
                <c:pt idx="29">
                  <c:v>25.0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Sumbawa Barat - Sumbawa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Sheet1!$A$2:$A$31</c:f>
              <c:strCache>
                <c:ptCount val="30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  <c:pt idx="26">
                  <c:v>27 Sep</c:v>
                </c:pt>
                <c:pt idx="27">
                  <c:v>28 Sep</c:v>
                </c:pt>
                <c:pt idx="28">
                  <c:v>29 Sep</c:v>
                </c:pt>
                <c:pt idx="29">
                  <c:v>30 Sep</c:v>
                </c:pt>
              </c:strCache>
            </c:strRef>
          </c:cat>
          <c:val>
            <c:numRef>
              <c:f>Sheet1!$D$2:$D$31</c:f>
              <c:numCache>
                <c:formatCode>General</c:formatCode>
                <c:ptCount val="30"/>
                <c:pt idx="0">
                  <c:v>21.0</c:v>
                </c:pt>
                <c:pt idx="1">
                  <c:v>15.0</c:v>
                </c:pt>
                <c:pt idx="2">
                  <c:v>17.0</c:v>
                </c:pt>
                <c:pt idx="3">
                  <c:v>16.0</c:v>
                </c:pt>
                <c:pt idx="4">
                  <c:v>15.0</c:v>
                </c:pt>
                <c:pt idx="5">
                  <c:v>9.0</c:v>
                </c:pt>
                <c:pt idx="6">
                  <c:v>12.0</c:v>
                </c:pt>
                <c:pt idx="7">
                  <c:v>27.0</c:v>
                </c:pt>
                <c:pt idx="8">
                  <c:v>23.0</c:v>
                </c:pt>
                <c:pt idx="9">
                  <c:v>19.0</c:v>
                </c:pt>
                <c:pt idx="10">
                  <c:v>12.0</c:v>
                </c:pt>
                <c:pt idx="11">
                  <c:v>18.0</c:v>
                </c:pt>
                <c:pt idx="12">
                  <c:v>7.0</c:v>
                </c:pt>
                <c:pt idx="13">
                  <c:v>17.0</c:v>
                </c:pt>
                <c:pt idx="14">
                  <c:v>23.0</c:v>
                </c:pt>
                <c:pt idx="15">
                  <c:v>21.0</c:v>
                </c:pt>
                <c:pt idx="16">
                  <c:v>17.0</c:v>
                </c:pt>
                <c:pt idx="17">
                  <c:v>16.0</c:v>
                </c:pt>
                <c:pt idx="18">
                  <c:v>19.0</c:v>
                </c:pt>
                <c:pt idx="19">
                  <c:v>12.0</c:v>
                </c:pt>
                <c:pt idx="20">
                  <c:v>24.0</c:v>
                </c:pt>
                <c:pt idx="21">
                  <c:v>25.0</c:v>
                </c:pt>
                <c:pt idx="22">
                  <c:v>16.0</c:v>
                </c:pt>
                <c:pt idx="23">
                  <c:v>22.0</c:v>
                </c:pt>
                <c:pt idx="24">
                  <c:v>19.0</c:v>
                </c:pt>
                <c:pt idx="25">
                  <c:v>13.0</c:v>
                </c:pt>
                <c:pt idx="26">
                  <c:v>5.0</c:v>
                </c:pt>
                <c:pt idx="27">
                  <c:v>24.0</c:v>
                </c:pt>
                <c:pt idx="28">
                  <c:v>20.0</c:v>
                </c:pt>
                <c:pt idx="29">
                  <c:v>28.0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01–30 Sep 2026 vs MTD-1 01–31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2.798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2.720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2.623,1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103,7%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-96,9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2.156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2.039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2.094,1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97,4%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-2,1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-67,4%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Mataram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1.596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1.462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108,9%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-120,1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107,1%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-75,7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1.258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98,2%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87,2%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130,8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Bima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Kota Bima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-77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-35,5%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Utara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Dompu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01–30 Sep 2026 vs MTD-1 01–31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240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198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-0,5%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199   Δ -1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194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+1,6%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191   Δ 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195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+8,3%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180   Δ 15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4.920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-13,5%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5.690   Δ -770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7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8708"/>
                <a:gridCol w="66119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881593"/>
                <a:gridCol w="881593"/>
                <a:gridCol w="881593"/>
              </a:tblGrid>
              <a:tr h="32004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0040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+3,5%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+13,8%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2.349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2.239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-4,7%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+2,3%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3.341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2.681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-19,8%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133088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Mataram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407408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+21,3%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861304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01–30 Sep 2026 vs MTD-1 01–31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16 / 16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+23,1% | Turun 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167 / 213 (78,4%)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80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194 / 240 (80,8%)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+2,1% | Turun 93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11 / 11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+37,5% | Turun 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101 / 131 (77,1%)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+1,0% | Turun 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118 / 148 (79,7%)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+4,4% | Turun 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66 / 82 (80,5%)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-1,5% | Turun 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76 / 92 (82,6%)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-1,3% | Turun 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163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+27,3%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1.275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-8,8%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288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1.779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738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152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1.034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537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136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745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8 / 16 (50,0%)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+33,3% | Turun 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41 / 213 (19,2%)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-19,6% | Turun 80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60 / 240 (25,0%)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-10,4% | Turun 93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11 (45,5%)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+66,7% | Turun 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24 / 131 (18,3%)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-22,6% | Turun 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35 / 148 (23,6%)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-10,3% | Turun 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5 (60,0%)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17 / 82 (20,7%)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-15,0% | Turun 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25 / 92 (27,2%)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-10,7% | Turun 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01–30 Sep 2026 vs MTD-1 01–31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01–30 Sep 2026 vs MTD-1 01–31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1.303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+33,0%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Mataram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2.420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2.291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1.911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1.779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188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3.036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9.026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6.344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19.809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15,3%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1.387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478 (34,5%)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1.200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546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505 (92,5%)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1.580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01–30 Sep 2026 vs MTD-1 01–31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2.790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2.714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2.154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2.038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521,8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2.420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2.291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1.911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1.779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453,1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30,1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+28,0%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30,8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+38,0%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+29,2%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7,1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720,0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198 | MoM -0,5%
PS: 194 | MoM +1,6%
• Performer
  RE: 1 | Active 100,0% | MoM 0,0%
  PS: 1 | Active 100,0% | MoM 0,0%
• Junior
  RE: 171 | Active 80,3% | MoM -0,6%
  PS: 167 | Active 78,4% | MoM +1,8%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16 | Active 100,0% | MoM 0,0%
  PS: 16 | Active 100,0% | MoM 0,0%
• Junior Plus
  RE: 10 | Active 100,0% | MoM 0,0%
  PS: 10 | Active 100,0%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Bima: PS +9,5%, Gap 4
• Grapari Dompu: PS +11,1%, Gap 1
• Grapari Lombok Timur: PS -50,0%, Gap -2
• Grapari Lombok Utara: PS -50,0%, Gap -1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Maluk: PS -25,0%, Gap -1
• Grapari Mataram: PS -28,6%, Gap -18
• Grapari Sumbawa: PS +42,9%, Gap 3
• Grapari Taliwang: PS +71,4%, Gap 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Lombok: RE -127 (-8,9%), PS -114 (-9,9%)
• Sumbawa Barat - Sumbawa Timur: RE -2 (-0,2%), PS -18 (-2,4%)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Sumbawa Barat - Sumbawa Timur: RE -5 (-13,2%), PS -4 (-23,5%)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Lombok: RE -5 (-62,5%), PS -3 (-100,0%)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01–30 Sep 2026 vs MTD-1 01–31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2.156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2.039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01–30 Sep 2026 vs MTD-1 01–31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86,0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74,7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119,4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115,5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49,6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15,4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16,6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45,5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42,3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26,7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70,7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58,1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73,9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73,2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22,9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20,7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232,9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212,1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70,9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65,1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198,3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126,2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70,9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65,1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875,0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34,6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85,9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+148,3%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569,2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522,1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361,0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282,1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208,2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240,0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01–30 Sep 2026 vs MTD-1 01–31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Ismail Marzuki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Yudi arman 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NYOMAN SAPUTRA WIJAYA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Wahyu Hidayat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ARIEF RAMADHOAN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ALVIN HIDAYAT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BQ DEWI NINGRUM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ELISA PUTRI DEWI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ANNISA SYAKIRAH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luh puri artini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Ismail Marzuki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Yudi arman 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ALVIN HIDAYAT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GEORANO INDRIANTO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ELISA PUTRI DEWI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Fatimatuzzahrah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Wahyu Hidayat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NYOMAN SAPUTRA WIJAYA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FIKA AYU PUSPITASARI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MIFTAHUL JANNAH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01–30 Sep 2026 vs MTD-1 01–31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AISA TUKUBRA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 tarmizi taher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Ibadillah Hish Sholihah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 SAIRIN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Erwin Tri Saputra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Riskia nur komalasari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Nanda Yuliastini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Humairoh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Nadia Arianda 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HARYATI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YANTI 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 tarmizi taher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Ibadillah Hish Sholihah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Erwin Tri Saputra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BAIQ RIRIN DWI APRILIANTI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Riskia nur komalasari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Nanda Yuliastini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Humairoh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Nadia Arianda 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HARYATI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