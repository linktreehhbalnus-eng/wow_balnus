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30/08</c:v>
                </c:pt>
                <c:pt idx="1">
                  <c:v>31/08</c:v>
                </c:pt>
                <c:pt idx="2">
                  <c:v>01/09</c:v>
                </c:pt>
                <c:pt idx="3">
                  <c:v>02/09</c:v>
                </c:pt>
                <c:pt idx="4">
                  <c:v>03/09</c:v>
                </c:pt>
                <c:pt idx="5">
                  <c:v>04/09</c:v>
                </c:pt>
                <c:pt idx="6">
                  <c:v>05/09</c:v>
                </c:pt>
                <c:pt idx="7">
                  <c:v>06/09</c:v>
                </c:pt>
                <c:pt idx="8">
                  <c:v>07/09</c:v>
                </c:pt>
                <c:pt idx="9">
                  <c:v>08/09</c:v>
                </c:pt>
                <c:pt idx="10">
                  <c:v>09/09</c:v>
                </c:pt>
                <c:pt idx="11">
                  <c:v>10/09</c:v>
                </c:pt>
                <c:pt idx="12">
                  <c:v>11/09</c:v>
                </c:pt>
                <c:pt idx="13">
                  <c:v>12/09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203.0</c:v>
                </c:pt>
                <c:pt idx="1">
                  <c:v>346.0</c:v>
                </c:pt>
                <c:pt idx="2">
                  <c:v>407.0</c:v>
                </c:pt>
                <c:pt idx="3">
                  <c:v>359.0</c:v>
                </c:pt>
                <c:pt idx="4">
                  <c:v>334.0</c:v>
                </c:pt>
                <c:pt idx="5">
                  <c:v>324.0</c:v>
                </c:pt>
                <c:pt idx="6">
                  <c:v>279.0</c:v>
                </c:pt>
                <c:pt idx="7">
                  <c:v>198.0</c:v>
                </c:pt>
                <c:pt idx="8">
                  <c:v>362.0</c:v>
                </c:pt>
                <c:pt idx="9">
                  <c:v>351.0</c:v>
                </c:pt>
                <c:pt idx="10">
                  <c:v>315.0</c:v>
                </c:pt>
                <c:pt idx="11">
                  <c:v>313.0</c:v>
                </c:pt>
                <c:pt idx="12">
                  <c:v>318.0</c:v>
                </c:pt>
                <c:pt idx="13">
                  <c:v>253.0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30/08</c:v>
                </c:pt>
                <c:pt idx="1">
                  <c:v>31/08</c:v>
                </c:pt>
                <c:pt idx="2">
                  <c:v>01/09</c:v>
                </c:pt>
                <c:pt idx="3">
                  <c:v>02/09</c:v>
                </c:pt>
                <c:pt idx="4">
                  <c:v>03/09</c:v>
                </c:pt>
                <c:pt idx="5">
                  <c:v>04/09</c:v>
                </c:pt>
                <c:pt idx="6">
                  <c:v>05/09</c:v>
                </c:pt>
                <c:pt idx="7">
                  <c:v>06/09</c:v>
                </c:pt>
                <c:pt idx="8">
                  <c:v>07/09</c:v>
                </c:pt>
                <c:pt idx="9">
                  <c:v>08/09</c:v>
                </c:pt>
                <c:pt idx="10">
                  <c:v>09/09</c:v>
                </c:pt>
                <c:pt idx="11">
                  <c:v>10/09</c:v>
                </c:pt>
                <c:pt idx="12">
                  <c:v>11/09</c:v>
                </c:pt>
                <c:pt idx="13">
                  <c:v>12/09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142.0</c:v>
                </c:pt>
                <c:pt idx="1">
                  <c:v>257.0</c:v>
                </c:pt>
                <c:pt idx="2">
                  <c:v>271.0</c:v>
                </c:pt>
                <c:pt idx="3">
                  <c:v>315.0</c:v>
                </c:pt>
                <c:pt idx="4">
                  <c:v>270.0</c:v>
                </c:pt>
                <c:pt idx="5">
                  <c:v>255.0</c:v>
                </c:pt>
                <c:pt idx="6">
                  <c:v>185.0</c:v>
                </c:pt>
                <c:pt idx="7">
                  <c:v>159.0</c:v>
                </c:pt>
                <c:pt idx="8">
                  <c:v>256.0</c:v>
                </c:pt>
                <c:pt idx="9">
                  <c:v>285.0</c:v>
                </c:pt>
                <c:pt idx="10">
                  <c:v>266.0</c:v>
                </c:pt>
                <c:pt idx="11">
                  <c:v>237.0</c:v>
                </c:pt>
                <c:pt idx="12">
                  <c:v>258.0</c:v>
                </c:pt>
                <c:pt idx="13">
                  <c:v>191.0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+2,3% &amp; PS -0,2% MoM — Achievement Mencapai 37,4% (RE) / 36,2%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12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01–12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(+3,6%), Denpasar Terdalam (-2,7%)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37,0%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(+23,8%), Bali Tengah 1 Terdalam (-14,8%)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(+96), Rote Ndao Tumbuh Tertinggi (+80,0%)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+190, Bottom 5 -183, dan perubahan PS regional -5.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(+109,7%), TSEL One &gt;30 Mbps Turun Terdalam (-69,2%)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-2,0%, Aktivitas DJP +8,9% MoM — Registered SF 864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4.972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9.919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5.442
Dikunjungi: 667 (12,3%)
Visit DJP: 1.772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1.188
Dikunjungi: 524 (44,1%)
Visit DJP: 1.535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nilna audia oktapia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EFENDI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GAGUS PUTU SUASA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nilna audia oktapia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HENDRIK YAKOBIS ZACHARYA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Sep 2026 vs MTD-1 01–12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Sep 2026 vs MTD-1 01–12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2.953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2.948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Sep 2026 vs MTD-1 01–12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Sep 2026 vs MTD-1 01–12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3.729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3.813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2.953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2.948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650,6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3.099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2.526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2.575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555,4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+130,6%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526 | MoM +0,2%
PS: 491 | MoM -2,0%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439 | Active 57,1% | MoM -0,7%
  PS: 407 | Active 52,9% | MoM -3,1%
• Greenfield
  RE: 51 | Active 87,9% | MoM +10,9%
  PS: 48 | Active 82,8% | MoM +9,1%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-7,7%, Gap -4
• Flores: PS -23,5%, Gap -16
• Kupang: PS +15,8%, Gap +3
• Mataram: PS -6,7%, Gap 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Maluk (Mataram): -100,0%, Gap -1
• Grapari Gatsu Tengah (Denpasar): -75,0%, Gap -3
• Grapari Larantuka (Flores): -60,0%, Gap -3
• Grapari Bajawa (Flores): -50,0%, Gap -2
• Grapari Waikabubak (Kupang):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-39 (-10,3%), PS -40 (-12,1%)
• Bali Timur: RE -3 (-1,2%), PS -20 (-9,7%)
• Kupang Rote - Malaka Timtim Belu: RE -28 (-8,7%), PS -11 (-4,1%)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-27 (-42,9%), PS -22 (-44,9%)
• Bali Tengah 1: RE -7 (-15,2%), PS -12 (-31,6%)
• Bali Barat: RE -12 (-44,4%), PS -6 (-42,9%)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-1 (-12,5%), PS -4 (-57,1%)
• Kupang Rote - Malaka Timtim Belu: RE -9 (-47,4%), PS -4 (-44,4%)
• Bali Barat: RE -4 (-44,4%), PS -2 (-66,7%)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Sep 2026 vs MTD-1 01–12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 / 309 (42,1%)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-19,3% | Turun 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167 / 350 (47,7%)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-13,5%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 / 135 (48,9%)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149 (53,7%)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9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 / 114 (72,8%)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+3,8%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 / 127 (72,4%)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128 / 211 (60,7%)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-0,8%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152 / 238 (63,9%)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+1,3% | Turun 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 / 58 (82,8%)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+11,6% | Turun 22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407 / 769 (52,9%)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-4,9% | Turun 222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492 / 891 (55,2%)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 | Turun 265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+595,0%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1.615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+715,0%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2.573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309 (5,2%)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350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13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135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149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114 (2,6%)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127 (3,9%)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211 (5,7%)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238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 | Turun 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58 (6,9%)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 / 769 (4,7%)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+2,9% | Turun 222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20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-23,1%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67 / 891 (7,5%)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+6,3% | Turun 265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