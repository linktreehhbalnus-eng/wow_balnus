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14/08</c:v>
                </c:pt>
                <c:pt idx="1">
                  <c:v>15/08</c:v>
                </c:pt>
                <c:pt idx="2">
                  <c:v>16/08</c:v>
                </c:pt>
                <c:pt idx="3">
                  <c:v>17/08</c:v>
                </c:pt>
                <c:pt idx="4">
                  <c:v>18/08</c:v>
                </c:pt>
                <c:pt idx="5">
                  <c:v>19/08</c:v>
                </c:pt>
                <c:pt idx="6">
                  <c:v>20/08</c:v>
                </c:pt>
                <c:pt idx="7">
                  <c:v>21/08</c:v>
                </c:pt>
                <c:pt idx="8">
                  <c:v>22/08</c:v>
                </c:pt>
                <c:pt idx="9">
                  <c:v>23/08</c:v>
                </c:pt>
                <c:pt idx="10">
                  <c:v>24/08</c:v>
                </c:pt>
                <c:pt idx="11">
                  <c:v>25/08</c:v>
                </c:pt>
                <c:pt idx="12">
                  <c:v>26/08</c:v>
                </c:pt>
                <c:pt idx="13">
                  <c:v>27/08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263.0</c:v>
                </c:pt>
                <c:pt idx="1">
                  <c:v>214.0</c:v>
                </c:pt>
                <c:pt idx="2">
                  <c:v>214.0</c:v>
                </c:pt>
                <c:pt idx="3">
                  <c:v>218.0</c:v>
                </c:pt>
                <c:pt idx="4">
                  <c:v>358.0</c:v>
                </c:pt>
                <c:pt idx="5">
                  <c:v>297.0</c:v>
                </c:pt>
                <c:pt idx="6">
                  <c:v>303.0</c:v>
                </c:pt>
                <c:pt idx="7">
                  <c:v>358.0</c:v>
                </c:pt>
                <c:pt idx="8">
                  <c:v>316.0</c:v>
                </c:pt>
                <c:pt idx="9">
                  <c:v>211.0</c:v>
                </c:pt>
                <c:pt idx="10">
                  <c:v>343.0</c:v>
                </c:pt>
                <c:pt idx="11">
                  <c:v>296.0</c:v>
                </c:pt>
                <c:pt idx="12">
                  <c:v>348.0</c:v>
                </c:pt>
                <c:pt idx="13">
                  <c:v>307.0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14/08</c:v>
                </c:pt>
                <c:pt idx="1">
                  <c:v>15/08</c:v>
                </c:pt>
                <c:pt idx="2">
                  <c:v>16/08</c:v>
                </c:pt>
                <c:pt idx="3">
                  <c:v>17/08</c:v>
                </c:pt>
                <c:pt idx="4">
                  <c:v>18/08</c:v>
                </c:pt>
                <c:pt idx="5">
                  <c:v>19/08</c:v>
                </c:pt>
                <c:pt idx="6">
                  <c:v>20/08</c:v>
                </c:pt>
                <c:pt idx="7">
                  <c:v>21/08</c:v>
                </c:pt>
                <c:pt idx="8">
                  <c:v>22/08</c:v>
                </c:pt>
                <c:pt idx="9">
                  <c:v>23/08</c:v>
                </c:pt>
                <c:pt idx="10">
                  <c:v>24/08</c:v>
                </c:pt>
                <c:pt idx="11">
                  <c:v>25/08</c:v>
                </c:pt>
                <c:pt idx="12">
                  <c:v>26/08</c:v>
                </c:pt>
                <c:pt idx="13">
                  <c:v>27/08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217.0</c:v>
                </c:pt>
                <c:pt idx="1">
                  <c:v>162.0</c:v>
                </c:pt>
                <c:pt idx="2">
                  <c:v>151.0</c:v>
                </c:pt>
                <c:pt idx="3">
                  <c:v>149.0</c:v>
                </c:pt>
                <c:pt idx="4">
                  <c:v>278.0</c:v>
                </c:pt>
                <c:pt idx="5">
                  <c:v>268.0</c:v>
                </c:pt>
                <c:pt idx="6">
                  <c:v>231.0</c:v>
                </c:pt>
                <c:pt idx="7">
                  <c:v>271.0</c:v>
                </c:pt>
                <c:pt idx="8">
                  <c:v>256.0</c:v>
                </c:pt>
                <c:pt idx="9">
                  <c:v>197.0</c:v>
                </c:pt>
                <c:pt idx="10">
                  <c:v>266.0</c:v>
                </c:pt>
                <c:pt idx="11">
                  <c:v>228.0</c:v>
                </c:pt>
                <c:pt idx="12">
                  <c:v>230.0</c:v>
                </c:pt>
                <c:pt idx="13">
                  <c:v>298.0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-0,4% &amp; PS -0,6% MoM — Achievement Mencapai 68,8% (RE) / 65,9%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Menguat pada 27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01–27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(+6,2%), Kupang Terdalam (-10,4%)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(+13,8%), Bali Timur Terdalam (-14,0%)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(+94), Lombok Tengah Tumbuh Tertinggi (+92,2%)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+256, Bottom 5 -212, dan perubahan PS regional -36.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(+49,6%), 50 Mbps Turun Terdalam (-23,7%)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+8,2%, Aktivitas DJP -6,0%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5.452
Dikunjungi: 1.154 (21,2%)
Visit DJP: 3.026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1.032
Dikunjungi: 744 (72,1%)
Visit DJP: 1.918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Evan elison selan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NIA RAHMAWATI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ANOM PURWA KENITEN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Agu 2026 vs MTD-1 01–27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