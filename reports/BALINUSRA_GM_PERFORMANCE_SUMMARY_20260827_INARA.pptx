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14/08</c:v>
                </c:pt>
                <c:pt idx="1">
                  <c:v>15/08</c:v>
                </c:pt>
                <c:pt idx="2">
                  <c:v>16/08</c:v>
                </c:pt>
                <c:pt idx="3">
                  <c:v>17/08</c:v>
                </c:pt>
                <c:pt idx="4">
                  <c:v>18/08</c:v>
                </c:pt>
                <c:pt idx="5">
                  <c:v>19/08</c:v>
                </c:pt>
                <c:pt idx="6">
                  <c:v>20/08</c:v>
                </c:pt>
                <c:pt idx="7">
                  <c:v>21/08</c:v>
                </c:pt>
                <c:pt idx="8">
                  <c:v>22/08</c:v>
                </c:pt>
                <c:pt idx="9">
                  <c:v>23/08</c:v>
                </c:pt>
                <c:pt idx="10">
                  <c:v>24/08</c:v>
                </c:pt>
                <c:pt idx="11">
                  <c:v>25/08</c:v>
                </c:pt>
                <c:pt idx="12">
                  <c:v>26/08</c:v>
                </c:pt>
                <c:pt idx="13">
                  <c:v>27/08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263.0</c:v>
                </c:pt>
                <c:pt idx="1">
                  <c:v>214.0</c:v>
                </c:pt>
                <c:pt idx="2">
                  <c:v>214.0</c:v>
                </c:pt>
                <c:pt idx="3">
                  <c:v>218.0</c:v>
                </c:pt>
                <c:pt idx="4">
                  <c:v>358.0</c:v>
                </c:pt>
                <c:pt idx="5">
                  <c:v>297.0</c:v>
                </c:pt>
                <c:pt idx="6">
                  <c:v>303.0</c:v>
                </c:pt>
                <c:pt idx="7">
                  <c:v>358.0</c:v>
                </c:pt>
                <c:pt idx="8">
                  <c:v>316.0</c:v>
                </c:pt>
                <c:pt idx="9">
                  <c:v>211.0</c:v>
                </c:pt>
                <c:pt idx="10">
                  <c:v>343.0</c:v>
                </c:pt>
                <c:pt idx="11">
                  <c:v>296.0</c:v>
                </c:pt>
                <c:pt idx="12">
                  <c:v>348.0</c:v>
                </c:pt>
                <c:pt idx="13">
                  <c:v>307.0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14/08</c:v>
                </c:pt>
                <c:pt idx="1">
                  <c:v>15/08</c:v>
                </c:pt>
                <c:pt idx="2">
                  <c:v>16/08</c:v>
                </c:pt>
                <c:pt idx="3">
                  <c:v>17/08</c:v>
                </c:pt>
                <c:pt idx="4">
                  <c:v>18/08</c:v>
                </c:pt>
                <c:pt idx="5">
                  <c:v>19/08</c:v>
                </c:pt>
                <c:pt idx="6">
                  <c:v>20/08</c:v>
                </c:pt>
                <c:pt idx="7">
                  <c:v>21/08</c:v>
                </c:pt>
                <c:pt idx="8">
                  <c:v>22/08</c:v>
                </c:pt>
                <c:pt idx="9">
                  <c:v>23/08</c:v>
                </c:pt>
                <c:pt idx="10">
                  <c:v>24/08</c:v>
                </c:pt>
                <c:pt idx="11">
                  <c:v>25/08</c:v>
                </c:pt>
                <c:pt idx="12">
                  <c:v>26/08</c:v>
                </c:pt>
                <c:pt idx="13">
                  <c:v>27/08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217.0</c:v>
                </c:pt>
                <c:pt idx="1">
                  <c:v>162.0</c:v>
                </c:pt>
                <c:pt idx="2">
                  <c:v>151.0</c:v>
                </c:pt>
                <c:pt idx="3">
                  <c:v>149.0</c:v>
                </c:pt>
                <c:pt idx="4">
                  <c:v>278.0</c:v>
                </c:pt>
                <c:pt idx="5">
                  <c:v>268.0</c:v>
                </c:pt>
                <c:pt idx="6">
                  <c:v>231.0</c:v>
                </c:pt>
                <c:pt idx="7">
                  <c:v>271.0</c:v>
                </c:pt>
                <c:pt idx="8">
                  <c:v>256.0</c:v>
                </c:pt>
                <c:pt idx="9">
                  <c:v>197.0</c:v>
                </c:pt>
                <c:pt idx="10">
                  <c:v>266.0</c:v>
                </c:pt>
                <c:pt idx="11">
                  <c:v>228.0</c:v>
                </c:pt>
                <c:pt idx="12">
                  <c:v>230.0</c:v>
                </c:pt>
                <c:pt idx="13">
                  <c:v>298.0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-0,4% &amp; PS -0,6% MoM — Achievement Mencapai 68,8% (RE) / 65,9%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01–27 Agu 2026 vs MTD-1 01–27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-0,1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Stabil, PS Menguat pada 27 Agustus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01–27 Agu 2026 vs MTD-1 01–27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01–27 Agustus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 Pendorong Utama PS (+6,2%), Kupang Terdalam (-10,4%)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01–27 Agu 2026 vs MTD-1 01–27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+2,3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+6,2%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-0,5%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-3,6%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-10,4%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74,8%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68,9%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66,0%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50,7%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Lombok Tertinggi (+13,8%), Bali Timur Terdalam (-14,0%)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01–27 Agu 2026 vs MTD-1 01–27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Lombok Tengah Penyumbang PS Absolut Terbesar (+94), Lombok Tengah Tumbuh Tertinggi (+92,2%)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01–27 Agu 2026 vs MTD-1 01–27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+256, Bottom 5 -212, dan perubahan PS regional -36.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(+49,6%), 50 Mbps Turun Terdalam (-23,7%)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01–27 Agu 2026 vs MTD-1 01–27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6.844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+8,2%, Aktivitas DJP -5,3% MoM — Registered SF 861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01–27 Agu 2026 vs MTD-1 01–27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17.614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16.684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4.422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9.693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56.350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7.164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5.452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83.081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5.452
Dikunjungi: 1.226 (22,5%)
Visit DJP: 3.368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1.032
Dikunjungi: 808 (78,3%)
Visit DJP: 2.247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01–27 Agu 2026 vs MTD-1 01–27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01–27 Agu 2026 vs MTD-1 01–27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PUSPITA 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HERNAWATI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NURYANTI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Evan elison selan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lukmanul hakim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NURSIAH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LULU KARMILA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 TOPAN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NIA RAHMAWATI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NURSIAH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PUSPITA 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Marianus Hilton Raja reda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NURYANTI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lukmanul hakim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Balla panja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AGUSTINUS MAPADA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Samsul 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01–27 Agu 2026 vs MTD-1 01–27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ALFANNY KHAIRUNNISA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MOHAMMAD FAISAL ASSEGAF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PUTU ARIANI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Sri Widiawati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Lalu esa pramudya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FIRMAN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ABDIL RAHMAN MUSA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HAIRIL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BAGUS ANOM PURWA KENITEN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PUTU ARI SAPUTRA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ALFANNY KHAIRUNNISA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MOHAMMAD FAISAL ASSEGAF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Sri Widiawati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FIRMAN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ABDIL RAHMAN MUSA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KHADIJAH AHLUSSUFFI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HAIRIL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PRASDIKA FADKUR ROHMAN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PUTU ARI SAPUTRA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I PUTU BAYU ARYANATA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01–27 Agu 2026 vs MTD-1 01–27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01–27 Agu 2026 vs MTD-1 01–27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