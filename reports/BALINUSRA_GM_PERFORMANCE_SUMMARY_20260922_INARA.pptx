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09/09</c:v>
                </c:pt>
                <c:pt idx="1">
                  <c:v>10/09</c:v>
                </c:pt>
                <c:pt idx="2">
                  <c:v>11/09</c:v>
                </c:pt>
                <c:pt idx="3">
                  <c:v>12/09</c:v>
                </c:pt>
                <c:pt idx="4">
                  <c:v>13/09</c:v>
                </c:pt>
                <c:pt idx="5">
                  <c:v>14/09</c:v>
                </c:pt>
                <c:pt idx="6">
                  <c:v>15/09</c:v>
                </c:pt>
                <c:pt idx="7">
                  <c:v>16/09</c:v>
                </c:pt>
                <c:pt idx="8">
                  <c:v>17/09</c:v>
                </c:pt>
                <c:pt idx="9">
                  <c:v>18/09</c:v>
                </c:pt>
                <c:pt idx="10">
                  <c:v>19/09</c:v>
                </c:pt>
                <c:pt idx="11">
                  <c:v>20/09</c:v>
                </c:pt>
                <c:pt idx="12">
                  <c:v>21/09</c:v>
                </c:pt>
                <c:pt idx="13">
                  <c:v>22/09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315.0</c:v>
                </c:pt>
                <c:pt idx="1">
                  <c:v>313.0</c:v>
                </c:pt>
                <c:pt idx="2">
                  <c:v>319.0</c:v>
                </c:pt>
                <c:pt idx="3">
                  <c:v>254.0</c:v>
                </c:pt>
                <c:pt idx="4">
                  <c:v>169.0</c:v>
                </c:pt>
                <c:pt idx="5">
                  <c:v>339.0</c:v>
                </c:pt>
                <c:pt idx="6">
                  <c:v>320.0</c:v>
                </c:pt>
                <c:pt idx="7">
                  <c:v>322.0</c:v>
                </c:pt>
                <c:pt idx="8">
                  <c:v>334.0</c:v>
                </c:pt>
                <c:pt idx="9">
                  <c:v>305.0</c:v>
                </c:pt>
                <c:pt idx="10">
                  <c:v>267.0</c:v>
                </c:pt>
                <c:pt idx="11">
                  <c:v>193.0</c:v>
                </c:pt>
                <c:pt idx="12">
                  <c:v>378.0</c:v>
                </c:pt>
                <c:pt idx="13">
                  <c:v>316.0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09/09</c:v>
                </c:pt>
                <c:pt idx="1">
                  <c:v>10/09</c:v>
                </c:pt>
                <c:pt idx="2">
                  <c:v>11/09</c:v>
                </c:pt>
                <c:pt idx="3">
                  <c:v>12/09</c:v>
                </c:pt>
                <c:pt idx="4">
                  <c:v>13/09</c:v>
                </c:pt>
                <c:pt idx="5">
                  <c:v>14/09</c:v>
                </c:pt>
                <c:pt idx="6">
                  <c:v>15/09</c:v>
                </c:pt>
                <c:pt idx="7">
                  <c:v>16/09</c:v>
                </c:pt>
                <c:pt idx="8">
                  <c:v>17/09</c:v>
                </c:pt>
                <c:pt idx="9">
                  <c:v>18/09</c:v>
                </c:pt>
                <c:pt idx="10">
                  <c:v>19/09</c:v>
                </c:pt>
                <c:pt idx="11">
                  <c:v>20/09</c:v>
                </c:pt>
                <c:pt idx="12">
                  <c:v>21/09</c:v>
                </c:pt>
                <c:pt idx="13">
                  <c:v>22/09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266.0</c:v>
                </c:pt>
                <c:pt idx="1">
                  <c:v>237.0</c:v>
                </c:pt>
                <c:pt idx="2">
                  <c:v>258.0</c:v>
                </c:pt>
                <c:pt idx="3">
                  <c:v>191.0</c:v>
                </c:pt>
                <c:pt idx="4">
                  <c:v>151.0</c:v>
                </c:pt>
                <c:pt idx="5">
                  <c:v>266.0</c:v>
                </c:pt>
                <c:pt idx="6">
                  <c:v>271.0</c:v>
                </c:pt>
                <c:pt idx="7">
                  <c:v>266.0</c:v>
                </c:pt>
                <c:pt idx="8">
                  <c:v>261.0</c:v>
                </c:pt>
                <c:pt idx="9">
                  <c:v>242.0</c:v>
                </c:pt>
                <c:pt idx="10">
                  <c:v>209.0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+3,3% &amp; PS -11,3% MoM — Achievement Mencapai 66,3% (RE) / 56,7%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Menguat, PS Melemah pada 22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01–22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(+0,3%), Denpasar Terdalam (-14,9%)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-9,9%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-12,3%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-14,9%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61,1%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59,2%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58,3%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44,0%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Tertinggi (+8,3%), Bali Tengah 1 Terdalam (-22,2%)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(+157), Buleleng Tumbuh Tertinggi (+71,4%)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+306, Bottom 5 -199, dan perubahan PS regional -585.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(+25,0%), TSEL One &gt;30 Mbps Turun Terdalam (-65,7%)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-1,7%, Aktivitas DJP +3,3% MoM — Registered SF 893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13.778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5.109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9.932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55.850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5.483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83.458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5.483
Dikunjungi: 1.069 (19,5%)
Visit DJP: 2.948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1.306
Dikunjungi: 868 (66,5%)
Visit DJP: 2.638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ROBERTUS BEDA KOTEN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Yudi arman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DODYK SUPRIADI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STANISLAUS APRIANUS HUN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Haris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Achmad ahmadi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Hendra Tauhid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Anita Welmince ukat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Riko Simanjuntak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FILIA REGINA DOLOROSA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IBNU MAULANA MAHENDRA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Stefanus jefri kantur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STANISLAUS APRIANUS HUN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FERI ANDI SEMBIRING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EMILIA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tarmizi taher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Ibadillah Hish Sholihah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ERNY JUMRIANTY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Andi Setiawan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IFA HANIFAH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01–22 Sep 2026 vs MTD-1 01–22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01–22 Sep 2026 vs MTD-1 01–22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1.983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1.687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5.199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4.614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2.426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2.065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1.420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01–22 Sep 2026 vs MTD-1 01–22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1,0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01–22 Sep 2026 vs MTD-1 01–22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6.540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6.758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5.199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4.614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1,0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5.533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5.716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4.525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4.024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872,8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+67,5%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611 | MoM +3,2%
PS: 564 | MoM -1,7%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520 | Active 65,2% | MoM +3,4%
  PS: 475 | Active 59,5% | MoM -2,3%
• Greenfield
  RE: 55 | Active 94,8% | MoM +5,8%
  PS: 53 | Active 91,4% | MoM +3,9%
• Junior Plus
  RE: 19 | Active 95,0% | MoM -5,0%
  PS: 19 | Active 95,0% | MoM -5,0%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-3,9%, Gap -3
• Flores: PS -19,6%, Gap -20
• Kupang: PS +20,0%, Gap +6
• Mataram: PS -20,4%, Gap -21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Lombok Utara (Mataram): -100,0%, Gap -2
• Grapari Gatsu Tengah (Denpasar): -71,4%, Gap -5
• Grapari Maluk (Mataram): -66,7%, Gap -2
• Grapari Lombok Timur (Mataram): -50,0%, Gap -1
• Grapari Maumere (Flores): -47,1%, Gap -8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1: RE -73 (-11,0%), PS -122 (-21,5%)
• Bali Tengah 2: RE -70 (-10,0%), PS -109 (-18,9%)
• Kupang Rote - Malaka Timtim Belu: RE -32 (-5,5%), PS -92 (-18,7%)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2: RE -44 (-40,0%), PS -40 (-46,5%)
• Bali Tengah 1: RE -14 (-18,4%), PS -16 (-28,1%)
• Bali Barat: RE -15 (-38,5%), PS -9 (-45,0%)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Kupang Rote - Malaka Timtim Belu: RE -13 (-34,2%), PS -8 (-50,0%)
• Bali Barat: RE -7 (-43,8%), PS -3 (-60,0%)
• Bali Tengah 1: RE +3 (+20,0%), PS -3 (-27,3%)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-3 (-50,0%), PS -2 (-100,0%)
• Sumbawa Barat - Sumbawa Timur: RE +1 (+25,0%), PS -1 (-33,3%)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01–22 Sep 2026 vs MTD-1 01–22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+18,8%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156 / 310 (50,3%)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-11,4% | Turun 101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195 / 351 (55,6%)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 | Turun 122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 / 136 (54,4%)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+10,4% | Turun 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 / 150 (58,7%)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+8,6% | Turun 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94 / 139 (67,6%)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+8,0%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 / 152 (69,1%)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+7,1%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16 (87,5%)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151 / 213 (70,9%)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176 / 240 (73,3%)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 | Turun 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 / 58 (91,4%)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+10,4%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475 / 798 (59,5%)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+0,4% | Turun 228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565 / 924 (61,1%)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+2,2% | Turun 274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1.825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1.115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2.534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+653,1%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4.023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20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 / 310 (7,7%)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-22,6% | Turun 101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 / 351 (13,7%)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122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13 (53,8%)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136 (11,0%)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 / 150 (15,3%)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+53,3% | Turun 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139 (7,2%)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152 (9,2%)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16 (18,8%)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 / 213 (11,3%)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 / 240 (15,8%)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+8,6% | Turun 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58 (24,1%)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+7,7% | Turun 21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73 / 798 (9,1%)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-2,7% | Turun 228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+18,8%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123 / 924 (13,3%)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+6,0% | Turun 274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