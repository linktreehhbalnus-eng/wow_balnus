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+39,3%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1.660   Δ 652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 / 136 (57,4%)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+14,7%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150 (61,3%)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+12,2%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72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79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71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(42,5%)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(83,9%)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+8,1%
PS: 92 | MoM +12,2%
• Junior
  RE: 79 | Active 58,1% | MoM +8,2%
  PS: 78 | Active 57,4% | MoM +13,0%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+83,3%, Gap 5
• Grapari Ende: PS +40,0%, Gap 10
• Grapari Kalabahi: PS -28,0%, Gap -7
• Grapari Labuan Bajo: PS -22,2%,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+83,3%, Gap 5
• Grapari Maumere: PS -35,3%, Gap -6
• Grapari Ruteng: PS +12,5%,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