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  <c:pt idx="18">
                  <c:v>20.0</c:v>
                </c:pt>
                <c:pt idx="19">
                  <c:v>10.0</c:v>
                </c:pt>
                <c:pt idx="20">
                  <c:v>25.0</c:v>
                </c:pt>
                <c:pt idx="21">
                  <c:v>26.0</c:v>
                </c:pt>
                <c:pt idx="22">
                  <c:v>24.0</c:v>
                </c:pt>
                <c:pt idx="23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  <c:pt idx="17">
                  <c:v>12.0</c:v>
                </c:pt>
                <c:pt idx="18">
                  <c:v>10.0</c:v>
                </c:pt>
                <c:pt idx="19">
                  <c:v>5.0</c:v>
                </c:pt>
                <c:pt idx="20">
                  <c:v>16.0</c:v>
                </c:pt>
                <c:pt idx="21">
                  <c:v>17.0</c:v>
                </c:pt>
                <c:pt idx="22">
                  <c:v>17.0</c:v>
                </c:pt>
                <c:pt idx="23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  <c:pt idx="17">
                  <c:v>8.0</c:v>
                </c:pt>
                <c:pt idx="18">
                  <c:v>10.0</c:v>
                </c:pt>
                <c:pt idx="19">
                  <c:v>5.0</c:v>
                </c:pt>
                <c:pt idx="20">
                  <c:v>9.0</c:v>
                </c:pt>
                <c:pt idx="21">
                  <c:v>9.0</c:v>
                </c:pt>
                <c:pt idx="22">
                  <c:v>7.0</c:v>
                </c:pt>
                <c:pt idx="23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  <c:pt idx="18">
                  <c:v>11.0</c:v>
                </c:pt>
                <c:pt idx="19">
                  <c:v>13.0</c:v>
                </c:pt>
                <c:pt idx="20">
                  <c:v>25.0</c:v>
                </c:pt>
                <c:pt idx="21">
                  <c:v>20.0</c:v>
                </c:pt>
                <c:pt idx="22">
                  <c:v>25.0</c:v>
                </c:pt>
                <c:pt idx="23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  <c:pt idx="17">
                  <c:v>12.0</c:v>
                </c:pt>
                <c:pt idx="18">
                  <c:v>6.0</c:v>
                </c:pt>
                <c:pt idx="19">
                  <c:v>9.0</c:v>
                </c:pt>
                <c:pt idx="20">
                  <c:v>16.0</c:v>
                </c:pt>
                <c:pt idx="21">
                  <c:v>14.0</c:v>
                </c:pt>
                <c:pt idx="22">
                  <c:v>14.0</c:v>
                </c:pt>
                <c:pt idx="23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  <c:pt idx="17">
                  <c:v>11.0</c:v>
                </c:pt>
                <c:pt idx="18">
                  <c:v>5.0</c:v>
                </c:pt>
                <c:pt idx="19">
                  <c:v>4.0</c:v>
                </c:pt>
                <c:pt idx="20">
                  <c:v>9.0</c:v>
                </c:pt>
                <c:pt idx="21">
                  <c:v>6.0</c:v>
                </c:pt>
                <c:pt idx="22">
                  <c:v>11.0</c:v>
                </c:pt>
                <c:pt idx="23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86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+23,1%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52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2.312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+39,3%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1.660   Δ 652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1.548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78 / 136 (57,4%)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+14,7% | Turun 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92 / 150 (61,3%)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+12,2%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72 (58,3%)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 / 79 (62,0%)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64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71 (60,6%)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+22,9%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495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+66,7%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 / 136 (14,7%)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+17,6% | Turun 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 / 150 (20,7%)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+29,2%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72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79 (26,6%)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+31,2%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64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71 (14,1%)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(42,5%)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(83,9%)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93 | MoM +8,1%
PS: 92 | MoM +12,2%
• Junior
  RE: 79 | Active 58,1% | MoM +8,2%
  PS: 78 | Active 57,4% | MoM +13,0%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+83,3%, Gap 5
• Grapari Ende: PS +40,0%, Gap 10
• Grapari Kalabahi: PS -28,0%, Gap -7
• Grapari Labuan Bajo: PS -22,2%, Gap 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+83,3%, Gap 5
• Grapari Maumere: PS -35,3%, Gap -6
• Grapari Ruteng: PS +12,5%,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