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29/08</c:v>
                </c:pt>
                <c:pt idx="1">
                  <c:v>30/08</c:v>
                </c:pt>
                <c:pt idx="2">
                  <c:v>31/08</c:v>
                </c:pt>
                <c:pt idx="3">
                  <c:v>01/09</c:v>
                </c:pt>
                <c:pt idx="4">
                  <c:v>02/09</c:v>
                </c:pt>
                <c:pt idx="5">
                  <c:v>03/09</c:v>
                </c:pt>
                <c:pt idx="6">
                  <c:v>04/09</c:v>
                </c:pt>
                <c:pt idx="7">
                  <c:v>05/09</c:v>
                </c:pt>
                <c:pt idx="8">
                  <c:v>06/09</c:v>
                </c:pt>
                <c:pt idx="9">
                  <c:v>07/09</c:v>
                </c:pt>
                <c:pt idx="10">
                  <c:v>08/09</c:v>
                </c:pt>
                <c:pt idx="11">
                  <c:v>09/09</c:v>
                </c:pt>
                <c:pt idx="12">
                  <c:v>10/09</c:v>
                </c:pt>
                <c:pt idx="13">
                  <c:v>11/09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270.0</c:v>
                </c:pt>
                <c:pt idx="1">
                  <c:v>203.0</c:v>
                </c:pt>
                <c:pt idx="2">
                  <c:v>346.0</c:v>
                </c:pt>
                <c:pt idx="3">
                  <c:v>407.0</c:v>
                </c:pt>
                <c:pt idx="4">
                  <c:v>359.0</c:v>
                </c:pt>
                <c:pt idx="5">
                  <c:v>334.0</c:v>
                </c:pt>
                <c:pt idx="6">
                  <c:v>324.0</c:v>
                </c:pt>
                <c:pt idx="7">
                  <c:v>279.0</c:v>
                </c:pt>
                <c:pt idx="8">
                  <c:v>198.0</c:v>
                </c:pt>
                <c:pt idx="9">
                  <c:v>362.0</c:v>
                </c:pt>
                <c:pt idx="10">
                  <c:v>351.0</c:v>
                </c:pt>
                <c:pt idx="11">
                  <c:v>315.0</c:v>
                </c:pt>
                <c:pt idx="12">
                  <c:v>313.0</c:v>
                </c:pt>
                <c:pt idx="13">
                  <c:v>170.0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29/08</c:v>
                </c:pt>
                <c:pt idx="1">
                  <c:v>30/08</c:v>
                </c:pt>
                <c:pt idx="2">
                  <c:v>31/08</c:v>
                </c:pt>
                <c:pt idx="3">
                  <c:v>01/09</c:v>
                </c:pt>
                <c:pt idx="4">
                  <c:v>02/09</c:v>
                </c:pt>
                <c:pt idx="5">
                  <c:v>03/09</c:v>
                </c:pt>
                <c:pt idx="6">
                  <c:v>04/09</c:v>
                </c:pt>
                <c:pt idx="7">
                  <c:v>05/09</c:v>
                </c:pt>
                <c:pt idx="8">
                  <c:v>06/09</c:v>
                </c:pt>
                <c:pt idx="9">
                  <c:v>07/09</c:v>
                </c:pt>
                <c:pt idx="10">
                  <c:v>08/09</c:v>
                </c:pt>
                <c:pt idx="11">
                  <c:v>09/09</c:v>
                </c:pt>
                <c:pt idx="12">
                  <c:v>10/09</c:v>
                </c:pt>
                <c:pt idx="13">
                  <c:v>11/09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238.0</c:v>
                </c:pt>
                <c:pt idx="1">
                  <c:v>142.0</c:v>
                </c:pt>
                <c:pt idx="2">
                  <c:v>257.0</c:v>
                </c:pt>
                <c:pt idx="3">
                  <c:v>271.0</c:v>
                </c:pt>
                <c:pt idx="4">
                  <c:v>315.0</c:v>
                </c:pt>
                <c:pt idx="5">
                  <c:v>270.0</c:v>
                </c:pt>
                <c:pt idx="6">
                  <c:v>255.0</c:v>
                </c:pt>
                <c:pt idx="7">
                  <c:v>185.0</c:v>
                </c:pt>
                <c:pt idx="8">
                  <c:v>159.0</c:v>
                </c:pt>
                <c:pt idx="9">
                  <c:v>256.0</c:v>
                </c:pt>
                <c:pt idx="10">
                  <c:v>285.0</c:v>
                </c:pt>
                <c:pt idx="11">
                  <c:v>266.0</c:v>
                </c:pt>
                <c:pt idx="12">
                  <c:v>237.0</c:v>
                </c:pt>
                <c:pt idx="13">
                  <c:v>88.0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+0,2% &amp; PS -4,8% MoM — Achievement Mencapai 33,5% (RE) / 31,8%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11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01–11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 Pendorong Utama PS (+3,5%), Denpasar Terdalam (-9,6%)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+3,5%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+1,8%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-7,6%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33,4%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33,3%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31,7%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25,6%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(+23,3%), Bali Tengah 1 Terdalam (-20,3%)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(+75), Sabu Raijua Tumbuh Tertinggi (+100,0%)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+160, Bottom 5 -211, dan perubahan PS regional -131.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(+108,1%), TSEL One &gt;30 Mbps Turun Terdalam (-68,8%)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-2,5%, Aktivitas DJP +11,8% MoM — Registered SF 864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4.972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5.442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5.442
Dikunjungi: 569 (10,5%)
Visit DJP: 1.498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1.188
Dikunjungi: 461 (38,8%)
Visit DJP: 1.385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nilna audia oktapia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EFENDI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anggarita arya sukma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SULASTRI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RANGGA BELA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ADRIANI NELSIANA ABUK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ASMARAHADI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 Bonita Ndaomanu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MARTINUS YONGKI MANGGO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ATI DUA LIRONG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01–11 Sep 2026 vs MTD-1 01–11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01–11 Sep 2026 vs MTD-1 01–11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2.718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2.587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01–11 Sep 2026 vs MTD-1 01–11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01–11 Sep 2026 vs MTD-1 01–11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3.404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3.412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2.718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2.587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570,0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2.818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2.872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2.322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485,0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+326,2%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514 | MoM +1,0%
PS: 467 | MoM -2,5%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427 | Active 55,5% | MoM -0,2%
  PS: 384 | Active 49,9% | MoM -4,0%
• Greenfield
  RE: 51 | Active 87,9% | MoM +15,9%
  PS: 47 | Active 81,0% | MoM +11,9%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-16,3%, Gap -8
• Flores: PS -29,0%, Gap -18
• Kupang: PS +31,2%, Gap +5
• Mataram: PS +3,7%, Gap +2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Gatsu Tengah (Denpasar): -100,0%, Gap -4
• Grapari Maluk (Mataram): -100,0%, Gap -1
• Grapari Larantuka (Flores): -60,0%, Gap -3
• Grapari Singaraja (Denpasar): -50,0%, Gap -2
• Grapari Bajawa (Flores): -50,0%, Gap 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-44 (-12,6%), PS -58 (-18,9%)
• Bali Timur: RE -10 (-4,3%), PS -34 (-17,2%)
• Ende Sikka - Flores Timur: RE +13 (+5,4%), PS -15 (-7,7%)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-27 (-45,8%), PS -26 (-54,2%)
• Bali Tengah 1: RE -10 (-22,2%), PS -9 (-26,5%)
• Bali Barat: RE -11 (-45,8%), PS -8 (-57,1%)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-1 (-12,5%), PS -5 (-71,4%)
• Kupang Rote - Malaka Timtim Belu: RE -7 (-41,2%), PS -3 (-37,5%)
• Bali Barat: RE -5 (-55,6%), PS -2 (-66,7%)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-3 (-75,0%),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