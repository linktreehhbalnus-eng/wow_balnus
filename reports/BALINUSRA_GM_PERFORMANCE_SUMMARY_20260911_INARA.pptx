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29/08</c:v>
                </c:pt>
                <c:pt idx="1">
                  <c:v>30/08</c:v>
                </c:pt>
                <c:pt idx="2">
                  <c:v>31/08</c:v>
                </c:pt>
                <c:pt idx="3">
                  <c:v>01/09</c:v>
                </c:pt>
                <c:pt idx="4">
                  <c:v>02/09</c:v>
                </c:pt>
                <c:pt idx="5">
                  <c:v>03/09</c:v>
                </c:pt>
                <c:pt idx="6">
                  <c:v>04/09</c:v>
                </c:pt>
                <c:pt idx="7">
                  <c:v>05/09</c:v>
                </c:pt>
                <c:pt idx="8">
                  <c:v>06/09</c:v>
                </c:pt>
                <c:pt idx="9">
                  <c:v>07/09</c:v>
                </c:pt>
                <c:pt idx="10">
                  <c:v>08/09</c:v>
                </c:pt>
                <c:pt idx="11">
                  <c:v>09/09</c:v>
                </c:pt>
                <c:pt idx="12">
                  <c:v>10/09</c:v>
                </c:pt>
                <c:pt idx="13">
                  <c:v>11/09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270.0</c:v>
                </c:pt>
                <c:pt idx="1">
                  <c:v>203.0</c:v>
                </c:pt>
                <c:pt idx="2">
                  <c:v>346.0</c:v>
                </c:pt>
                <c:pt idx="3">
                  <c:v>407.0</c:v>
                </c:pt>
                <c:pt idx="4">
                  <c:v>359.0</c:v>
                </c:pt>
                <c:pt idx="5">
                  <c:v>334.0</c:v>
                </c:pt>
                <c:pt idx="6">
                  <c:v>324.0</c:v>
                </c:pt>
                <c:pt idx="7">
                  <c:v>279.0</c:v>
                </c:pt>
                <c:pt idx="8">
                  <c:v>198.0</c:v>
                </c:pt>
                <c:pt idx="9">
                  <c:v>362.0</c:v>
                </c:pt>
                <c:pt idx="10">
                  <c:v>351.0</c:v>
                </c:pt>
                <c:pt idx="11">
                  <c:v>315.0</c:v>
                </c:pt>
                <c:pt idx="12">
                  <c:v>313.0</c:v>
                </c:pt>
                <c:pt idx="13">
                  <c:v>318.0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29/08</c:v>
                </c:pt>
                <c:pt idx="1">
                  <c:v>30/08</c:v>
                </c:pt>
                <c:pt idx="2">
                  <c:v>31/08</c:v>
                </c:pt>
                <c:pt idx="3">
                  <c:v>01/09</c:v>
                </c:pt>
                <c:pt idx="4">
                  <c:v>02/09</c:v>
                </c:pt>
                <c:pt idx="5">
                  <c:v>03/09</c:v>
                </c:pt>
                <c:pt idx="6">
                  <c:v>04/09</c:v>
                </c:pt>
                <c:pt idx="7">
                  <c:v>05/09</c:v>
                </c:pt>
                <c:pt idx="8">
                  <c:v>06/09</c:v>
                </c:pt>
                <c:pt idx="9">
                  <c:v>07/09</c:v>
                </c:pt>
                <c:pt idx="10">
                  <c:v>08/09</c:v>
                </c:pt>
                <c:pt idx="11">
                  <c:v>09/09</c:v>
                </c:pt>
                <c:pt idx="12">
                  <c:v>10/09</c:v>
                </c:pt>
                <c:pt idx="13">
                  <c:v>11/09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238.0</c:v>
                </c:pt>
                <c:pt idx="1">
                  <c:v>142.0</c:v>
                </c:pt>
                <c:pt idx="2">
                  <c:v>257.0</c:v>
                </c:pt>
                <c:pt idx="3">
                  <c:v>271.0</c:v>
                </c:pt>
                <c:pt idx="4">
                  <c:v>315.0</c:v>
                </c:pt>
                <c:pt idx="5">
                  <c:v>270.0</c:v>
                </c:pt>
                <c:pt idx="6">
                  <c:v>255.0</c:v>
                </c:pt>
                <c:pt idx="7">
                  <c:v>185.0</c:v>
                </c:pt>
                <c:pt idx="8">
                  <c:v>159.0</c:v>
                </c:pt>
                <c:pt idx="9">
                  <c:v>256.0</c:v>
                </c:pt>
                <c:pt idx="10">
                  <c:v>285.0</c:v>
                </c:pt>
                <c:pt idx="11">
                  <c:v>266.0</c:v>
                </c:pt>
                <c:pt idx="12">
                  <c:v>237.0</c:v>
                </c:pt>
                <c:pt idx="13">
                  <c:v>258.0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+4,6% &amp; PS +1,4% MoM — Achievement Mencapai 34,9% (RE) / 33,9%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11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01–11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(+9,3%), Denpasar Terdalam (-2,8%)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(+28,8%), Bali Tengah 1 Terdalam (-14,1%)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(+85), Rote Ndao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+184, Bottom 5 -162, dan perubahan PS regional +39.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(+119,8%), TSEL One &gt;30 Mbps Turun Terdalam (-68,8%)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+0,2%, Aktivitas DJP +11,3%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603 (11,1%)
Visit DJP: 1.597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476 (40,1%)
Visit DJP: 1.454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nilna audia oktapia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RANGGA BELA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 Bonita Ndaomanu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Sep 2026 vs MTD-1 01–11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Sep 2026 vs MTD-1 01–11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Sep 2026 vs MTD-1 01–11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Sep 2026 vs MTD-1 01–11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3.404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2.718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2.818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+326,2%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518 | MoM +1,8%
PS: 480 | MoM +0,2%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431 | Active 56,0% | MoM +0,7%
  PS: 396 | Active 51,5% | MoM -1,0%
• Greenfield
  RE: 51 | Active 87,9% | MoM +15,9%
  PS: 48 | Active 82,8% | MoM +14,3%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-10,2%, Gap -5
• Flores: PS -22,6%, Gap -14
• Kupang: PS +37,5%, Gap +6
• Mataram: PS +3,7%, Gap +2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Gatsu Tengah (Denpasar): -100,0%, Gap -4
• Grapari Maluk (Mataram): -100,0%, Gap -1
• Grapari Larantuka (Flores): -60,0%, Gap -3
• Grapari Singaraja (Denpasar): -50,0%, Gap -2
• Grapari Bajawa (Flores): -50,0%,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-33 (-9,5%), PS -37 (-12,1%)
• Bali Timur: RE +5 (+2,1%), PS -24 (-12,1%)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-27 (-45,8%), PS -24 (-50,0%)
• Bali Barat: RE -9 (-37,5%), PS -8 (-57,1%)
• Bali Tengah 1: RE -10 (-22,2%), PS -8 (-23,5%)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(-57,1%)
• Kupang Rote - Malaka Timtim Belu: RE -8 (-47,1%), PS -3 (-37,5%)
• Bali Barat: RE -4 (-44,4%),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