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10/08</c:v>
                </c:pt>
                <c:pt idx="1">
                  <c:v>11/08</c:v>
                </c:pt>
                <c:pt idx="2">
                  <c:v>12/08</c:v>
                </c:pt>
                <c:pt idx="3">
                  <c:v>13/08</c:v>
                </c:pt>
                <c:pt idx="4">
                  <c:v>14/08</c:v>
                </c:pt>
                <c:pt idx="5">
                  <c:v>15/08</c:v>
                </c:pt>
                <c:pt idx="6">
                  <c:v>16/08</c:v>
                </c:pt>
                <c:pt idx="7">
                  <c:v>17/08</c:v>
                </c:pt>
                <c:pt idx="8">
                  <c:v>18/08</c:v>
                </c:pt>
                <c:pt idx="9">
                  <c:v>19/08</c:v>
                </c:pt>
                <c:pt idx="10">
                  <c:v>20/08</c:v>
                </c:pt>
                <c:pt idx="11">
                  <c:v>21/08</c:v>
                </c:pt>
                <c:pt idx="12">
                  <c:v>22/08</c:v>
                </c:pt>
                <c:pt idx="13">
                  <c:v>23/08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341.0</c:v>
                </c:pt>
                <c:pt idx="1">
                  <c:v>320.0</c:v>
                </c:pt>
                <c:pt idx="2">
                  <c:v>325.0</c:v>
                </c:pt>
                <c:pt idx="3">
                  <c:v>270.0</c:v>
                </c:pt>
                <c:pt idx="4">
                  <c:v>263.0</c:v>
                </c:pt>
                <c:pt idx="5">
                  <c:v>214.0</c:v>
                </c:pt>
                <c:pt idx="6">
                  <c:v>214.0</c:v>
                </c:pt>
                <c:pt idx="7">
                  <c:v>218.0</c:v>
                </c:pt>
                <c:pt idx="8">
                  <c:v>358.0</c:v>
                </c:pt>
                <c:pt idx="9">
                  <c:v>297.0</c:v>
                </c:pt>
                <c:pt idx="10">
                  <c:v>303.0</c:v>
                </c:pt>
                <c:pt idx="11">
                  <c:v>356.0</c:v>
                </c:pt>
                <c:pt idx="12">
                  <c:v>315.0</c:v>
                </c:pt>
                <c:pt idx="13">
                  <c:v>211.0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10/08</c:v>
                </c:pt>
                <c:pt idx="1">
                  <c:v>11/08</c:v>
                </c:pt>
                <c:pt idx="2">
                  <c:v>12/08</c:v>
                </c:pt>
                <c:pt idx="3">
                  <c:v>13/08</c:v>
                </c:pt>
                <c:pt idx="4">
                  <c:v>14/08</c:v>
                </c:pt>
                <c:pt idx="5">
                  <c:v>15/08</c:v>
                </c:pt>
                <c:pt idx="6">
                  <c:v>16/08</c:v>
                </c:pt>
                <c:pt idx="7">
                  <c:v>17/08</c:v>
                </c:pt>
                <c:pt idx="8">
                  <c:v>18/08</c:v>
                </c:pt>
                <c:pt idx="9">
                  <c:v>19/08</c:v>
                </c:pt>
                <c:pt idx="10">
                  <c:v>20/08</c:v>
                </c:pt>
                <c:pt idx="11">
                  <c:v>21/08</c:v>
                </c:pt>
                <c:pt idx="12">
                  <c:v>22/08</c:v>
                </c:pt>
                <c:pt idx="13">
                  <c:v>23/08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272.0</c:v>
                </c:pt>
                <c:pt idx="1">
                  <c:v>275.0</c:v>
                </c:pt>
                <c:pt idx="2">
                  <c:v>235.0</c:v>
                </c:pt>
                <c:pt idx="3">
                  <c:v>263.0</c:v>
                </c:pt>
                <c:pt idx="4">
                  <c:v>217.0</c:v>
                </c:pt>
                <c:pt idx="5">
                  <c:v>162.0</c:v>
                </c:pt>
                <c:pt idx="6">
                  <c:v>151.0</c:v>
                </c:pt>
                <c:pt idx="7">
                  <c:v>149.0</c:v>
                </c:pt>
                <c:pt idx="8">
                  <c:v>278.0</c:v>
                </c:pt>
                <c:pt idx="9">
                  <c:v>268.0</c:v>
                </c:pt>
                <c:pt idx="10">
                  <c:v>231.0</c:v>
                </c:pt>
                <c:pt idx="11">
                  <c:v>271.0</c:v>
                </c:pt>
                <c:pt idx="12">
                  <c:v>256.0</c:v>
                </c:pt>
                <c:pt idx="13">
                  <c:v>197.0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-4,3% &amp; PS -4,9% MoM — Achievement Mencapai 57,7% (RE) / 55,4%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Agu 2026 vs MTD-1 01–23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Menjelang 23 Agustus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Agu 2026 vs MTD-1 01–23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01–23 Agustus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 Pendorong Utama PS (-2,0%), Kupang Terdalam (-14,8%)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Agu 2026 vs MTD-1 01–23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-2,0%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-3,1%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-7,1%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-14,8%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57,9%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57,2%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42,5%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Bali Barat Tertinggi (+3,6%), Bali Timur Terdalam (-16,1%)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Agu 2026 vs MTD-1 01–23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Lombok Tengah Penyumbang PS Absolut Terbesar (+59), Lombok Tengah Tumbuh Tertinggi (+62,8%)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Agu 2026 vs MTD-1 01–23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+196, Bottom 5 -240, dan perubahan PS regional -277.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(+39,6%), 50 Mbps Turun Terdalam (-24,7%)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Agu 2026 vs MTD-1 01–23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+6,0%, Aktivitas DJP -2,7% MoM — Registered SF 845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Agu 2026 vs MTD-1 01–23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14.353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13.970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4.201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56.569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7.185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5.458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83.027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5.458
Dikunjungi: 1.075 (19,7%)
Visit DJP: 2.664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947
Dikunjungi: 668 (70,5%)
Visit DJP: 1.685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Agu 2026 vs MTD-1 01–23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Agu 2026 vs MTD-1 01–23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Kunzita Lazuardi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Khusairi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lukmanul hakim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NURYANTI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LULU KARMILA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Zaharani Mustika Sonjaya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YOHANIS GLORIA INRIJAYA DIRU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RADJO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Kunzita Lazuardi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NURSIAH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Khusairi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GUSTAF RIHI MANGNGI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ZAENUDDIN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Marianus Hilton Raja reda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Balla panja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RADJO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Agu 2026 vs MTD-1 01–23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PUTU ARIANI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Lalu esa pramudya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Jerry Aldo Wahjudi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 Widiawati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HAIRIL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ABDIL RAHMAN MUSA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KHADIJAH AHLUSSUFFI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DODYK SUPRIADI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PUTRA SANJAYA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Jerry Aldo Wahjudi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 Widiawati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HAIRIL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ABDIL RAHMAN MUSA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PRASDIKA FADKUR ROHMAN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Agu 2026 vs MTD-1 01–23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Agu 2026 vs MTD-1 01–23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