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63   Δ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57   Δ -2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+37,5%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   Δ 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+171,8%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146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87 (35,7%)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151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66 (78,6%)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YASINTA MBASI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NDAGANG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stewon liwun fernandez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MAGDALENA JULIANITA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Roni Ratu Kaho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