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  <c:pt idx="26">
                  <c:v>11.0</c:v>
                </c:pt>
                <c:pt idx="27">
                  <c:v>27.0</c:v>
                </c:pt>
                <c:pt idx="28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  <c:pt idx="25">
                  <c:v>18.0</c:v>
                </c:pt>
                <c:pt idx="26">
                  <c:v>9.0</c:v>
                </c:pt>
                <c:pt idx="27">
                  <c:v>19.0</c:v>
                </c:pt>
                <c:pt idx="28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  <c:pt idx="25">
                  <c:v>4.0</c:v>
                </c:pt>
                <c:pt idx="26">
                  <c:v>2.0</c:v>
                </c:pt>
                <c:pt idx="27">
                  <c:v>8.0</c:v>
                </c:pt>
                <c:pt idx="28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  <c:pt idx="26">
                  <c:v>10.0</c:v>
                </c:pt>
                <c:pt idx="27">
                  <c:v>26.0</c:v>
                </c:pt>
                <c:pt idx="28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  <c:pt idx="25">
                  <c:v>11.0</c:v>
                </c:pt>
                <c:pt idx="26">
                  <c:v>9.0</c:v>
                </c:pt>
                <c:pt idx="27">
                  <c:v>19.0</c:v>
                </c:pt>
                <c:pt idx="28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  <c:pt idx="25">
                  <c:v>3.0</c:v>
                </c:pt>
                <c:pt idx="26">
                  <c:v>1.0</c:v>
                </c:pt>
                <c:pt idx="27">
                  <c:v>7.0</c:v>
                </c:pt>
                <c:pt idx="28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2.422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3.365   Δ -943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+14,4%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+11,7%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 / 109 (78,9%)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 / 120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30 (56,7%)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32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 / 139 (18,7%)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 / 152 (19,7%)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109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120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105 (27,1%)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121 (76,6%)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117 | MoM +12,5%
PS: 115 | MoM +12,7%
• Junior
  RE: 105 | Active 75,5% | MoM +14,1%
  PS: 103 | Active 74,1% | MoM +14,4%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+33,3%, Gap 1
• Grapari Baa Rote: PS +33,3%, Gap 1
• Grapari Kefamenanu: PS 0,0%, Gap 0
• Grapari Kupang: PS +27,3%,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+100,0%, Gap 3
• Grapari Waikabubak: PS +25,0%, Gap 1
• Grapari Waingapu: PS -12,5%,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-45 (-6,0%), PS -29 (-4,5%)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3 (+7,0%), PS -3 (-10,7%)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-14 (-28,6%), PS -8 (-36,4%)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