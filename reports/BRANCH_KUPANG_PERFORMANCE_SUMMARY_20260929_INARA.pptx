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  <c:pt idx="14">
                  <c:v>28.0</c:v>
                </c:pt>
                <c:pt idx="15">
                  <c:v>34.0</c:v>
                </c:pt>
                <c:pt idx="16">
                  <c:v>28.0</c:v>
                </c:pt>
                <c:pt idx="17">
                  <c:v>24.0</c:v>
                </c:pt>
                <c:pt idx="18">
                  <c:v>18.0</c:v>
                </c:pt>
                <c:pt idx="19">
                  <c:v>13.0</c:v>
                </c:pt>
                <c:pt idx="20">
                  <c:v>45.0</c:v>
                </c:pt>
                <c:pt idx="21">
                  <c:v>37.0</c:v>
                </c:pt>
                <c:pt idx="22">
                  <c:v>29.0</c:v>
                </c:pt>
                <c:pt idx="23">
                  <c:v>26.0</c:v>
                </c:pt>
                <c:pt idx="24">
                  <c:v>21.0</c:v>
                </c:pt>
                <c:pt idx="25">
                  <c:v>22.0</c:v>
                </c:pt>
                <c:pt idx="26">
                  <c:v>11.0</c:v>
                </c:pt>
                <c:pt idx="27">
                  <c:v>27.0</c:v>
                </c:pt>
                <c:pt idx="28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  <c:pt idx="12">
                  <c:v>9.0</c:v>
                </c:pt>
                <c:pt idx="13">
                  <c:v>29.0</c:v>
                </c:pt>
                <c:pt idx="14">
                  <c:v>22.0</c:v>
                </c:pt>
                <c:pt idx="15">
                  <c:v>28.0</c:v>
                </c:pt>
                <c:pt idx="16">
                  <c:v>22.0</c:v>
                </c:pt>
                <c:pt idx="17">
                  <c:v>19.0</c:v>
                </c:pt>
                <c:pt idx="18">
                  <c:v>11.0</c:v>
                </c:pt>
                <c:pt idx="19">
                  <c:v>11.0</c:v>
                </c:pt>
                <c:pt idx="20">
                  <c:v>37.0</c:v>
                </c:pt>
                <c:pt idx="21">
                  <c:v>31.0</c:v>
                </c:pt>
                <c:pt idx="22">
                  <c:v>23.0</c:v>
                </c:pt>
                <c:pt idx="23">
                  <c:v>20.0</c:v>
                </c:pt>
                <c:pt idx="24">
                  <c:v>17.0</c:v>
                </c:pt>
                <c:pt idx="25">
                  <c:v>18.0</c:v>
                </c:pt>
                <c:pt idx="26">
                  <c:v>9.0</c:v>
                </c:pt>
                <c:pt idx="27">
                  <c:v>19.0</c:v>
                </c:pt>
                <c:pt idx="28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  <c:pt idx="12">
                  <c:v>2.0</c:v>
                </c:pt>
                <c:pt idx="13">
                  <c:v>6.0</c:v>
                </c:pt>
                <c:pt idx="14">
                  <c:v>6.0</c:v>
                </c:pt>
                <c:pt idx="15">
                  <c:v>6.0</c:v>
                </c:pt>
                <c:pt idx="16">
                  <c:v>6.0</c:v>
                </c:pt>
                <c:pt idx="17">
                  <c:v>5.0</c:v>
                </c:pt>
                <c:pt idx="18">
                  <c:v>7.0</c:v>
                </c:pt>
                <c:pt idx="19">
                  <c:v>2.0</c:v>
                </c:pt>
                <c:pt idx="20">
                  <c:v>8.0</c:v>
                </c:pt>
                <c:pt idx="21">
                  <c:v>6.0</c:v>
                </c:pt>
                <c:pt idx="22">
                  <c:v>6.0</c:v>
                </c:pt>
                <c:pt idx="23">
                  <c:v>6.0</c:v>
                </c:pt>
                <c:pt idx="24">
                  <c:v>4.0</c:v>
                </c:pt>
                <c:pt idx="25">
                  <c:v>4.0</c:v>
                </c:pt>
                <c:pt idx="26">
                  <c:v>2.0</c:v>
                </c:pt>
                <c:pt idx="27">
                  <c:v>8.0</c:v>
                </c:pt>
                <c:pt idx="28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  <c:pt idx="15">
                  <c:v>30.0</c:v>
                </c:pt>
                <c:pt idx="16">
                  <c:v>25.0</c:v>
                </c:pt>
                <c:pt idx="17">
                  <c:v>26.0</c:v>
                </c:pt>
                <c:pt idx="18">
                  <c:v>17.0</c:v>
                </c:pt>
                <c:pt idx="19">
                  <c:v>11.0</c:v>
                </c:pt>
                <c:pt idx="20">
                  <c:v>34.0</c:v>
                </c:pt>
                <c:pt idx="21">
                  <c:v>34.0</c:v>
                </c:pt>
                <c:pt idx="22">
                  <c:v>28.0</c:v>
                </c:pt>
                <c:pt idx="23">
                  <c:v>26.0</c:v>
                </c:pt>
                <c:pt idx="24">
                  <c:v>25.0</c:v>
                </c:pt>
                <c:pt idx="25">
                  <c:v>14.0</c:v>
                </c:pt>
                <c:pt idx="26">
                  <c:v>10.0</c:v>
                </c:pt>
                <c:pt idx="27">
                  <c:v>26.0</c:v>
                </c:pt>
                <c:pt idx="28">
                  <c:v>18.0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  <c:pt idx="13">
                  <c:v>20.0</c:v>
                </c:pt>
                <c:pt idx="14">
                  <c:v>23.0</c:v>
                </c:pt>
                <c:pt idx="15">
                  <c:v>22.0</c:v>
                </c:pt>
                <c:pt idx="16">
                  <c:v>21.0</c:v>
                </c:pt>
                <c:pt idx="17">
                  <c:v>19.0</c:v>
                </c:pt>
                <c:pt idx="18">
                  <c:v>13.0</c:v>
                </c:pt>
                <c:pt idx="19">
                  <c:v>10.0</c:v>
                </c:pt>
                <c:pt idx="20">
                  <c:v>28.0</c:v>
                </c:pt>
                <c:pt idx="21">
                  <c:v>28.0</c:v>
                </c:pt>
                <c:pt idx="22">
                  <c:v>22.0</c:v>
                </c:pt>
                <c:pt idx="23">
                  <c:v>22.0</c:v>
                </c:pt>
                <c:pt idx="24">
                  <c:v>19.0</c:v>
                </c:pt>
                <c:pt idx="25">
                  <c:v>11.0</c:v>
                </c:pt>
                <c:pt idx="26">
                  <c:v>9.0</c:v>
                </c:pt>
                <c:pt idx="27">
                  <c:v>19.0</c:v>
                </c:pt>
                <c:pt idx="28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  <c:pt idx="13">
                  <c:v>6.0</c:v>
                </c:pt>
                <c:pt idx="14">
                  <c:v>6.0</c:v>
                </c:pt>
                <c:pt idx="15">
                  <c:v>8.0</c:v>
                </c:pt>
                <c:pt idx="16">
                  <c:v>4.0</c:v>
                </c:pt>
                <c:pt idx="17">
                  <c:v>7.0</c:v>
                </c:pt>
                <c:pt idx="18">
                  <c:v>4.0</c:v>
                </c:pt>
                <c:pt idx="19">
                  <c:v>1.0</c:v>
                </c:pt>
                <c:pt idx="20">
                  <c:v>6.0</c:v>
                </c:pt>
                <c:pt idx="21">
                  <c:v>6.0</c:v>
                </c:pt>
                <c:pt idx="22">
                  <c:v>6.0</c:v>
                </c:pt>
                <c:pt idx="23">
                  <c:v>4.0</c:v>
                </c:pt>
                <c:pt idx="24">
                  <c:v>6.0</c:v>
                </c:pt>
                <c:pt idx="25">
                  <c:v>3.0</c:v>
                </c:pt>
                <c:pt idx="26">
                  <c:v>1.0</c:v>
                </c:pt>
                <c:pt idx="27">
                  <c:v>7.0</c:v>
                </c:pt>
                <c:pt idx="28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104   Δ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102   Δ 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2.469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-28,9%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3.475   Δ -1.006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2.868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2.005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103 / 139 (74,1%)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+14,4%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115 / 152 (75,7%)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+11,7%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8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86 / 109 (78,9%)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+13,2%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 / 120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+10,3%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30 (56,7%)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+21,4%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32 (59,4%)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687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 / 139 (18,7%)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30 / 152 (19,7%)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-6,2%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109 (17,4%)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120 (18,3%)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30 (23,3%)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32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105 (27,1%)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494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129 (81,6%)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480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117 | MoM +12,5%
PS: 115 | MoM +12,7%
• Junior
  RE: 105 | Active 75,5% | MoM +14,1%
  PS: 103 | Active 74,1% | MoM +14,4%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0,0%
  PS: 8 | Active 88,9% | MoM 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+33,3%, Gap 1
• Grapari Baa Rote: PS +33,3%, Gap 1
• Grapari Kefamenanu: PS 0,0%, Gap 0
• Grapari Kupang: PS +27,3%, Gap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4
• Grapari Soe: PS +100,0%, Gap 3
• Grapari Waikabubak: PS +25,0%, Gap 1
• Grapari Waingapu: PS -12,5%,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-45 (-6,0%), PS -29 (-4,5%)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3 (+7,0%), PS -3 (-10,7%)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-14 (-28,6%), PS -8 (-36,4%)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YULIUS LEDE NGONGO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JOSE CORREIA DASILVA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Sep 2026 vs MTD-1 01–29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ATRY TAHUN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Michael Belvan ngefak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Michael Belvan ngefak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ARJAN IMANUEL SETTE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