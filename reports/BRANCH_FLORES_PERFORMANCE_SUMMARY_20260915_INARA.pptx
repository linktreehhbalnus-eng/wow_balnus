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   Δ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1.636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1.446   Δ 190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71 / 136 (52,2%)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+9,2%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85 / 150 (56,7%)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+7,6%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72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79 (57,0%)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64 (51,6%)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71 (56,3%)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13 (38,5%)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136 (7,4%)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+42,9%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 / 150 (10,7%)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+23,1%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72 (11,1%)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79 (15,2%)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 (28,6%)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64 (3,1%)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71 (5,6%)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88 (33,5%)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149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90 (76,9%)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89 | MoM +8,5%
PS: 85 | MoM +7,6%
• Junior
  RE: 75 | Active 55,1% | MoM +8,7%
  PS: 71 | Active 52,2% | MoM +7,6%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0,0%, Gap 0
• Grapari Ende: PS -20,0%, Gap -4
• Grapari Kalabahi: PS -33,3%, Gap -6
• Grapari Labuan Bajo: PS -47,1%, Gap 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-46,2%, Gap -6
• Grapari Ruteng: PS +40,0%,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Sep 2026 vs MTD-1 01–15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