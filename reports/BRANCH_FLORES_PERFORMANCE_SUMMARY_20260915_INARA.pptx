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1.446   Δ 190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72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79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71 (56,3%)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136 (7,4%)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150 (10,7%)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72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79 (15,2%)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71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88 (33,5%)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89 | MoM +8,5%
PS: 85 | MoM +7,6%
• Junior
  RE: 75 | Active 55,1% | MoM +8,7%
  PS: 71 | Active 52,2% | MoM 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-20,0%, Gap -4
• Grapari Kalabahi: PS -33,3%, Gap -6
• Grapari Labuan Bajo: PS -47,1%, Gap 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-46,2%, Gap -6
• Grapari Ruteng: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