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98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2.791   Δ -668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139 (67,6%)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152 (69,1%)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+6,1%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109 (71,6%)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120 (72,5%)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139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152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109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120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32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95 (22,1%)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467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106 | MoM +8,2%
PS: 105 | MoM +7,1%
• Junior
  RE: 95 | Active 68,3% | MoM +8,0%
  PS: 94 | Active 67,6% | MoM +8,0%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+16,7%
  PS: 7 | Active 77,8%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+16,7%, Gap 1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+50,0%, Gap 1
• Grapari Waikabubak: PS 0,0%, Gap 0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-50 (-9,7%), PS -28 (-6,4%)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-10 (-29,4%), PS -8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EDGARD ERENST MICHENLEY ALLE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