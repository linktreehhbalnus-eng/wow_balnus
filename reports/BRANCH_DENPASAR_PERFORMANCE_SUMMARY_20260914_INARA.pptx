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2.562,7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136   Δ 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3.681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+35,0%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2.726   Δ 955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 / 309 (43,7%)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-19,2%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172 / 350 (49,1%)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 | Turun 116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71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83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85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93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73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1.371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309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-26,1%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 / 350 (10,9%)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116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71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83 (15,7%)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85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93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73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234 (7,0%)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(24,8%)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188 | MoM -8,3%
PS: 172 | MoM -13,6%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151 | Active 48,9% | MoM -9,6%
  PS: 135 | Active 43,7% | MoM -16,7%
• Greenfield
  RE: 17 | Active 85,0% | MoM 0,0%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-50,0%, Gap -2
• Grapari Jimbaran: PS +22,2%, Gap 2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-34,8%, Gap -8
• Grapari Singaraja: PS 0,0%, Gap 0
• Grapari Tabanan: PS 0,0%, Gap 0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-47 (-10,8%), PS -44 (-11,7%)
• Bali Timur: RE 0 (0,0%), PS -31 (-12,9%)
• Bali Tengah 2: RE -31 (-6,8%), PS -22 (-5,7%)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-32 (-45,1%), PS -26 (-46,4%)
• Bali Tengah 1: RE -11 (-20,4%), PS -8 (-19,5%)
• Bali Barat: RE -11 (-37,9%), PS -7 (-41,2%)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(-10,0%), PS -4 (-57,1%)
• Bali Barat: RE -5 (-50,0%), PS -3 (-75,0%)
• Bali Tengah 1: RE -1 (-11,1%), PS -1 (-20,0%)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Sep 2026 vs MTD-1 01–14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