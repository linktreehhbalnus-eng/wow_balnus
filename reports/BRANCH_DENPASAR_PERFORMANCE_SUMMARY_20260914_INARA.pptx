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2.562,7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205   Δ -17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199   Δ -27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+21,9%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128   Δ 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3.365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+36,2%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2.471   Δ 894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+13,3%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135 / 309 (43,7%)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-19,2% | Turun 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172 / 350 (49,1%)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-13,6% | Turun 116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71 (46,5%)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 / 83 (50,6%)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-23,6%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85 (44,7%)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93 (49,5%)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-16,4%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80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-8,6%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 / 93 (48,4%)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73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81 (48,1%)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648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+652,4%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380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1.371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 / 309 (5,5%)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-26,1% | Turun 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38 / 350 (10,9%)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-7,3% | Turun 116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71 (11,3%)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83 (15,7%)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85 (3,5%)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-57,1%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93 (10,8%)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80 (2,5%)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93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73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81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218 (6,6%)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818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111 (23,8%)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188 | MoM -8,3%
PS: 172 | MoM -13,6%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151 | Active 48,9% | MoM -9,6%
  PS: 135 | Active 43,7% | MoM -16,7%
• Greenfield
  RE: 17 | Active 85,0% | MoM 0,0%
  PS: 17 | Active 85,0% | MoM +6,2%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N/A, Gap 1
• Grapari Gatsu Tengah: PS -50,0%, Gap -2
• Grapari Jimbaran: PS +22,2%, Gap 2
• Grapari Kuta: PS +500,0%, Gap 5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-34,8%, Gap -8
• Grapari Singaraja: PS 0,0%, Gap 0
• Grapari Tabanan: PS 0,0%, Gap 0
• Grapari Ubud: PS +40,0%,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-47 (-10,8%), PS -44 (-11,7%)
• Bali Timur: RE 0 (0,0%), PS -31 (-12,9%)
• Bali Tengah 2: RE -31 (-6,8%), PS -22 (-5,7%)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-32 (-45,1%), PS -26 (-46,4%)
• Bali Tengah 1: RE -11 (-20,4%), PS -8 (-19,5%)
• Bali Barat: RE -11 (-37,9%), PS -7 (-41,2%)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(-10,0%), PS -4 (-57,1%)
• Bali Barat: RE -5 (-50,0%), PS -3 (-75,0%)
• Bali Tengah 1: RE -1 (-11,1%), PS -1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AYU MADE SUDIASIH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CHANDRA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Elgard Adrian Tirta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