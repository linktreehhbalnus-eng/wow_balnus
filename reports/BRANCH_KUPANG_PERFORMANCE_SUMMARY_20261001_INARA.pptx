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 pp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36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26   Δ 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3.542   Δ -936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139 (12,2%)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-19,0% | Turun 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 / 152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-29,6% | Turun 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109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120 (11,7%)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-39,1%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30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32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(27,6%)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131 (82,9%)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23 | MoM -36,1%
PS: 19 | MoM -26,9%
• Junior
  RE: 19 | Active 13,7% | MoM -36,7%
  PS: 17 | Active 12,2% | MoM -15,0%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 | Active 11,1% | MoM -50,0%
  PS: 0 | Active 0,0% | MoM -100,0%
• Junior Plus
  RE: 3 | Active 75,0% | MoM -25,0%
  PS: 2 | Active 50,0% | MoM -50,0%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N/A, Gap 1
• Grapari Kefamenanu: PS N/A, Gap 2
• Grapari Kupang: PS -100,0%, Gap -2
• Grapari Malaka: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Soe: PS N/A, Gap 1
• Grapari Waikabubak: PS 0,0%, Gap 0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-17 (-45,9%), PS -14 (-48,3%)
• Sumba: RE -8 (-61,5%), PS -3 (-37,5%)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2 (+100,0%),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JULIAN RUDYBEL LAPEBESI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Fanderio l laure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JACOB BESSIE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