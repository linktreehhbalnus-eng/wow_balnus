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233   Δ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225   Δ 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6.349   Δ -337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546 (16,6%)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201 (61,3%)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