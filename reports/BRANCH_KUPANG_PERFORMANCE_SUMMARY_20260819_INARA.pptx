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-3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98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78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2.739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3.176   Δ -437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Aug 2026 vs MTD-1 01–19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77 (18,1%)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(69,2%)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