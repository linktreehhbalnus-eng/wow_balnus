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Rote Ndao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75   Δ 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75   Δ 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89   Δ 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3.831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3.831   Δ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3.223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3.223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95 (22,2%)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387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116 (77,3%)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356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+2105,2%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Fanderio l laure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RAHMAHWATI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Andrianus Umbu Engge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