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31   Δ -31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196   Δ -196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