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-47,8%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   Δ 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245   Δ -147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 (2,6%)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 (3,3%)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+2105,2%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