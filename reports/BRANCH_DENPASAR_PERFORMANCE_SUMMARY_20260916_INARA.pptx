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4.249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3.127   Δ 1.122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151 / 310 (48,7%)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189 / 351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68 (51,5%)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80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85 (52,9%)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77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-26,9%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 / 351 (12,3%)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68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80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93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77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320 (9,6%)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1.062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177 (37,9%)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205 | MoM -1,0%
PS: 189 | MoM -5,5%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166 | Active 53,5% | MoM -1,8%
  PS: 151 | Active 48,7% | MoM -7,4%
• Greenfield
  RE: 19 | Active 95,0% | MoM +11,8%
  PS: 18 | Active 90,0% | MoM +12,5%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+44,4%, Gap 4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-13,0%, Gap -3
• Grapari Singaraja: PS -20,0%, Gap -1
• Grapari Tabanan: PS -16,7%, Gap -1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-41 (-8,5%), PS -34 (-8,2%)
• Bali Timur: RE -5 (-1,6%), PS -25 (-9,4%)
• Bali Tengah 2: RE -35 (-6,8%), PS -22 (-5,2%)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-29 (-37,7%), PS -24 (-38,7%)
• Bali Tengah 1: RE -13 (-21,0%), PS -13 (-27,1%)
• Bali Barat: RE -13 (-40,6%), PS -6 (-35,3%)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 (-50,0%), PS -2 (-50,0%)
• Bali Timur: RE 0 (0,0%),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SEBASTIANUS ERISON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