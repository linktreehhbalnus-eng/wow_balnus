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2.318,7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1.783,2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207   Δ -2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200   Δ 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+22,1%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145   Δ 32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3.944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+31,2%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3.005   Δ 939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1.019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151 / 310 (48,7%)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-11,2% | Turun 97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189 / 351 (53,8%)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-6,4% | Turun 118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 / 68 (51,5%)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-20,5%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 / 80 (55,0%)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 / 85 (52,9%)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 / 93 (57,0%)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-7,0%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 / 80 (41,2%)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-8,3%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93 (49,5%)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-2,1%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77 (49,4%)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 / 85 (54,1%)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743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+629,2%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1.553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 / 310 (6,1%)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-26,9% | Turun 97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43 / 351 (12,3%)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-4,4% | Turun 118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68 (11,8%)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80 (16,2%)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85 (5,9%)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93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80 (2,5%)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93 (11,8%)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-8,3%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77 (5,2%)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85 (8,2%)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1.859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32.012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269 (8,1%)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981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138 (29,6%)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561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205 | MoM -1,0%
PS: 189 | MoM -5,5%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166 | Active 53,5% | MoM -1,8%
  PS: 151 | Active 48,7% | MoM -7,4%
• Greenfield
  RE: 19 | Active 95,0% | MoM +11,8%
  PS: 18 | Active 90,0% | MoM +12,5%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-66,7%, Gap -4
• Grapari Jimbaran: PS +44,4%, Gap 4
• Grapari Kuta: PS +500,0%, Gap 5
• Grapari Negara: PS +100,0%,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-13,0%, Gap -3
• Grapari Singaraja: PS -20,0%, Gap -1
• Grapari Tabanan: PS -16,7%, Gap -1
• Grapari Ubud: PS +40,0%,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-41 (-8,5%), PS -34 (-8,2%)
• Bali Timur: RE -5 (-1,6%), PS -25 (-9,4%)
• Bali Tengah 2: RE -35 (-6,8%), PS -22 (-5,2%)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-30 (-39,0%), PS -24 (-38,7%)
• Bali Tengah 1: RE -13 (-21,0%), PS -13 (-27,1%)
• Bali Barat: RE -13 (-40,6%), PS -6 (-35,3%)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-5 (-50,0%), PS -2 (-50,0%)
• Bali Timur: RE 0 (0,0%), PS -2 (-28,6%)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366,5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KOMANG AGUS ARTANA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AYU MADE SUDIASIH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SEBASTIANUS ERISON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Sep 2026 vs MTD-1 01–16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Gede staria utama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