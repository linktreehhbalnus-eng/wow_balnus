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Aug 2026 vs MTD-1 01–19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5.284,9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2.742,9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2.323,8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Aug 2026 vs MTD-1 01–19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206   Δ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201   Δ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165   Δ -7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3.558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3.913   Δ -355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Aug 2026 vs MTD-1 01–19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4.984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405 (12,3%)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891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274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124 (45,3%)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