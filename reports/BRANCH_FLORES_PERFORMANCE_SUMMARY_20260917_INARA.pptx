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1.446   Δ 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 / 136 (52,9%)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+10,8%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 / 150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+8,9%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72 (54,2%)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79 (58,2%)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71 (56,3%)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136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150 (14,0%)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72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79 (17,7%)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91 (35,4%)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153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90 | MoM +8,4%
PS: 86 | MoM +8,9%
• Junior
  RE: 76 | Active 55,9% | MoM +8,6%
  PS: 72 | Active 52,9% | MoM 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+75,0%, Gap 3
• Grapari Ende: PS 0,0%, Gap 0
• Grapari Kalabahi: PS -26,3%, Gap -5
• Grapari Labuan Bajo: PS -41,2%, Gap 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+20,0%, Gap 1
• Grapari Maumere: PS -53,3%, Gap -8
• Grapari Ruteng: PS +33,3%,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8 (+88,9%),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