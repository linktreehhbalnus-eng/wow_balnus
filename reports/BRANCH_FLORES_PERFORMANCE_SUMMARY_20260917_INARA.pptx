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Sheet1!$A$2:$A$18</c:f>
              <c:strCache>
                <c:ptCount val="17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83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79   Δ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+21,6%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51   Δ 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1.899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+31,2%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1.447   Δ 452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72 / 136 (52,9%)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+10,8% | Turun 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86 / 150 (57,3%)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+8,9%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 / 72 (54,2%)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+2,6%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 / 79 (58,2%)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64 (51,6%)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71 (56,3%)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136 (10,3%)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+75,0% | Turun 30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 / 150 (14,0%)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34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72 (13,9%)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79 (17,7%)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+55,6%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7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64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71 (9,9%)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93 (36,2%)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163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90 (76,9%)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90 | MoM +8,4%
PS: 86 | MoM +8,9%
• Junior
  RE: 76 | Active 55,9% | MoM +8,6%
  PS: 72 | Active 52,9% | MoM +9,1%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+75,0%, Gap 3
• Grapari Ende: PS 0,0%, Gap 0
• Grapari Kalabahi: PS -26,3%, Gap -5
• Grapari Labuan Bajo: PS -41,2%, Gap 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+20,0%, Gap 1
• Grapari Maumere: PS -53,3%, Gap -8
• Grapari Ruteng: PS +33,3%,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 - Flores Timur: RE 8 (+88,9%), PS -1 (-11,1%)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Yohanes gunawan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ADRIANUS MARIOLIANUS OWON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YOHANA FRANSISKA SIANA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PURNAMA RAYA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01–17 Sep 2026 vs MTD-1 01–17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ATI DUA LIRONG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