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37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+37,5%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   Δ 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+171,8%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146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87 (35,8%)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151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66 (78,6%)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&amp;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77240"/>
            <a:ext cx="7772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786384"/>
            <a:ext cx="38862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Format sel: MTD-1 → MTD  |  MoM | Contribution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67" cy="1399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668"/>
                <a:gridCol w="1414147"/>
                <a:gridCol w="1272732"/>
                <a:gridCol w="1272732"/>
                <a:gridCol w="1319871"/>
                <a:gridCol w="1461285"/>
                <a:gridCol w="1461285"/>
                <a:gridCol w="1414147"/>
              </a:tblGrid>
              <a:tr h="349757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TSEL One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TSEL One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9757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 → 73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+58,7% | 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 → 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-57,1% | 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 → 29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+625,0% | 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 → 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+800,0% | 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 → –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 →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 → 120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+64,4% | 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9757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 → 56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+55,6% | 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 →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 → 21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+950,0% | 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 → 5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 → –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 →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 → 82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+60,8% | 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97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 → 17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+70,0% | 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 → 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 | 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 → 8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+300,0% | 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 → 4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+300,0% | 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 → –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 →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 → 38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+72,7% | 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2770632"/>
            <a:ext cx="8686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Revenue New Sales by Speed — Total Branch &amp;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770632"/>
            <a:ext cx="41148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072384"/>
          <a:ext cx="11548867" cy="1399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668"/>
                <a:gridCol w="1414147"/>
                <a:gridCol w="1272732"/>
                <a:gridCol w="1272732"/>
                <a:gridCol w="1319871"/>
                <a:gridCol w="1461285"/>
                <a:gridCol w="1461285"/>
                <a:gridCol w="1414147"/>
              </a:tblGrid>
              <a:tr h="349757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TSEL One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TSEL One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9757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8,7 Jt → Rp 13,8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+58,9% | 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5,5 Jt → Rp 2,2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-60,4% | 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1,1 Jt → Rp 7,7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+583,0% | 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375,0 Rb → Rp 2,8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+657,3% | 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0 → Rp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335,0 Rb → Rp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16,0 Jt → Rp 26,5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+65,5% | 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9757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6,8 Jt → Rp 10,6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+56,1% | 59,6%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3,2 Jt → Rp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580,0 Rb → Rp 5,5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+848,3% | 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0 → Rp 1,7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0 → Rp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335,0 Rb → Rp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11,0 Jt → Rp 17,8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+62,6% | 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97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1,9 Jt → Rp 3,2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+68,8% | 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2,2 Jt → Rp 2,2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-2,7% | 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540,0 Rb → Rp 2,1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+298,1% | 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375,0 Rb → Rp 1,1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+204,0% | 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0 → Rp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 |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0 → Rp 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 |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5,0 Jt → Rp 8,6 Jt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+71,9% | 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Ferdinandus rengo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PAULUS PAJUNG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fernando nahi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stewon liwun fernandez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Roni Ratu Kaho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Wilibrodus Paulinus Lahera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