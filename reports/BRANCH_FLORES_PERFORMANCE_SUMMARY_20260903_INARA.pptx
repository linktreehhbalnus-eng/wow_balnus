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-4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   Δ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+171,8%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87 (35,8%)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151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66 (78,6%)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Ferdinandus rengo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PAULUS PAJUNG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stewon liwun fernandez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Roni Ratu Kaho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Wilibrodus Paulinus Lahera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