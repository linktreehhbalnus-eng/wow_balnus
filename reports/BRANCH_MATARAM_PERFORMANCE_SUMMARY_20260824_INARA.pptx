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Aug 2026 vs MTD-1 01–24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Aug 2026 vs MTD-1 01–24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163   Δ 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157   Δ 22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157   Δ -8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4.509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+32,7%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3.398   Δ 1.111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Aug 2026 vs MTD-1 01–24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1.666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13.846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431 (29,1%)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899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358 (79,9%)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975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