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Sep 2026 vs MTD-1 01–02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2.656,4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1.342,0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1.314,4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Sep 2026 vs MTD-1 01–02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+34,4%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61   Δ 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+16,7%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   Δ 40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+5175,0%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   Δ 414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+6966,7%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Sep 2026 vs MTD-1 01–02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489 (33,3%)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1.242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444 (92,3%)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1.421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Sep 2026 vs MTD-1 01–02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SUBANDRI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TAHIR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Najamudin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Bagindo nofan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DODIMAN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TAHIR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RIZUL FAHMI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HARMANSYAH A MD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LUTHFI SURYADI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Sep 2026 vs MTD-1 01–02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Aprillinda Wulandary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YULIANA SAWITRI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Annama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LIA MISWAN ANJANI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JUMYATI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YULIANA SAWITRI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