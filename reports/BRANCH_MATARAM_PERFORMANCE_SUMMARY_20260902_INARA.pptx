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2.875,4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2.656,4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2.370,7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2.210,7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64,1%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1.342,0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1.314,4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+34,4%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61   Δ 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+16,7%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54   Δ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-77,7%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184   Δ -143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-93,1%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5.810   Δ -5.411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489 (33,3%)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1.241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444 (92,3%)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1.411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SUBANDRI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 UTARI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TAHIR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YULI INDRAYANI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DODIMAN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Najamudin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TAHIR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SURATMAN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DARUSSALAM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Minhaq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RIZUL FAHMI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HARMANSYAH A MD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LUTHFI SURYADI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DEDY HARTONO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BUDIYANSYAH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YULIANA SAWITRI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Annama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Aprillinda Wulandary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MARLINA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LIA MISWAN ANJANI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BUDIYANSYAH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JUMYATI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YULIANA SAWITRI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HENI RATMAWATI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CITRA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ADY SYAHRIAL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