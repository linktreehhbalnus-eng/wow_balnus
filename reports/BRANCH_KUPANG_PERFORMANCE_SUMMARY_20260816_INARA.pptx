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-5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97   Δ -1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70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2.446   Δ -77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01–16 Aug 2026 vs MTD-1 01–16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9.892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62 (23,7%)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89 (74,8%)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