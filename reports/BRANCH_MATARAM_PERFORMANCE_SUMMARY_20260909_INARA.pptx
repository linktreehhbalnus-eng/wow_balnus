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136   Δ 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131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1.746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1.608   Δ 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188 (13,0%)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343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197 (39,5%)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9424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0864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0864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Performer: Active PS 0,0%
Junior Plus: Active PS 0,0%
Junior: Active PS +3,6%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78807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7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7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Grapari Lombok Timur: PS -1
Grapari Maluk: PS -1
Grapari Taliwang: PS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08192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37575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5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5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Sumbawa Barat - Sumbawa Timur: RE -1, PS -2
Lombok: RE -2, PS -1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59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399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399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Lombok: RE -3, PS -1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715000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menunjukkan perubahan absolut MTD terhadap MTD-1 pada periode tanggal yang sama.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5998464"/>
            <a:ext cx="114300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50" b="1" i="0">
                <a:solidFill>
                  <a:srgbClr val="102C50"/>
                </a:solidFill>
                <a:latin typeface="Arial"/>
              </a:rPr>
              <a:t>Insight lapangan: ____________________________________   Event/gangguan: ____________________   Action plan/PIC: ____________________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HENI RATMAWATI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