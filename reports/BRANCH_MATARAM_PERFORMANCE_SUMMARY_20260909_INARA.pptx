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136   Δ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131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1.746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1.608   Δ 138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188 (13,0%)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343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197 (39,5%)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HENI RATMAWATI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