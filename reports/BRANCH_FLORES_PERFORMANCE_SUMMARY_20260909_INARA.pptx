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29.0</c:v>
                </c:pt>
                <c:pt idx="1">
                  <c:v>24.0</c:v>
                </c:pt>
                <c:pt idx="2">
                  <c:v>28.0</c:v>
                </c:pt>
                <c:pt idx="3">
                  <c:v>28.0</c:v>
                </c:pt>
                <c:pt idx="4">
                  <c:v>27.0</c:v>
                </c:pt>
                <c:pt idx="5">
                  <c:v>10.0</c:v>
                </c:pt>
                <c:pt idx="6">
                  <c:v>30.0</c:v>
                </c:pt>
                <c:pt idx="7">
                  <c:v>23.0</c:v>
                </c:pt>
                <c:pt idx="8">
                  <c:v>32.0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 - 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17.0</c:v>
                </c:pt>
                <c:pt idx="1">
                  <c:v>13.0</c:v>
                </c:pt>
                <c:pt idx="2">
                  <c:v>18.0</c:v>
                </c:pt>
                <c:pt idx="3">
                  <c:v>18.0</c:v>
                </c:pt>
                <c:pt idx="4">
                  <c:v>21.0</c:v>
                </c:pt>
                <c:pt idx="5">
                  <c:v>4.0</c:v>
                </c:pt>
                <c:pt idx="6">
                  <c:v>19.0</c:v>
                </c:pt>
                <c:pt idx="7">
                  <c:v>15.0</c:v>
                </c:pt>
                <c:pt idx="8">
                  <c:v>18.0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12.0</c:v>
                </c:pt>
                <c:pt idx="1">
                  <c:v>11.0</c:v>
                </c:pt>
                <c:pt idx="2">
                  <c:v>10.0</c:v>
                </c:pt>
                <c:pt idx="3">
                  <c:v>10.0</c:v>
                </c:pt>
                <c:pt idx="4">
                  <c:v>6.0</c:v>
                </c:pt>
                <c:pt idx="5">
                  <c:v>6.0</c:v>
                </c:pt>
                <c:pt idx="6">
                  <c:v>11.0</c:v>
                </c:pt>
                <c:pt idx="7">
                  <c:v>8.0</c:v>
                </c:pt>
                <c:pt idx="8">
                  <c:v>14.0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20.0</c:v>
                </c:pt>
                <c:pt idx="1">
                  <c:v>26.0</c:v>
                </c:pt>
                <c:pt idx="2">
                  <c:v>24.0</c:v>
                </c:pt>
                <c:pt idx="3">
                  <c:v>25.0</c:v>
                </c:pt>
                <c:pt idx="4">
                  <c:v>15.0</c:v>
                </c:pt>
                <c:pt idx="5">
                  <c:v>15.0</c:v>
                </c:pt>
                <c:pt idx="6">
                  <c:v>19.0</c:v>
                </c:pt>
                <c:pt idx="7">
                  <c:v>10.0</c:v>
                </c:pt>
                <c:pt idx="8">
                  <c:v>30.0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 - 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14.0</c:v>
                </c:pt>
                <c:pt idx="1">
                  <c:v>17.0</c:v>
                </c:pt>
                <c:pt idx="2">
                  <c:v>14.0</c:v>
                </c:pt>
                <c:pt idx="3">
                  <c:v>16.0</c:v>
                </c:pt>
                <c:pt idx="4">
                  <c:v>7.0</c:v>
                </c:pt>
                <c:pt idx="5">
                  <c:v>9.0</c:v>
                </c:pt>
                <c:pt idx="6">
                  <c:v>11.0</c:v>
                </c:pt>
                <c:pt idx="7">
                  <c:v>9.0</c:v>
                </c:pt>
                <c:pt idx="8">
                  <c:v>18.0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6.0</c:v>
                </c:pt>
                <c:pt idx="1">
                  <c:v>9.0</c:v>
                </c:pt>
                <c:pt idx="2">
                  <c:v>10.0</c:v>
                </c:pt>
                <c:pt idx="3">
                  <c:v>9.0</c:v>
                </c:pt>
                <c:pt idx="4">
                  <c:v>8.0</c:v>
                </c:pt>
                <c:pt idx="5">
                  <c:v>6.0</c:v>
                </c:pt>
                <c:pt idx="6">
                  <c:v>8.0</c:v>
                </c:pt>
                <c:pt idx="7">
                  <c:v>1.0</c:v>
                </c:pt>
                <c:pt idx="8">
                  <c:v>12.0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1.525,6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29,4%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1.077,6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1.257,9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68,8%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+344,4%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599,2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31,0%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149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+14,3%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70   Δ 10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+10,9%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64   Δ 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-30,2%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43   Δ -13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-30,4%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1.012   Δ -308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-42,6%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3.467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243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51 (21,0%)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73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86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47 (54,7%)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69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181051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3273552"/>
            <a:ext cx="1627632" cy="38404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3730752"/>
            <a:ext cx="1627632" cy="1572768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49424" y="3182112"/>
            <a:ext cx="181051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40864" y="3273552"/>
            <a:ext cx="1627632" cy="38404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40864" y="3730752"/>
            <a:ext cx="1627632" cy="1572768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Junior Plus: Active PS 0,0%
Greenfield: Active PS +8,3%
Junior: Active PS +11,8%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78807" y="3182112"/>
            <a:ext cx="181051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70247" y="3273552"/>
            <a:ext cx="1627632" cy="38404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0247" y="3730752"/>
            <a:ext cx="1627632" cy="1572768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Grapari Kalabahi: PS -5
Grapari Bajawa: PS -2
Grapari Labuan Bajo: PS -1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08192" y="3182112"/>
            <a:ext cx="181051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99631" y="3273552"/>
            <a:ext cx="1627632" cy="38404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99631" y="3730752"/>
            <a:ext cx="1627632" cy="1572768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37575" y="3182112"/>
            <a:ext cx="181051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29015" y="3273552"/>
            <a:ext cx="1627632" cy="38404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9015" y="3730752"/>
            <a:ext cx="1627632" cy="1572768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966959" y="3182112"/>
            <a:ext cx="181051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399" y="3273552"/>
            <a:ext cx="1627632" cy="38404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399" y="3730752"/>
            <a:ext cx="1627632" cy="1572768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" y="5715000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menunjukkan perubahan absolut MTD terhadap MTD-1 pada periode tanggal yang sama.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5998464"/>
            <a:ext cx="114300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50" b="1" i="0">
                <a:solidFill>
                  <a:srgbClr val="102C50"/>
                </a:solidFill>
                <a:latin typeface="Arial"/>
              </a:rPr>
              <a:t>Insight lapangan: ____________________________________   Event/gangguan: ____________________   Action plan/PIC: ____________________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+340,8%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ADRIANUS MARIOLIANUS OWON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Anmisa putrianingsih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YOHANA FRANSISKA SIANA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Albertus Makur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PURNAMA RAYA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YOHANES PASKALIS MARIYONO NAHONG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Clemens Novanus Rae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WILLYAM RICSKY SAUDALE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SUNARTO WETI DALA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ADRIANUS MARIOLIANUS OWON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YOHANES PASKALIS MARIYONO NAHONG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PURNAMA RAYA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Clemens Novanus Rae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YOHANA FRANSISKA SIANA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Yanuri Nona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FILIA REGINA DOLOROSA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Albertus Makur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ALBERTO CARLOS X K KOBAN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MARTINUS YONGKI MANGGO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AGUSTINUS MAPADA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VINSENSIUS JEMADA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EMANUEL MARYANUS DE ORNAY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Romanus Opun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rikardus apriliano ngadas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Elias Vitus 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PETRUS SUWANDI NONG SUSAR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Mohamad fahrul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Marianus Hilton Raja reda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ATI DUA LIRONG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FERDINANDUS PENO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EMANUEL MARYANUS DE ORNAY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Romanus Opun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Rahmad syukur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PETRUS SUWANDI NONG SUSAR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