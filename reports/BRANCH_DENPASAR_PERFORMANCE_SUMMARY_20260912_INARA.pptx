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2.773,7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198   Δ -19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193   Δ -26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+32,1%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109   Δ 35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3.018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+67,2%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1.805   Δ 1.213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31.994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195 (5,9%)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739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110 (25,3%)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179 | MoM -9,6%
PS: 167 | MoM -13,5%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142 | Active 46,0% | MoM -11,2%
  PS: 130 | Active 42,1% | MoM -16,7%
• Greenfield
  RE: 17 | Active 85,0% | MoM 0,0%
  PS: 17 | Active 85,0% | MoM +6,2%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N/A, Gap 1
• Grapari Gatsu Tengah: PS -75,0%, Gap -3
• Grapari Jimbaran: PS +37,5%, Gap 3
• Grapari Kuta: PS +300,0%, Gap 3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-43,5%, Gap -10
• Grapari Singaraja: PS -25,0%, Gap -1
• Grapari Tabanan: PS 0,0%, Gap 0
• Grapari Ubud: PS +20,0%,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-39 (-10,3%), PS -40 (-12,1%)
• Bali Timur: RE -3 (-1,2%), PS -20 (-9,7%)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-27 (-42,9%), PS -22 (-44,9%)
• Bali Tengah 1: RE -7 (-15,2%), PS -12 (-31,6%)
• Bali Barat: RE -12 (-44,4%), PS -6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(-12,5%), PS -4 (-57,1%)
• Bali Barat: RE -4 (-44,4%), PS -2 (-66,7%)
• Bali Tengah 1: RE 1 (+14,3%), PS -1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wijana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Elgard Adrian Tirta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