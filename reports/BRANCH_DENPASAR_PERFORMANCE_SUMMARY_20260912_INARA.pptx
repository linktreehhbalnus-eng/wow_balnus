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73.0</c:v>
                </c:pt>
                <c:pt idx="1">
                  <c:v>78.0</c:v>
                </c:pt>
                <c:pt idx="2">
                  <c:v>67.0</c:v>
                </c:pt>
                <c:pt idx="3">
                  <c:v>61.0</c:v>
                </c:pt>
                <c:pt idx="4">
                  <c:v>59.0</c:v>
                </c:pt>
                <c:pt idx="5">
                  <c:v>57.0</c:v>
                </c:pt>
                <c:pt idx="6">
                  <c:v>69.0</c:v>
                </c:pt>
                <c:pt idx="7">
                  <c:v>61.0</c:v>
                </c:pt>
                <c:pt idx="8">
                  <c:v>67.0</c:v>
                </c:pt>
                <c:pt idx="9">
                  <c:v>62.0</c:v>
                </c:pt>
                <c:pt idx="10">
                  <c:v>64.0</c:v>
                </c:pt>
                <c:pt idx="11">
                  <c:v>51.0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23.0</c:v>
                </c:pt>
                <c:pt idx="1">
                  <c:v>22.0</c:v>
                </c:pt>
                <c:pt idx="2">
                  <c:v>20.0</c:v>
                </c:pt>
                <c:pt idx="3">
                  <c:v>19.0</c:v>
                </c:pt>
                <c:pt idx="4">
                  <c:v>18.0</c:v>
                </c:pt>
                <c:pt idx="5">
                  <c:v>15.0</c:v>
                </c:pt>
                <c:pt idx="6">
                  <c:v>16.0</c:v>
                </c:pt>
                <c:pt idx="7">
                  <c:v>15.0</c:v>
                </c:pt>
                <c:pt idx="8">
                  <c:v>17.0</c:v>
                </c:pt>
                <c:pt idx="9">
                  <c:v>21.0</c:v>
                </c:pt>
                <c:pt idx="10">
                  <c:v>19.0</c:v>
                </c:pt>
                <c:pt idx="11">
                  <c:v>15.0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16.0</c:v>
                </c:pt>
                <c:pt idx="1">
                  <c:v>21.0</c:v>
                </c:pt>
                <c:pt idx="2">
                  <c:v>17.0</c:v>
                </c:pt>
                <c:pt idx="3">
                  <c:v>13.0</c:v>
                </c:pt>
                <c:pt idx="4">
                  <c:v>13.0</c:v>
                </c:pt>
                <c:pt idx="5">
                  <c:v>17.0</c:v>
                </c:pt>
                <c:pt idx="6">
                  <c:v>17.0</c:v>
                </c:pt>
                <c:pt idx="7">
                  <c:v>19.0</c:v>
                </c:pt>
                <c:pt idx="8">
                  <c:v>18.0</c:v>
                </c:pt>
                <c:pt idx="9">
                  <c:v>9.0</c:v>
                </c:pt>
                <c:pt idx="10">
                  <c:v>20.0</c:v>
                </c:pt>
                <c:pt idx="11">
                  <c:v>11.0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19.0</c:v>
                </c:pt>
                <c:pt idx="1">
                  <c:v>20.0</c:v>
                </c:pt>
                <c:pt idx="2">
                  <c:v>21.0</c:v>
                </c:pt>
                <c:pt idx="3">
                  <c:v>14.0</c:v>
                </c:pt>
                <c:pt idx="4">
                  <c:v>14.0</c:v>
                </c:pt>
                <c:pt idx="5">
                  <c:v>16.0</c:v>
                </c:pt>
                <c:pt idx="6">
                  <c:v>19.0</c:v>
                </c:pt>
                <c:pt idx="7">
                  <c:v>16.0</c:v>
                </c:pt>
                <c:pt idx="8">
                  <c:v>18.0</c:v>
                </c:pt>
                <c:pt idx="9">
                  <c:v>19.0</c:v>
                </c:pt>
                <c:pt idx="10">
                  <c:v>12.0</c:v>
                </c:pt>
                <c:pt idx="11">
                  <c:v>15.0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15.0</c:v>
                </c:pt>
                <c:pt idx="1">
                  <c:v>15.0</c:v>
                </c:pt>
                <c:pt idx="2">
                  <c:v>9.0</c:v>
                </c:pt>
                <c:pt idx="3">
                  <c:v>15.0</c:v>
                </c:pt>
                <c:pt idx="4">
                  <c:v>14.0</c:v>
                </c:pt>
                <c:pt idx="5">
                  <c:v>9.0</c:v>
                </c:pt>
                <c:pt idx="6">
                  <c:v>17.0</c:v>
                </c:pt>
                <c:pt idx="7">
                  <c:v>11.0</c:v>
                </c:pt>
                <c:pt idx="8">
                  <c:v>14.0</c:v>
                </c:pt>
                <c:pt idx="9">
                  <c:v>13.0</c:v>
                </c:pt>
                <c:pt idx="10">
                  <c:v>13.0</c:v>
                </c:pt>
                <c:pt idx="11">
                  <c:v>10.0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51.0</c:v>
                </c:pt>
                <c:pt idx="1">
                  <c:v>67.0</c:v>
                </c:pt>
                <c:pt idx="2">
                  <c:v>60.0</c:v>
                </c:pt>
                <c:pt idx="3">
                  <c:v>47.0</c:v>
                </c:pt>
                <c:pt idx="4">
                  <c:v>56.0</c:v>
                </c:pt>
                <c:pt idx="5">
                  <c:v>50.0</c:v>
                </c:pt>
                <c:pt idx="6">
                  <c:v>54.0</c:v>
                </c:pt>
                <c:pt idx="7">
                  <c:v>67.0</c:v>
                </c:pt>
                <c:pt idx="8">
                  <c:v>53.0</c:v>
                </c:pt>
                <c:pt idx="9">
                  <c:v>57.0</c:v>
                </c:pt>
                <c:pt idx="10">
                  <c:v>64.0</c:v>
                </c:pt>
                <c:pt idx="11">
                  <c:v>54.0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18.0</c:v>
                </c:pt>
                <c:pt idx="1">
                  <c:v>20.0</c:v>
                </c:pt>
                <c:pt idx="2">
                  <c:v>16.0</c:v>
                </c:pt>
                <c:pt idx="3">
                  <c:v>15.0</c:v>
                </c:pt>
                <c:pt idx="4">
                  <c:v>15.0</c:v>
                </c:pt>
                <c:pt idx="5">
                  <c:v>13.0</c:v>
                </c:pt>
                <c:pt idx="6">
                  <c:v>15.0</c:v>
                </c:pt>
                <c:pt idx="7">
                  <c:v>17.0</c:v>
                </c:pt>
                <c:pt idx="8">
                  <c:v>15.0</c:v>
                </c:pt>
                <c:pt idx="9">
                  <c:v>12.0</c:v>
                </c:pt>
                <c:pt idx="10">
                  <c:v>16.0</c:v>
                </c:pt>
                <c:pt idx="11">
                  <c:v>16.0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 1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11.0</c:v>
                </c:pt>
                <c:pt idx="1">
                  <c:v>16.0</c:v>
                </c:pt>
                <c:pt idx="2">
                  <c:v>14.0</c:v>
                </c:pt>
                <c:pt idx="3">
                  <c:v>12.0</c:v>
                </c:pt>
                <c:pt idx="4">
                  <c:v>13.0</c:v>
                </c:pt>
                <c:pt idx="5">
                  <c:v>14.0</c:v>
                </c:pt>
                <c:pt idx="6">
                  <c:v>15.0</c:v>
                </c:pt>
                <c:pt idx="7">
                  <c:v>18.0</c:v>
                </c:pt>
                <c:pt idx="8">
                  <c:v>16.0</c:v>
                </c:pt>
                <c:pt idx="9">
                  <c:v>14.0</c:v>
                </c:pt>
                <c:pt idx="10">
                  <c:v>17.0</c:v>
                </c:pt>
                <c:pt idx="11">
                  <c:v>14.0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Tengah 2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15.0</c:v>
                </c:pt>
                <c:pt idx="1">
                  <c:v>14.0</c:v>
                </c:pt>
                <c:pt idx="2">
                  <c:v>20.0</c:v>
                </c:pt>
                <c:pt idx="3">
                  <c:v>15.0</c:v>
                </c:pt>
                <c:pt idx="4">
                  <c:v>12.0</c:v>
                </c:pt>
                <c:pt idx="5">
                  <c:v>12.0</c:v>
                </c:pt>
                <c:pt idx="6">
                  <c:v>12.0</c:v>
                </c:pt>
                <c:pt idx="7">
                  <c:v>18.0</c:v>
                </c:pt>
                <c:pt idx="8">
                  <c:v>13.0</c:v>
                </c:pt>
                <c:pt idx="9">
                  <c:v>19.0</c:v>
                </c:pt>
                <c:pt idx="10">
                  <c:v>19.0</c:v>
                </c:pt>
                <c:pt idx="11">
                  <c:v>15.0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01 Sep</c:v>
                </c:pt>
                <c:pt idx="1">
                  <c:v>02 Sep</c:v>
                </c:pt>
                <c:pt idx="2">
                  <c:v>03 Sep</c:v>
                </c:pt>
                <c:pt idx="3">
                  <c:v>04 Sep</c:v>
                </c:pt>
                <c:pt idx="4">
                  <c:v>05 Sep</c:v>
                </c:pt>
                <c:pt idx="5">
                  <c:v>06 Sep</c:v>
                </c:pt>
                <c:pt idx="6">
                  <c:v>07 Sep</c:v>
                </c:pt>
                <c:pt idx="7">
                  <c:v>08 Sep</c:v>
                </c:pt>
                <c:pt idx="8">
                  <c:v>09 Sep</c:v>
                </c:pt>
                <c:pt idx="9">
                  <c:v>10 Sep</c:v>
                </c:pt>
                <c:pt idx="10">
                  <c:v>11 Sep</c:v>
                </c:pt>
                <c:pt idx="11">
                  <c:v>12 Sep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7.0</c:v>
                </c:pt>
                <c:pt idx="1">
                  <c:v>17.0</c:v>
                </c:pt>
                <c:pt idx="2">
                  <c:v>10.0</c:v>
                </c:pt>
                <c:pt idx="3">
                  <c:v>5.0</c:v>
                </c:pt>
                <c:pt idx="4">
                  <c:v>16.0</c:v>
                </c:pt>
                <c:pt idx="5">
                  <c:v>11.0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12.0</c:v>
                </c:pt>
                <c:pt idx="11">
                  <c:v>9.0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4.435,7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2.773,7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3.541,2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38,7%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2.172,2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49,6%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827,6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649,1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815,4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37,8%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36,0%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33,0%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179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-9,6%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198   Δ -19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167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-13,5%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193   Δ -26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+26,7%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120   Δ 32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3.301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+50,1%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2.199   Δ 1.102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7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8708"/>
                <a:gridCol w="66119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749354"/>
                <a:gridCol w="881593"/>
                <a:gridCol w="881593"/>
                <a:gridCol w="88159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1.025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+81,6%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780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1.089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+39,6%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+2,2%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+46,2%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929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+112,1%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1">
                          <a:solidFill>
                            <a:srgbClr val="20252B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17 / 20 (85,0%)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+13,3%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130 / 309 (42,1%)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-19,3% | Turun 90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167 / 350 (47,7%)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-13,5% | Turun 108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6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32 / 71 (45,1%)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-22,0%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41 / 83 (49,4%)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-21,2%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36 / 85 (42,4%)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-21,7%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44 / 93 (47,3%)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-17,0%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32 / 80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-5,9%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45 / 93 (48,4%)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30 / 73 (41,1%)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37 / 81 (45,7%)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-14,0%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+23,9%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579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+43,4%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+595,0%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334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1.216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+0,5%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+140,0%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291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859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16 / 309 (5,2%)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-5,9% | Turun 90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5 (40,0%)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+500,0%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36 / 350 (10,3%)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+5,9% | Turun 108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71 (11,3%)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+166,7%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3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83 (14,5%)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85 (3,5%)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93 (10,8%)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80 (1,2%)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-75,0%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 / 93 (7,5%)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-30,0% | Turun 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133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73 (5,5%)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N/A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81 (8,6%)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+40,0% | Turun 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1.471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2.439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31.994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47.429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3.308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221 (6,7%)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827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434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111 (25,6%)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477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1.741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1.660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270,4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1.445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232,1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179 | MoM -9,6%
PS: 167 | MoM -13,5%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142 | Active 46,0% | MoM -11,2%
  PS: 130 | Active 42,1% | MoM -16,7%
• Greenfield
  RE: 17 | Active 85,0% | MoM 0,0%
  PS: 17 | Active 85,0% | MoM +6,2%
• Junior Plus
  RE: 4 | Active 80,0% | MoM -20,0%
  PS: 4 | Active 80,0% | MoM -20,0%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N/A, Gap 1
• Grapari Gatsu Tengah: PS -75,0%, Gap -3
• Grapari Jimbaran: PS +37,5%, Gap 3
• Grapari Kuta: PS +300,0%, Gap 3
• Grapari Negara: PS +100,0%, Gap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-43,5%, Gap -10
• Grapari Singaraja: PS -25,0%, Gap -1
• Grapari Tabanan: PS 0,0%, Gap 0
• Grapari Ubud: PS +20,0%, Gap 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1: RE -39 (-10,3%), PS -40 (-12,1%)
• Bali Timur: RE -3 (-1,2%), PS -20 (-9,7%)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 2: RE -27 (-42,9%), PS -22 (-44,9%)
• Bali Tengah 1: RE -7 (-15,2%), PS -12 (-31,6%)
• Bali Barat: RE -12 (-44,4%), PS -6 (-42,9%)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-1 (-12,5%), PS -4 (-57,1%)
• Bali Barat: RE -4 (-44,4%), PS -2 (-66,7%)
• Bali Tengah 1: RE 1 (+14,3%), PS -1 (-20,0%)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1.407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87,0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63,6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935,0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8085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286,2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270,8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68,8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71,0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71,2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87,3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1887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44,6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EMANUEL LAGA TIFAONA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Siska wulandari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ROBIL ANWAR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Linda Ariyani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KETUT TINA ARYANI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Ketut wijana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GAGUS PUTU SUASA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DIANA TRI ANGGRAINI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GAGUS PUTU SUASA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EMANUEL LAGA TIFAONA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HERLINA JULIANTHI EDDY 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DJULEHA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MADE RIVAN ANDIKA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ROBIL ANWAR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Haryono Christanto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Kadek Linda Ariyani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Siska wulandari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01–12 Sep 2026 vs MTD-1 01–12 Aug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KAMALUDIN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Elgard Adrian Tirta Kusuma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WINDU ADI SUPUTRA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PUTU SANTIKA PARAMITA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KAMALUDIN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HERI SUSANTO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AI IFA HANIFAH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KETUT SUPARIASIH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EMILIA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WAYAN WINDU ADI SUPUTRA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AYU DWI APRILIANI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Gusti Agung Aditya Adhikara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