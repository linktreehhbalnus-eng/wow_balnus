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165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159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+41,7%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127   Δ 53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3.584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3.189   Δ 395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146 / 213 (68,5%)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+5,8% | Turun 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171 / 240 (71,2%)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+6,9%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131 (66,4%)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+11,5%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 / 148 (68,9%)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+12,1%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 / 82 (72,0%)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92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16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 / 213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+37,5% | Turun 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 / 240 (14,2%)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+30,8%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11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131 (10,7%)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148 (14,2%)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82 (9,8%)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+166,7%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92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373 (25,7%)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787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385 (74,0%)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180 | MoM +9,1%
PS: 171 | MoM +7,5%
• Performer
  RE: 1 | Active 100,0% | MoM 0,0%
  PS: 1 | Active 100,0% | MoM 0,0%
• Junior
  RE: 154 | Active 72,3% | MoM +9,2%
  PS: 146 | Active 68,5% | MoM +8,1%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15 | Active 93,8% | MoM +15,4%
  PS: 14 | Active 87,5% | MoM +7,7%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-3,7%, Gap -1
• Grapari Dompu: PS +20,0%, Gap 1
• Grapari Lombok Timur: PS -50,0%, Gap -1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-1
• Grapari Mataram: PS -11,1%, Gap -4
• Grapari Sumbawa: PS +60,0%, Gap 3
• Grapari Taliwang: PS -33,3%,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-4 (-66,7%),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Abriyansyah Agung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