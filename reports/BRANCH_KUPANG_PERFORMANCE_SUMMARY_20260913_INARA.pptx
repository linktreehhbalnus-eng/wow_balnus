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2.144   Δ -777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127 (74,0%)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+3,3%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84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95 (81,1%)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84 (2,4%)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95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65 (15,0%)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270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 (36,0%)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+3,2%
PS: 94 | MoM +4,4%
• Junior
  RE: 85 | Active 74,6% | MoM 0,0%
  PS: 85 | Active 74,6% | MoM +3,7%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5 | Active 55,6% | MoM +25,0%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2
• Grapari Kefamenanu: PS +66,7%, Gap 2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-38 (-11,1%), PS -34 (-11,3%)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5 (+29,4%), PS -1 (-8,3%)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-8 (-40,0%),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