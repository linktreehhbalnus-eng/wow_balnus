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  <c:pt idx="7">
                  <c:v>28.0</c:v>
                </c:pt>
                <c:pt idx="8">
                  <c:v>27.0</c:v>
                </c:pt>
                <c:pt idx="9">
                  <c:v>26.0</c:v>
                </c:pt>
                <c:pt idx="10">
                  <c:v>23.0</c:v>
                </c:pt>
                <c:pt idx="11">
                  <c:v>17.0</c:v>
                </c:pt>
                <c:pt idx="12">
                  <c:v>11.0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  <c:pt idx="6">
                  <c:v>30.0</c:v>
                </c:pt>
                <c:pt idx="7">
                  <c:v>19.0</c:v>
                </c:pt>
                <c:pt idx="8">
                  <c:v>23.0</c:v>
                </c:pt>
                <c:pt idx="9">
                  <c:v>19.0</c:v>
                </c:pt>
                <c:pt idx="10">
                  <c:v>16.0</c:v>
                </c:pt>
                <c:pt idx="11">
                  <c:v>14.0</c:v>
                </c:pt>
                <c:pt idx="12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  <c:pt idx="6">
                  <c:v>8.0</c:v>
                </c:pt>
                <c:pt idx="7">
                  <c:v>9.0</c:v>
                </c:pt>
                <c:pt idx="8">
                  <c:v>4.0</c:v>
                </c:pt>
                <c:pt idx="9">
                  <c:v>7.0</c:v>
                </c:pt>
                <c:pt idx="10">
                  <c:v>7.0</c:v>
                </c:pt>
                <c:pt idx="11">
                  <c:v>3.0</c:v>
                </c:pt>
                <c:pt idx="12">
                  <c:v>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  <c:pt idx="8">
                  <c:v>24.0</c:v>
                </c:pt>
                <c:pt idx="9">
                  <c:v>24.0</c:v>
                </c:pt>
                <c:pt idx="10">
                  <c:v>25.0</c:v>
                </c:pt>
                <c:pt idx="11">
                  <c:v>15.0</c:v>
                </c:pt>
                <c:pt idx="12">
                  <c:v>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  <c:pt idx="7">
                  <c:v>20.0</c:v>
                </c:pt>
                <c:pt idx="8">
                  <c:v>16.0</c:v>
                </c:pt>
                <c:pt idx="9">
                  <c:v>18.0</c:v>
                </c:pt>
                <c:pt idx="10">
                  <c:v>19.0</c:v>
                </c:pt>
                <c:pt idx="11">
                  <c:v>11.0</c:v>
                </c:pt>
                <c:pt idx="12">
                  <c:v>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  <c:pt idx="7">
                  <c:v>7.0</c:v>
                </c:pt>
                <c:pt idx="8">
                  <c:v>8.0</c:v>
                </c:pt>
                <c:pt idx="9">
                  <c:v>6.0</c:v>
                </c:pt>
                <c:pt idx="10">
                  <c:v>6.0</c:v>
                </c:pt>
                <c:pt idx="11">
                  <c:v>4.0</c:v>
                </c:pt>
                <c:pt idx="12">
                  <c:v>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1.253,5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93   Δ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90   Δ 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-20,5%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73   Δ -15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1.403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-38,2%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2.272   Δ -869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2.025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9 (55,6%)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85 / 114 (74,6%)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+2,4%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94 / 127 (74,0%)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+3,3% | Turun 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8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70 / 84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+1,4%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77 / 95 (81,1%)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+1,3%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30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+7,1%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32 (53,1%)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+13,3%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114 (3,5%)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 / 127 (4,7%)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84 (2,4%)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95 (3,2%)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30 (6,7%)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32 (9,4%)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6.776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69 (16,0%)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275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54 (36,0%)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96 | MoM +3,2%
PS: 94 | MoM +4,4%
• Junior
  RE: 85 | Active 74,6% | MoM 0,0%
  PS: 85 | Active 74,6% | MoM +3,7%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7 | Active 77,8% | MoM +75,0%
  PS: 5 | Active 55,6% | MoM +25,0%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N/A, Gap 2
• Grapari Kefamenanu: PS +66,7%, Gap 2
• Grapari Kupang: PS -44,4%, Gap -4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N/A, Gap 1
• Grapari Soe: PS 0,0%, Gap 0
• Grapari Waikabubak: PS -50,0%, Gap -1
• Grapari Waingapu: PS +33,3%,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-38 (-11,1%), PS -34 (-11,3%)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5 (+29,4%), PS -1 (-8,3%)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-8 (-40,0%), PS -4 (-44,4%)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JEVRIANUS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Igniosa Manek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GUSTAF RIHI MANGNGI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ALVIONA CHETERINA RIZNAWATY MAU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JEVRIANUS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FERDY ARYANDO JARA JUTALO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SATURNINO PAULO DE DEUS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ISABELLA THALL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SATURNINO PAULO DE DEUS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ISABELLA THALL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RICHARDUS YOHANES MOENSAKU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