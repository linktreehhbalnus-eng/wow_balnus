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4.862,2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4.004,2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4.008,9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1.165,9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8961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8961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158   Δ -12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148   Δ -19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   Δ 40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+522,2%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117   Δ 611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645152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919472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373368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(N/A)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(N/A)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ANDREYANTO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CHANDRA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ANDREYANTO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 Setyawan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KARTAKA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KETUT SUPARIASIH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WIRDANINGSIH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JONI LASTIAWAN.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NURSIAH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D. BUDIONO HARSONO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KARTAKA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