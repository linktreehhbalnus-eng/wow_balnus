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4.862,2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4.004,2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4.008,9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1.165,9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158   Δ -12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148   Δ -19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+78,7%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47   Δ 37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1.452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+505,0%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240   Δ 1.212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+345,7%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+669,0%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+704,9%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2.380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32.047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586 (17,7%)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2.394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226 (57,9%)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ANDREYANTO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Gde Agung Adhiaksa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CHANDRA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Gde Agung Adhiaksa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ANDREYANTO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 Setyawan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KARTAKA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KETUT SUPARIASIH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AYU WIRDANINGSIH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JONI LASTIAWAN.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NURSIAH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D. BUDIONO HARSONO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KARTAKA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