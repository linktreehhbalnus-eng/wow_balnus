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  <c:pt idx="8">
                  <c:v>32.0</c:v>
                </c:pt>
                <c:pt idx="9">
                  <c:v>31.0</c:v>
                </c:pt>
                <c:pt idx="10">
                  <c:v>27.0</c:v>
                </c:pt>
                <c:pt idx="11">
                  <c:v>29.0</c:v>
                </c:pt>
                <c:pt idx="12">
                  <c:v>15.0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  <c:pt idx="8">
                  <c:v>18.0</c:v>
                </c:pt>
                <c:pt idx="9">
                  <c:v>18.0</c:v>
                </c:pt>
                <c:pt idx="10">
                  <c:v>13.0</c:v>
                </c:pt>
                <c:pt idx="11">
                  <c:v>20.0</c:v>
                </c:pt>
                <c:pt idx="12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  <c:pt idx="8">
                  <c:v>14.0</c:v>
                </c:pt>
                <c:pt idx="9">
                  <c:v>13.0</c:v>
                </c:pt>
                <c:pt idx="10">
                  <c:v>14.0</c:v>
                </c:pt>
                <c:pt idx="11">
                  <c:v>9.0</c:v>
                </c:pt>
                <c:pt idx="12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  <c:pt idx="9">
                  <c:v>20.0</c:v>
                </c:pt>
                <c:pt idx="10">
                  <c:v>31.0</c:v>
                </c:pt>
                <c:pt idx="11">
                  <c:v>16.0</c:v>
                </c:pt>
                <c:pt idx="12">
                  <c:v>19.0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  <c:pt idx="8">
                  <c:v>18.0</c:v>
                </c:pt>
                <c:pt idx="9">
                  <c:v>12.0</c:v>
                </c:pt>
                <c:pt idx="10">
                  <c:v>16.0</c:v>
                </c:pt>
                <c:pt idx="11">
                  <c:v>10.0</c:v>
                </c:pt>
                <c:pt idx="12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  <c:pt idx="8">
                  <c:v>12.0</c:v>
                </c:pt>
                <c:pt idx="9">
                  <c:v>8.0</c:v>
                </c:pt>
                <c:pt idx="10">
                  <c:v>15.0</c:v>
                </c:pt>
                <c:pt idx="11">
                  <c:v>6.0</c:v>
                </c:pt>
                <c:pt idx="12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82   Δ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77   Δ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48   Δ 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1.351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1.303   Δ 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68 / 135 (50,4%)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+7,9%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82 / 149 (55,0%)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+6,5%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 / 72 (51,4%)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 / 79 (55,7%)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63 (49,2%)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+19,2%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 / 70 (54,3%)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+15,2%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360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13 (23,1%)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135 (4,4%)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149 (6,7%)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72 (6,9%)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79 (10,1%)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7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63 (1,6%)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70 (2,9%)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260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70 (26,9%)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126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56 (53,3%)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87 | MoM +6,1%
PS: 82 | MoM +6,5%
• Junior
  RE: 73 | Active 54,1% | MoM +5,8%
  PS: 68 | Active 50,4% | MoM +6,2%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+8,3%
  PS: 13 | Active 100,0% | MoM +8,3%
• Junior Plus
  RE: 1 | Active 100,0% | MoM 0,0%
  PS: 1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-25,0%, Gap -1
• Grapari Ende: PS -21,1%, Gap -4
• Grapari Kalabahi: PS -25,0%, Gap -4
• Grapari Labuan Bajo: PS -50,0%, Gap -8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-60,0%, Gap -3
• Grapari Maumere: PS -36,4%, Gap -4
• Grapari Ruteng: PS +20,0%,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 - Flores Timur: RE 13 (+4,5%), PS -12 (-5,1%)
• Manggarai: RE 18 (+10,7%), PS -7 (-4,9%)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gunawan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AGUSTINA MARGARETA KEDANG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