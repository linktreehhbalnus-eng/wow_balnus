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50   Δ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1.379   Δ 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68 / 135 (50,4%)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+7,9%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82 / 149 (55,0%)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+6,5%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72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79 (55,7%)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63 (49,2%)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+19,2%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70 (54,3%)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+15,2%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360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13 (23,1%)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135 (4,4%)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149 (6,7%)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72 (6,9%)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79 (10,1%)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63 (1,6%)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70 (2,9%)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 (27,3%)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129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56 (53,3%)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87 | MoM +6,1%
PS: 82 | MoM +6,5%
• Junior
  RE: 73 | Active 54,1% | MoM +5,8%
  PS: 68 | Active 50,4% | MoM +6,2%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-25,0%, Gap -1
• Grapari Ende: PS -21,1%, Gap -4
• Grapari Kalabahi: PS -25,0%, Gap -4
• Grapari Labuan Bajo: PS -50,0%, Gap 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-60,0%, Gap -3
• Grapari Maumere: PS -36,4%, Gap -4
• Grapari Ruteng: PS +20,0%,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13 (+4,5%), PS -12 (-5,1%)
• Manggarai: RE 18 (+10,7%), PS -7 (-4,9%)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