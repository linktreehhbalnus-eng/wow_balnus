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2.091,8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+7,1%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210   Δ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204   Δ 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3.913   Δ -355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01–21 Aug 2026 vs MTD-1 01–21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403 (12,2%)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124 (45,1%)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