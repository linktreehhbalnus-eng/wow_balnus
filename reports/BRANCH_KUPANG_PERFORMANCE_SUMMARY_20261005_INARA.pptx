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18.0</c:v>
                </c:pt>
                <c:pt idx="1">
                  <c:v>18.0</c:v>
                </c:pt>
                <c:pt idx="2">
                  <c:v>12.0</c:v>
                </c:pt>
                <c:pt idx="3">
                  <c:v>9.0</c:v>
                </c:pt>
                <c:pt idx="4">
                  <c:v>27.0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14.0</c:v>
                </c:pt>
                <c:pt idx="1">
                  <c:v>13.0</c:v>
                </c:pt>
                <c:pt idx="2">
                  <c:v>10.0</c:v>
                </c:pt>
                <c:pt idx="3">
                  <c:v>13.0</c:v>
                </c:pt>
                <c:pt idx="4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-183,0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-130,0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75   Δ -13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-33,3%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75   Δ -25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2.606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3.542   Δ -936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 / 139 (31,7%)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-36,2%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 / 152 (32,9%)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-34,2%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8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109 (33,9%)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-32,7%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 / 120 (35,0%)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-31,1%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30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32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-46,7%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139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152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109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120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(27,6%)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131 (82,9%)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540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62 | MoM -17,3%
PS: 50 | MoM -33,3%
• Junior
  RE: 53 | Active 38,1% | MoM -22,1%
  PS: 44 | Active 31,7% | MoM -35,3%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5 | Active 55,6% | MoM +66,7%
  PS: 2 | Active 22,2% | MoM -33,3%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0,0%, Gap 0
• Grapari Kefamenanu: PS +100,0%, Gap 1
• Grapari Kupang: PS -66,7%,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-100,0%, Gap -1
• Grapari Soe: PS +100,0%, Gap 1
• Grapari Waikabubak: PS +100,0%, Gap 1
• Grapari Waingapu: PS -50,0%,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-17 (-13,3%), PS -29 (-25,9%)
• Sumba: RE -22 (-44,0%), PS -16 (-39,0%)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1 (+100,0%), PS -2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Fanderio l laure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VONNY MIRNAWATY RISSI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FIRDA JAITUN SABRI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Paula Susanti Mooy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MARINUS SOLEMAN BANA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RYANTO AHMAD CHAHYADI YAMIN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MARINUS SOLEMAN BANA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