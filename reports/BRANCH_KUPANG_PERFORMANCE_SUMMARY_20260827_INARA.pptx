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Aug 2026 vs MTD-1 01–27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Aug 2026 vs MTD-1 01–27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103   Δ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83   Δ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3.157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-28,8%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4.433   Δ -1.276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Aug 2026 vs MTD-1 01–27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84 (19,8%)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(69,2%)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