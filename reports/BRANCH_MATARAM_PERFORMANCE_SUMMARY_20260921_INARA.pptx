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60.0</c:v>
                </c:pt>
                <c:pt idx="1">
                  <c:v>57.0</c:v>
                </c:pt>
                <c:pt idx="2">
                  <c:v>49.0</c:v>
                </c:pt>
                <c:pt idx="3">
                  <c:v>49.0</c:v>
                </c:pt>
                <c:pt idx="4">
                  <c:v>49.0</c:v>
                </c:pt>
                <c:pt idx="5">
                  <c:v>38.0</c:v>
                </c:pt>
                <c:pt idx="6">
                  <c:v>59.0</c:v>
                </c:pt>
                <c:pt idx="7">
                  <c:v>61.0</c:v>
                </c:pt>
                <c:pt idx="8">
                  <c:v>48.0</c:v>
                </c:pt>
                <c:pt idx="9">
                  <c:v>51.0</c:v>
                </c:pt>
                <c:pt idx="10">
                  <c:v>57.0</c:v>
                </c:pt>
                <c:pt idx="11">
                  <c:v>51.0</c:v>
                </c:pt>
                <c:pt idx="12">
                  <c:v>32.0</c:v>
                </c:pt>
                <c:pt idx="13">
                  <c:v>63.0</c:v>
                </c:pt>
                <c:pt idx="14">
                  <c:v>64.0</c:v>
                </c:pt>
                <c:pt idx="15">
                  <c:v>55.0</c:v>
                </c:pt>
                <c:pt idx="16">
                  <c:v>49.0</c:v>
                </c:pt>
                <c:pt idx="17">
                  <c:v>54.0</c:v>
                </c:pt>
                <c:pt idx="18">
                  <c:v>55.0</c:v>
                </c:pt>
                <c:pt idx="19">
                  <c:v>37.0</c:v>
                </c:pt>
                <c:pt idx="20">
                  <c:v>63.0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36.0</c:v>
                </c:pt>
                <c:pt idx="1">
                  <c:v>34.0</c:v>
                </c:pt>
                <c:pt idx="2">
                  <c:v>28.0</c:v>
                </c:pt>
                <c:pt idx="3">
                  <c:v>22.0</c:v>
                </c:pt>
                <c:pt idx="4">
                  <c:v>29.0</c:v>
                </c:pt>
                <c:pt idx="5">
                  <c:v>23.0</c:v>
                </c:pt>
                <c:pt idx="6">
                  <c:v>36.0</c:v>
                </c:pt>
                <c:pt idx="7">
                  <c:v>28.0</c:v>
                </c:pt>
                <c:pt idx="8">
                  <c:v>31.0</c:v>
                </c:pt>
                <c:pt idx="9">
                  <c:v>35.0</c:v>
                </c:pt>
                <c:pt idx="10">
                  <c:v>26.0</c:v>
                </c:pt>
                <c:pt idx="11">
                  <c:v>28.0</c:v>
                </c:pt>
                <c:pt idx="12">
                  <c:v>21.0</c:v>
                </c:pt>
                <c:pt idx="13">
                  <c:v>33.0</c:v>
                </c:pt>
                <c:pt idx="14">
                  <c:v>41.0</c:v>
                </c:pt>
                <c:pt idx="15">
                  <c:v>35.0</c:v>
                </c:pt>
                <c:pt idx="16">
                  <c:v>29.0</c:v>
                </c:pt>
                <c:pt idx="17">
                  <c:v>30.0</c:v>
                </c:pt>
                <c:pt idx="18">
                  <c:v>31.0</c:v>
                </c:pt>
                <c:pt idx="19">
                  <c:v>22.0</c:v>
                </c:pt>
                <c:pt idx="20">
                  <c:v>30.0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</c:strCache>
            </c: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24.0</c:v>
                </c:pt>
                <c:pt idx="1">
                  <c:v>23.0</c:v>
                </c:pt>
                <c:pt idx="2">
                  <c:v>21.0</c:v>
                </c:pt>
                <c:pt idx="3">
                  <c:v>27.0</c:v>
                </c:pt>
                <c:pt idx="4">
                  <c:v>20.0</c:v>
                </c:pt>
                <c:pt idx="5">
                  <c:v>15.0</c:v>
                </c:pt>
                <c:pt idx="6">
                  <c:v>23.0</c:v>
                </c:pt>
                <c:pt idx="7">
                  <c:v>33.0</c:v>
                </c:pt>
                <c:pt idx="8">
                  <c:v>17.0</c:v>
                </c:pt>
                <c:pt idx="9">
                  <c:v>16.0</c:v>
                </c:pt>
                <c:pt idx="10">
                  <c:v>31.0</c:v>
                </c:pt>
                <c:pt idx="11">
                  <c:v>23.0</c:v>
                </c:pt>
                <c:pt idx="12">
                  <c:v>11.0</c:v>
                </c:pt>
                <c:pt idx="13">
                  <c:v>30.0</c:v>
                </c:pt>
                <c:pt idx="14">
                  <c:v>23.0</c:v>
                </c:pt>
                <c:pt idx="15">
                  <c:v>20.0</c:v>
                </c:pt>
                <c:pt idx="16">
                  <c:v>20.0</c:v>
                </c:pt>
                <c:pt idx="17">
                  <c:v>24.0</c:v>
                </c:pt>
                <c:pt idx="18">
                  <c:v>24.0</c:v>
                </c:pt>
                <c:pt idx="19">
                  <c:v>15.0</c:v>
                </c:pt>
                <c:pt idx="20">
                  <c:v>33.0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44.0</c:v>
                </c:pt>
                <c:pt idx="1">
                  <c:v>44.0</c:v>
                </c:pt>
                <c:pt idx="2">
                  <c:v>40.0</c:v>
                </c:pt>
                <c:pt idx="3">
                  <c:v>34.0</c:v>
                </c:pt>
                <c:pt idx="4">
                  <c:v>34.0</c:v>
                </c:pt>
                <c:pt idx="5">
                  <c:v>21.0</c:v>
                </c:pt>
                <c:pt idx="6">
                  <c:v>44.0</c:v>
                </c:pt>
                <c:pt idx="7">
                  <c:v>56.0</c:v>
                </c:pt>
                <c:pt idx="8">
                  <c:v>54.0</c:v>
                </c:pt>
                <c:pt idx="9">
                  <c:v>38.0</c:v>
                </c:pt>
                <c:pt idx="10">
                  <c:v>33.0</c:v>
                </c:pt>
                <c:pt idx="11">
                  <c:v>43.0</c:v>
                </c:pt>
                <c:pt idx="12">
                  <c:v>25.0</c:v>
                </c:pt>
                <c:pt idx="13">
                  <c:v>50.0</c:v>
                </c:pt>
                <c:pt idx="14">
                  <c:v>55.0</c:v>
                </c:pt>
                <c:pt idx="15">
                  <c:v>58.0</c:v>
                </c:pt>
                <c:pt idx="16">
                  <c:v>46.0</c:v>
                </c:pt>
                <c:pt idx="17">
                  <c:v>41.0</c:v>
                </c:pt>
                <c:pt idx="18">
                  <c:v>45.0</c:v>
                </c:pt>
                <c:pt idx="19">
                  <c:v>32.0</c:v>
                </c:pt>
                <c:pt idx="20">
                  <c:v>56.0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23.0</c:v>
                </c:pt>
                <c:pt idx="1">
                  <c:v>29.0</c:v>
                </c:pt>
                <c:pt idx="2">
                  <c:v>23.0</c:v>
                </c:pt>
                <c:pt idx="3">
                  <c:v>18.0</c:v>
                </c:pt>
                <c:pt idx="4">
                  <c:v>19.0</c:v>
                </c:pt>
                <c:pt idx="5">
                  <c:v>12.0</c:v>
                </c:pt>
                <c:pt idx="6">
                  <c:v>32.0</c:v>
                </c:pt>
                <c:pt idx="7">
                  <c:v>29.0</c:v>
                </c:pt>
                <c:pt idx="8">
                  <c:v>31.0</c:v>
                </c:pt>
                <c:pt idx="9">
                  <c:v>19.0</c:v>
                </c:pt>
                <c:pt idx="10">
                  <c:v>21.0</c:v>
                </c:pt>
                <c:pt idx="11">
                  <c:v>25.0</c:v>
                </c:pt>
                <c:pt idx="12">
                  <c:v>18.0</c:v>
                </c:pt>
                <c:pt idx="13">
                  <c:v>33.0</c:v>
                </c:pt>
                <c:pt idx="14">
                  <c:v>32.0</c:v>
                </c:pt>
                <c:pt idx="15">
                  <c:v>37.0</c:v>
                </c:pt>
                <c:pt idx="16">
                  <c:v>29.0</c:v>
                </c:pt>
                <c:pt idx="17">
                  <c:v>25.0</c:v>
                </c:pt>
                <c:pt idx="18">
                  <c:v>26.0</c:v>
                </c:pt>
                <c:pt idx="19">
                  <c:v>20.0</c:v>
                </c:pt>
                <c:pt idx="20">
                  <c:v>32.0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</c:strCache>
            </c: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21.0</c:v>
                </c:pt>
                <c:pt idx="1">
                  <c:v>15.0</c:v>
                </c:pt>
                <c:pt idx="2">
                  <c:v>17.0</c:v>
                </c:pt>
                <c:pt idx="3">
                  <c:v>16.0</c:v>
                </c:pt>
                <c:pt idx="4">
                  <c:v>15.0</c:v>
                </c:pt>
                <c:pt idx="5">
                  <c:v>9.0</c:v>
                </c:pt>
                <c:pt idx="6">
                  <c:v>12.0</c:v>
                </c:pt>
                <c:pt idx="7">
                  <c:v>27.0</c:v>
                </c:pt>
                <c:pt idx="8">
                  <c:v>23.0</c:v>
                </c:pt>
                <c:pt idx="9">
                  <c:v>19.0</c:v>
                </c:pt>
                <c:pt idx="10">
                  <c:v>12.0</c:v>
                </c:pt>
                <c:pt idx="11">
                  <c:v>18.0</c:v>
                </c:pt>
                <c:pt idx="12">
                  <c:v>7.0</c:v>
                </c:pt>
                <c:pt idx="13">
                  <c:v>17.0</c:v>
                </c:pt>
                <c:pt idx="14">
                  <c:v>23.0</c:v>
                </c:pt>
                <c:pt idx="15">
                  <c:v>21.0</c:v>
                </c:pt>
                <c:pt idx="16">
                  <c:v>17.0</c:v>
                </c:pt>
                <c:pt idx="17">
                  <c:v>16.0</c:v>
                </c:pt>
                <c:pt idx="18">
                  <c:v>19.0</c:v>
                </c:pt>
                <c:pt idx="19">
                  <c:v>12.0</c:v>
                </c:pt>
                <c:pt idx="20">
                  <c:v>24.0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2.623,1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73,5%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2.094,1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67,4%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77,2%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75,9%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258,3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69,7%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388,2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58,5%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178   Δ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170   Δ 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+25,0%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148   Δ 37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4.039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-4,0%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4.206   Δ -167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1.832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1.721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2.374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2.318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 / 16 (93,8%)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+25,0%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155 / 213 (72,8%)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+4,0% | Turun 61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181 / 240 (75,4%)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+5,8% | Turun 74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11 (90,9%)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93 / 131 (71,0%)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+5,7% | Turun 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109 / 148 (73,6%)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+7,9% | Turun 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62 / 82 (75,6%)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+1,6%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72 / 92 (78,3%)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+2,9% | Turun 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+26,5%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883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203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1.231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730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369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501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16 (25,0%)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27 / 213 (12,7%)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+3,8% | Turun 61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+11,1%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42 / 240 (17,5%)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+7,7% | Turun 74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11 (27,3%)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 / 131 (12,2%)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-5,9% | Turun 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 / 148 (16,9%)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+4,2% | Turun 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82 (13,4%)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+22,2%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92 (18,5%)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+13,3% | Turun 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1.501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1.019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13.653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414 (28,5%)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920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423 (81,3%)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1.238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362,8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314,6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190 | MoM +6,7%
PS: 181 | MoM +6,5%
• Performer
  RE: 1 | Active 100,0% | MoM 0,0%
  PS: 1 | Active 100,0% | MoM 0,0%
• Junior
  RE: 163 | Active 76,5% | MoM +7,2%
  PS: 155 | Active 72,8% | MoM +6,9%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16 | Active 100,0% | MoM +6,7%
  PS: 15 | Active 93,8% | MoM +7,1%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0,0%, Gap 0
• Grapari Dompu: PS +14,3%, Gap 1
• Grapari Lombok Timur: PS -50,0%, Gap -1
• Grapari Lombok Utara: PS -100,0%,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-66,7%, Gap -2
• Grapari Mataram: PS -17,8%, Gap -8
• Grapari Sumbawa: PS +80,0%, Gap 4
• Grapari Taliwang: PS +50,0%, Gap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Barat - Sumbawa Timur: RE 0 (0,0%), PS -1 (-11,1%)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-3 (-50,0%), PS -2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+454,2%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+674,0%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331,5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362,8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210,4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121,1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Ismail Marzuki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DODYK SUPRIADI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Haris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Mita muliati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NIA RAHMAWATI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MIFTAHUL JANNAH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ANNISA SYAKIRAH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FIKA AYU PUSPITASARI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Hendra Tauhid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Ismail Marzuki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GEORANO INDRIANTO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LINGGAR GERRY KUSUMA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 UTARI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lestari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AISA TUKUBRA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Riskia nur komalasari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Arianda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Sofyan ali alkodri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Nizma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Hudian Rifsi Oktasoliawan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 azroy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ERNY JUMRIANTY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RIRIN DWI APRILIANTI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IHSAN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Riskia nur komalasari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Arianda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Sofyan ali alkodri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