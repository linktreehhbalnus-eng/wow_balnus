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Sep 2026 vs MTD-1 01–04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2.875,4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2.472,4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2.370,7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2.082,7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-4,5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1.257,0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1.046,8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1.215,4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1.035,9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Sep 2026 vs MTD-1 01–04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241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-0,9%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110   Δ -1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-10,0%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100   Δ -10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+116,7%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24   Δ 28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595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+672,7%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77   Δ 518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+483,3%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Sep 2026 vs MTD-1 01–04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13.662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19.795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4,8%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1.463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488 (33,4%)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1.266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493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446 (90,5%)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1.464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Sep 2026 vs MTD-1 01–04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Sep 2026 vs MTD-1 01–04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875,0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+373,7%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765,0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+490,6%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Sep 2026 vs MTD-1 01–04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lestari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KETUT PUTRA KARSANA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MOH. DEDY HARTONO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SELLY TRI NOVIASTANTI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FIKA AYU PUSPITASARI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ADE WIRASWARI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DODIMAN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Bagindo nofan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ADY SYAHRIAL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SULASTRI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lestari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ADI SURATMAN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 UTARI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 DIMIATI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BAMBANG WAHYUDDIN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Hanan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MOH. DEDY HARTONO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HARMANSYAH A MD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YULIANA SAWITRI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mega dirgantini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Sep 2026 vs MTD-1 01–04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Aprillinda Wulandary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IRUL KURNIAWAN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WAN ARNOP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PUSPITA 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PUPUT APRILISIA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Tri widyastuti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LIA MISWAN ANJANI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PUSPITA 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PUPUT APRILISIA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Bagindo nofan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LENI SUMBAYANTI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FIRMANSYAH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Tri widyastuti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