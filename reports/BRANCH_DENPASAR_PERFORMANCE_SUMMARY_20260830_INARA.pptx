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3.915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236   Δ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229   Δ 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6.349   Δ -337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3.426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546 (16,6%)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1.806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201 (61,3%)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