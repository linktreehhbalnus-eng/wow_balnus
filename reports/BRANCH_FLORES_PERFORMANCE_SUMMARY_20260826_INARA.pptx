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62   Δ 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2.142   Δ -469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(31,3%)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 (66,7%)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