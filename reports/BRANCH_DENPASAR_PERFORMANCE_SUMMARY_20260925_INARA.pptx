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  <c:pt idx="24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  <c:pt idx="22">
                  <c:v>15.0</c:v>
                </c:pt>
                <c:pt idx="23">
                  <c:v>23.0</c:v>
                </c:pt>
                <c:pt idx="24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  <c:pt idx="22">
                  <c:v>15.0</c:v>
                </c:pt>
                <c:pt idx="23">
                  <c:v>16.0</c:v>
                </c:pt>
                <c:pt idx="24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  <c:pt idx="22">
                  <c:v>13.0</c:v>
                </c:pt>
                <c:pt idx="23">
                  <c:v>19.0</c:v>
                </c:pt>
                <c:pt idx="24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  <c:pt idx="22">
                  <c:v>12.0</c:v>
                </c:pt>
                <c:pt idx="23">
                  <c:v>8.0</c:v>
                </c:pt>
                <c:pt idx="24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  <c:pt idx="24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  <c:pt idx="22">
                  <c:v>15.0</c:v>
                </c:pt>
                <c:pt idx="23">
                  <c:v>13.0</c:v>
                </c:pt>
                <c:pt idx="24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  <c:pt idx="22">
                  <c:v>12.0</c:v>
                </c:pt>
                <c:pt idx="23">
                  <c:v>17.0</c:v>
                </c:pt>
                <c:pt idx="24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  <c:pt idx="22">
                  <c:v>8.0</c:v>
                </c:pt>
                <c:pt idx="23">
                  <c:v>14.0</c:v>
                </c:pt>
                <c:pt idx="24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  <c:pt idx="22">
                  <c:v>11.0</c:v>
                </c:pt>
                <c:pt idx="23">
                  <c:v>13.0</c:v>
                </c:pt>
                <c:pt idx="2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237   Δ -8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229   Δ -9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205   Δ 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6.096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5.470   Δ 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181 / 310 (58,4%)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-7,7% | Turun 107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220 / 351 (62,7%)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 | Turun 130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68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 / 80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85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 / 93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80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93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+1,9%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77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 / 85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2.335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20 (35,0%)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 / 310 (11,9%)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 | Turun 107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 / 351 (18,2%)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 | Turun 130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68 (20,6%)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80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85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93 (17,2%)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80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93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77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85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551 (17,0%)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1.558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304 (56,4%)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229 | MoM -3,4%
PS: 220 | MoM -3,9%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190 | Active 61,3% | MoM -4,0%
  PS: 181 | Active 58,4% | MoM -4,7%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+100,0%, Gap 1
• Grapari Gatsu Tengah: PS -37,5%, Gap -3
• Grapari Jimbaran: PS +50,0%, Gap 7
• Grapari Kuta: PS +133,3%, Gap 4
• Grapari Negara: PS +150,0%,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+14,7%, Gap 5
• Grapari Singaraja: PS -37,5%, Gap -3
• Grapari Tabanan: PS -25,0%, Gap -2
• Grapari Ubud: PS +55,6%,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-69 (-9,5%), PS -67 (-10,7%)
• Bali Tengah 2: RE -63 (-8,0%), PS -57 (-8,7%)
• Bali Timur: RE 12 (+2,6%), PS -30 (-7,4%)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-36 (-31,0%), PS -33 (-36,3%)
• Bali Tengah 1: RE -10 (-12,3%), PS -12 (-19,0%)
• Bali Barat: RE -13 (-31,7%), PS -5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-7 (-41,2%), PS -3 (-50,0%)
• Bali Tengah 1: RE 2 (+11,1%), PS -3 (-21,4%)
• Bali Timur: RE 2 (+18,2%), PS -3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-3 (-75,0%),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Wayan Pebri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supantra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PUTU NGURAH UPHADANA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AGUS 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