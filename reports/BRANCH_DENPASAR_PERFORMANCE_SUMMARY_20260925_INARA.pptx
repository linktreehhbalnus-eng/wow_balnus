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69.0</c:v>
                </c:pt>
                <c:pt idx="7">
                  <c:v>61.0</c:v>
                </c:pt>
                <c:pt idx="8">
                  <c:v>67.0</c:v>
                </c:pt>
                <c:pt idx="9">
                  <c:v>62.0</c:v>
                </c:pt>
                <c:pt idx="10">
                  <c:v>64.0</c:v>
                </c:pt>
                <c:pt idx="11">
                  <c:v>51.0</c:v>
                </c:pt>
                <c:pt idx="12">
                  <c:v>49.0</c:v>
                </c:pt>
                <c:pt idx="13">
                  <c:v>64.0</c:v>
                </c:pt>
                <c:pt idx="14">
                  <c:v>67.0</c:v>
                </c:pt>
                <c:pt idx="15">
                  <c:v>67.0</c:v>
                </c:pt>
                <c:pt idx="16">
                  <c:v>71.0</c:v>
                </c:pt>
                <c:pt idx="17">
                  <c:v>50.0</c:v>
                </c:pt>
                <c:pt idx="18">
                  <c:v>58.0</c:v>
                </c:pt>
                <c:pt idx="19">
                  <c:v>52.0</c:v>
                </c:pt>
                <c:pt idx="20">
                  <c:v>69.0</c:v>
                </c:pt>
                <c:pt idx="21">
                  <c:v>58.0</c:v>
                </c:pt>
                <c:pt idx="22">
                  <c:v>55.0</c:v>
                </c:pt>
                <c:pt idx="23">
                  <c:v>66.0</c:v>
                </c:pt>
                <c:pt idx="24">
                  <c:v>55.0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  <c:pt idx="6">
                  <c:v>16.0</c:v>
                </c:pt>
                <c:pt idx="7">
                  <c:v>15.0</c:v>
                </c:pt>
                <c:pt idx="8">
                  <c:v>17.0</c:v>
                </c:pt>
                <c:pt idx="9">
                  <c:v>21.0</c:v>
                </c:pt>
                <c:pt idx="10">
                  <c:v>19.0</c:v>
                </c:pt>
                <c:pt idx="11">
                  <c:v>15.0</c:v>
                </c:pt>
                <c:pt idx="12">
                  <c:v>16.0</c:v>
                </c:pt>
                <c:pt idx="13">
                  <c:v>16.0</c:v>
                </c:pt>
                <c:pt idx="14">
                  <c:v>21.0</c:v>
                </c:pt>
                <c:pt idx="15">
                  <c:v>21.0</c:v>
                </c:pt>
                <c:pt idx="16">
                  <c:v>21.0</c:v>
                </c:pt>
                <c:pt idx="17">
                  <c:v>19.0</c:v>
                </c:pt>
                <c:pt idx="18">
                  <c:v>18.0</c:v>
                </c:pt>
                <c:pt idx="19">
                  <c:v>19.0</c:v>
                </c:pt>
                <c:pt idx="20">
                  <c:v>23.0</c:v>
                </c:pt>
                <c:pt idx="21">
                  <c:v>15.0</c:v>
                </c:pt>
                <c:pt idx="22">
                  <c:v>15.0</c:v>
                </c:pt>
                <c:pt idx="23">
                  <c:v>23.0</c:v>
                </c:pt>
                <c:pt idx="24">
                  <c:v>16.0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  <c:pt idx="6">
                  <c:v>17.0</c:v>
                </c:pt>
                <c:pt idx="7">
                  <c:v>19.0</c:v>
                </c:pt>
                <c:pt idx="8">
                  <c:v>18.0</c:v>
                </c:pt>
                <c:pt idx="9">
                  <c:v>9.0</c:v>
                </c:pt>
                <c:pt idx="10">
                  <c:v>20.0</c:v>
                </c:pt>
                <c:pt idx="11">
                  <c:v>12.0</c:v>
                </c:pt>
                <c:pt idx="12">
                  <c:v>13.0</c:v>
                </c:pt>
                <c:pt idx="13">
                  <c:v>20.0</c:v>
                </c:pt>
                <c:pt idx="14">
                  <c:v>17.0</c:v>
                </c:pt>
                <c:pt idx="15">
                  <c:v>17.0</c:v>
                </c:pt>
                <c:pt idx="16">
                  <c:v>17.0</c:v>
                </c:pt>
                <c:pt idx="17">
                  <c:v>13.0</c:v>
                </c:pt>
                <c:pt idx="18">
                  <c:v>11.0</c:v>
                </c:pt>
                <c:pt idx="19">
                  <c:v>12.0</c:v>
                </c:pt>
                <c:pt idx="20">
                  <c:v>19.0</c:v>
                </c:pt>
                <c:pt idx="21">
                  <c:v>16.0</c:v>
                </c:pt>
                <c:pt idx="22">
                  <c:v>15.0</c:v>
                </c:pt>
                <c:pt idx="23">
                  <c:v>16.0</c:v>
                </c:pt>
                <c:pt idx="24">
                  <c:v>15.0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  <c:pt idx="6">
                  <c:v>19.0</c:v>
                </c:pt>
                <c:pt idx="7">
                  <c:v>16.0</c:v>
                </c:pt>
                <c:pt idx="8">
                  <c:v>18.0</c:v>
                </c:pt>
                <c:pt idx="9">
                  <c:v>19.0</c:v>
                </c:pt>
                <c:pt idx="10">
                  <c:v>12.0</c:v>
                </c:pt>
                <c:pt idx="11">
                  <c:v>15.0</c:v>
                </c:pt>
                <c:pt idx="12">
                  <c:v>12.0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18.0</c:v>
                </c:pt>
                <c:pt idx="17">
                  <c:v>11.0</c:v>
                </c:pt>
                <c:pt idx="18">
                  <c:v>16.0</c:v>
                </c:pt>
                <c:pt idx="19">
                  <c:v>12.0</c:v>
                </c:pt>
                <c:pt idx="20">
                  <c:v>14.0</c:v>
                </c:pt>
                <c:pt idx="21">
                  <c:v>14.0</c:v>
                </c:pt>
                <c:pt idx="22">
                  <c:v>13.0</c:v>
                </c:pt>
                <c:pt idx="23">
                  <c:v>19.0</c:v>
                </c:pt>
                <c:pt idx="24">
                  <c:v>15.0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Sheet1!$F$2:$F$26</c:f>
              <c:numCache>
                <c:formatCode>General</c:formatCode>
                <c:ptCount val="25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  <c:pt idx="6">
                  <c:v>17.0</c:v>
                </c:pt>
                <c:pt idx="7">
                  <c:v>11.0</c:v>
                </c:pt>
                <c:pt idx="8">
                  <c:v>14.0</c:v>
                </c:pt>
                <c:pt idx="9">
                  <c:v>13.0</c:v>
                </c:pt>
                <c:pt idx="10">
                  <c:v>13.0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13.0</c:v>
                </c:pt>
                <c:pt idx="15">
                  <c:v>13.0</c:v>
                </c:pt>
                <c:pt idx="16">
                  <c:v>16.0</c:v>
                </c:pt>
                <c:pt idx="17">
                  <c:v>7.0</c:v>
                </c:pt>
                <c:pt idx="18">
                  <c:v>13.0</c:v>
                </c:pt>
                <c:pt idx="19">
                  <c:v>10.0</c:v>
                </c:pt>
                <c:pt idx="20">
                  <c:v>13.0</c:v>
                </c:pt>
                <c:pt idx="21">
                  <c:v>13.0</c:v>
                </c:pt>
                <c:pt idx="22">
                  <c:v>12.0</c:v>
                </c:pt>
                <c:pt idx="23">
                  <c:v>8.0</c:v>
                </c:pt>
                <c:pt idx="24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  <c:pt idx="7">
                  <c:v>67.0</c:v>
                </c:pt>
                <c:pt idx="8">
                  <c:v>53.0</c:v>
                </c:pt>
                <c:pt idx="9">
                  <c:v>57.0</c:v>
                </c:pt>
                <c:pt idx="10">
                  <c:v>64.0</c:v>
                </c:pt>
                <c:pt idx="11">
                  <c:v>54.0</c:v>
                </c:pt>
                <c:pt idx="12">
                  <c:v>45.0</c:v>
                </c:pt>
                <c:pt idx="13">
                  <c:v>51.0</c:v>
                </c:pt>
                <c:pt idx="14">
                  <c:v>58.0</c:v>
                </c:pt>
                <c:pt idx="15">
                  <c:v>59.0</c:v>
                </c:pt>
                <c:pt idx="16">
                  <c:v>59.0</c:v>
                </c:pt>
                <c:pt idx="17">
                  <c:v>55.0</c:v>
                </c:pt>
                <c:pt idx="18">
                  <c:v>46.0</c:v>
                </c:pt>
                <c:pt idx="19">
                  <c:v>52.0</c:v>
                </c:pt>
                <c:pt idx="20">
                  <c:v>55.0</c:v>
                </c:pt>
                <c:pt idx="21">
                  <c:v>63.0</c:v>
                </c:pt>
                <c:pt idx="22">
                  <c:v>46.0</c:v>
                </c:pt>
                <c:pt idx="23">
                  <c:v>57.0</c:v>
                </c:pt>
                <c:pt idx="24">
                  <c:v>51.0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  <c:pt idx="6">
                  <c:v>15.0</c:v>
                </c:pt>
                <c:pt idx="7">
                  <c:v>17.0</c:v>
                </c:pt>
                <c:pt idx="8">
                  <c:v>15.0</c:v>
                </c:pt>
                <c:pt idx="9">
                  <c:v>12.0</c:v>
                </c:pt>
                <c:pt idx="10">
                  <c:v>16.0</c:v>
                </c:pt>
                <c:pt idx="11">
                  <c:v>16.0</c:v>
                </c:pt>
                <c:pt idx="12">
                  <c:v>16.0</c:v>
                </c:pt>
                <c:pt idx="13">
                  <c:v>15.0</c:v>
                </c:pt>
                <c:pt idx="14">
                  <c:v>15.0</c:v>
                </c:pt>
                <c:pt idx="15">
                  <c:v>17.0</c:v>
                </c:pt>
                <c:pt idx="16">
                  <c:v>18.0</c:v>
                </c:pt>
                <c:pt idx="17">
                  <c:v>14.0</c:v>
                </c:pt>
                <c:pt idx="18">
                  <c:v>15.0</c:v>
                </c:pt>
                <c:pt idx="19">
                  <c:v>16.0</c:v>
                </c:pt>
                <c:pt idx="20">
                  <c:v>19.0</c:v>
                </c:pt>
                <c:pt idx="21">
                  <c:v>21.0</c:v>
                </c:pt>
                <c:pt idx="22">
                  <c:v>15.0</c:v>
                </c:pt>
                <c:pt idx="23">
                  <c:v>13.0</c:v>
                </c:pt>
                <c:pt idx="24">
                  <c:v>17.0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  <c:pt idx="6">
                  <c:v>15.0</c:v>
                </c:pt>
                <c:pt idx="7">
                  <c:v>18.0</c:v>
                </c:pt>
                <c:pt idx="8">
                  <c:v>16.0</c:v>
                </c:pt>
                <c:pt idx="9">
                  <c:v>14.0</c:v>
                </c:pt>
                <c:pt idx="10">
                  <c:v>17.0</c:v>
                </c:pt>
                <c:pt idx="11">
                  <c:v>14.0</c:v>
                </c:pt>
                <c:pt idx="12">
                  <c:v>13.0</c:v>
                </c:pt>
                <c:pt idx="13">
                  <c:v>13.0</c:v>
                </c:pt>
                <c:pt idx="14">
                  <c:v>18.0</c:v>
                </c:pt>
                <c:pt idx="15">
                  <c:v>15.0</c:v>
                </c:pt>
                <c:pt idx="16">
                  <c:v>14.0</c:v>
                </c:pt>
                <c:pt idx="17">
                  <c:v>16.0</c:v>
                </c:pt>
                <c:pt idx="18">
                  <c:v>12.0</c:v>
                </c:pt>
                <c:pt idx="19">
                  <c:v>10.0</c:v>
                </c:pt>
                <c:pt idx="20">
                  <c:v>10.0</c:v>
                </c:pt>
                <c:pt idx="21">
                  <c:v>17.0</c:v>
                </c:pt>
                <c:pt idx="22">
                  <c:v>12.0</c:v>
                </c:pt>
                <c:pt idx="23">
                  <c:v>17.0</c:v>
                </c:pt>
                <c:pt idx="24">
                  <c:v>14.0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12.0</c:v>
                </c:pt>
                <c:pt idx="7">
                  <c:v>18.0</c:v>
                </c:pt>
                <c:pt idx="8">
                  <c:v>13.0</c:v>
                </c:pt>
                <c:pt idx="9">
                  <c:v>19.0</c:v>
                </c:pt>
                <c:pt idx="10">
                  <c:v>19.0</c:v>
                </c:pt>
                <c:pt idx="11">
                  <c:v>15.0</c:v>
                </c:pt>
                <c:pt idx="12">
                  <c:v>11.0</c:v>
                </c:pt>
                <c:pt idx="13">
                  <c:v>14.0</c:v>
                </c:pt>
                <c:pt idx="14">
                  <c:v>12.0</c:v>
                </c:pt>
                <c:pt idx="15">
                  <c:v>15.0</c:v>
                </c:pt>
                <c:pt idx="16">
                  <c:v>17.0</c:v>
                </c:pt>
                <c:pt idx="17">
                  <c:v>17.0</c:v>
                </c:pt>
                <c:pt idx="18">
                  <c:v>10.0</c:v>
                </c:pt>
                <c:pt idx="19">
                  <c:v>17.0</c:v>
                </c:pt>
                <c:pt idx="20">
                  <c:v>16.0</c:v>
                </c:pt>
                <c:pt idx="21">
                  <c:v>13.0</c:v>
                </c:pt>
                <c:pt idx="22">
                  <c:v>8.0</c:v>
                </c:pt>
                <c:pt idx="23">
                  <c:v>14.0</c:v>
                </c:pt>
                <c:pt idx="24">
                  <c:v>14.0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Sheet1!$F$2:$F$26</c:f>
              <c:numCache>
                <c:formatCode>General</c:formatCode>
                <c:ptCount val="25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12.0</c:v>
                </c:pt>
                <c:pt idx="11">
                  <c:v>9.0</c:v>
                </c:pt>
                <c:pt idx="12">
                  <c:v>5.0</c:v>
                </c:pt>
                <c:pt idx="13">
                  <c:v>9.0</c:v>
                </c:pt>
                <c:pt idx="14">
                  <c:v>13.0</c:v>
                </c:pt>
                <c:pt idx="15">
                  <c:v>12.0</c:v>
                </c:pt>
                <c:pt idx="16">
                  <c:v>10.0</c:v>
                </c:pt>
                <c:pt idx="17">
                  <c:v>8.0</c:v>
                </c:pt>
                <c:pt idx="18">
                  <c:v>10.0</c:v>
                </c:pt>
                <c:pt idx="19">
                  <c:v>9.0</c:v>
                </c:pt>
                <c:pt idx="20">
                  <c:v>10.0</c:v>
                </c:pt>
                <c:pt idx="21">
                  <c:v>12.0</c:v>
                </c:pt>
                <c:pt idx="22">
                  <c:v>11.0</c:v>
                </c:pt>
                <c:pt idx="23">
                  <c:v>13.0</c:v>
                </c:pt>
                <c:pt idx="24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4.435,7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89,8%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237   Δ -8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229   Δ -9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205   Δ 11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6.096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5.470   Δ 626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1.739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1.761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1.530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1.044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+5,6%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181 / 310 (58,4%)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-7,7% | Turun 107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220 / 351 (62,7%)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-4,8% | Turun 130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45 / 68 (66,2%)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-4,3%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55 / 80 (68,8%)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-6,8%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53 / 85 (62,4%)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-13,1%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61 / 93 (65,6%)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-10,3%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 / 80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 / 93 (57,0%)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+1,9%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 / 77 (55,8%)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-10,4%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51 / 85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-1,9%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1.133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+426,5%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624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2.335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799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374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20 (35,0%)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37 / 310 (11,9%)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-7,5% | Turun 107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64 / 351 (18,2%)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+3,2% | Turun 130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68 (20,6%)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 / 80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+17,6%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85 (10,6%)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 / 93 (17,2%)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-5,9%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80 (8,8%)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 / 93 (18,3%)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-5,6%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77 (9,1%)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-22,2%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85 (12,9%)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2.815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7.589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551 (17,0%)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1.558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539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304 (56,4%)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968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530,4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447,9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229 | MoM -3,4%
PS: 220 | MoM -3,9%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190 | Active 61,3% | MoM -4,0%
  PS: 181 | Active 58,4% | MoM -4,7%
• Greenfield
  RE: 19 | Active 95,0% | MoM +5,6%
  PS: 19 | Active 95,0% | MoM +5,6%
• Junior Plus
  RE: 4 | Active 80,0% | MoM -20,0%
  PS: 4 | Active 80,0% | MoM -20,0%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+100,0%, Gap 1
• Grapari Gatsu Tengah: PS -37,5%, Gap -3
• Grapari Jimbaran: PS +50,0%, Gap 7
• Grapari Kuta: PS +133,3%, Gap 4
• Grapari Negara: PS +150,0%, Gap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+14,7%, Gap 5
• Grapari Singaraja: PS -37,5%, Gap -3
• Grapari Tabanan: PS -25,0%, Gap -2
• Grapari Ubud: PS +55,6%, Gap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-69 (-9,5%), PS -67 (-10,7%)
• Bali Tengah 2: RE -63 (-8,0%), PS -57 (-8,7%)
• Bali Timur: RE 12 (+2,6%), PS -30 (-7,4%)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2: RE -36 (-31,0%), PS -33 (-36,3%)
• Bali Tengah 1: RE -10 (-12,3%), PS -12 (-19,0%)
• Bali Barat: RE -13 (-31,7%), PS -5 (-25,0%)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-7 (-41,2%), PS -3 (-50,0%)
• Bali Tengah 1: RE 2 (+11,1%), PS -3 (-21,4%)
• Bali Timur: RE 2 (+18,2%), PS -3 (-37,5%)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-3 (-75,0%), PS -2 (-66,7%)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556,1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531,2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155,2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176,4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Wayan Pebri 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AYU GEDE FAJAR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 SUSILAWATI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Tuti Karmila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supantra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IBNU MAULANA MAHENDRA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PUTU NGURAH UPHADANA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MOH. AZRILFIAN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Barthlomeus Mario Jeriko Pareira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SEPTIA RAVI 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Zulkarnain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Barthlomeus Mario Jeriko Pareira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Zulkarnain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AGUS ARTA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