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13/09</c:v>
                </c:pt>
                <c:pt idx="1">
                  <c:v>14/09</c:v>
                </c:pt>
                <c:pt idx="2">
                  <c:v>15/09</c:v>
                </c:pt>
                <c:pt idx="3">
                  <c:v>16/09</c:v>
                </c:pt>
                <c:pt idx="4">
                  <c:v>17/09</c:v>
                </c:pt>
                <c:pt idx="5">
                  <c:v>18/09</c:v>
                </c:pt>
                <c:pt idx="6">
                  <c:v>19/09</c:v>
                </c:pt>
                <c:pt idx="7">
                  <c:v>20/09</c:v>
                </c:pt>
                <c:pt idx="8">
                  <c:v>21/09</c:v>
                </c:pt>
                <c:pt idx="9">
                  <c:v>22/09</c:v>
                </c:pt>
                <c:pt idx="10">
                  <c:v>23/09</c:v>
                </c:pt>
                <c:pt idx="11">
                  <c:v>24/09</c:v>
                </c:pt>
                <c:pt idx="12">
                  <c:v>25/09</c:v>
                </c:pt>
                <c:pt idx="13">
                  <c:v>26/09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169.0</c:v>
                </c:pt>
                <c:pt idx="1">
                  <c:v>339.0</c:v>
                </c:pt>
                <c:pt idx="2">
                  <c:v>320.0</c:v>
                </c:pt>
                <c:pt idx="3">
                  <c:v>322.0</c:v>
                </c:pt>
                <c:pt idx="4">
                  <c:v>334.0</c:v>
                </c:pt>
                <c:pt idx="5">
                  <c:v>305.0</c:v>
                </c:pt>
                <c:pt idx="6">
                  <c:v>267.0</c:v>
                </c:pt>
                <c:pt idx="7">
                  <c:v>193.0</c:v>
                </c:pt>
                <c:pt idx="8">
                  <c:v>378.0</c:v>
                </c:pt>
                <c:pt idx="9">
                  <c:v>316.0</c:v>
                </c:pt>
                <c:pt idx="10">
                  <c:v>299.0</c:v>
                </c:pt>
                <c:pt idx="11">
                  <c:v>309.0</c:v>
                </c:pt>
                <c:pt idx="12">
                  <c:v>303.0</c:v>
                </c:pt>
                <c:pt idx="13">
                  <c:v>248.0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13/09</c:v>
                </c:pt>
                <c:pt idx="1">
                  <c:v>14/09</c:v>
                </c:pt>
                <c:pt idx="2">
                  <c:v>15/09</c:v>
                </c:pt>
                <c:pt idx="3">
                  <c:v>16/09</c:v>
                </c:pt>
                <c:pt idx="4">
                  <c:v>17/09</c:v>
                </c:pt>
                <c:pt idx="5">
                  <c:v>18/09</c:v>
                </c:pt>
                <c:pt idx="6">
                  <c:v>19/09</c:v>
                </c:pt>
                <c:pt idx="7">
                  <c:v>20/09</c:v>
                </c:pt>
                <c:pt idx="8">
                  <c:v>21/09</c:v>
                </c:pt>
                <c:pt idx="9">
                  <c:v>22/09</c:v>
                </c:pt>
                <c:pt idx="10">
                  <c:v>23/09</c:v>
                </c:pt>
                <c:pt idx="11">
                  <c:v>24/09</c:v>
                </c:pt>
                <c:pt idx="12">
                  <c:v>25/09</c:v>
                </c:pt>
                <c:pt idx="13">
                  <c:v>26/09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151.0</c:v>
                </c:pt>
                <c:pt idx="1">
                  <c:v>266.0</c:v>
                </c:pt>
                <c:pt idx="2">
                  <c:v>271.0</c:v>
                </c:pt>
                <c:pt idx="3">
                  <c:v>266.0</c:v>
                </c:pt>
                <c:pt idx="4">
                  <c:v>261.0</c:v>
                </c:pt>
                <c:pt idx="5">
                  <c:v>242.0</c:v>
                </c:pt>
                <c:pt idx="6">
                  <c:v>209.0</c:v>
                </c:pt>
                <c:pt idx="7">
                  <c:v>177.0</c:v>
                </c:pt>
                <c:pt idx="8">
                  <c:v>269.0</c:v>
                </c:pt>
                <c:pt idx="9">
                  <c:v>271.0</c:v>
                </c:pt>
                <c:pt idx="10">
                  <c:v>247.0</c:v>
                </c:pt>
                <c:pt idx="11">
                  <c:v>254.0</c:v>
                </c:pt>
                <c:pt idx="12">
                  <c:v>239.0</c:v>
                </c:pt>
                <c:pt idx="13">
                  <c:v>173.0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+2,3% &amp; PS +2,0% MoM — Achievement Mencapai 77,7% (RE) / 76,8%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26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01–26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(+16,7%), Denpasar Terdalam (-2,8%)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+16,7%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+3,0%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+2,9%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-2,8%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84,8%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77,1%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60,7%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(+29,3%), Bali Tengah 1 Terdalam (-11,5%)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(+160), Buleleng Tumbuh Tertinggi (+51,3%)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+334, Bottom 5 -286, dan perubahan PS regional +124.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(+40,6%), TSEL One &gt;30 Mbps Turun Terdalam (-54,8%)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+3,4%, Aktivitas DJP -1,1%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37.948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5.247
Dikunjungi: 1.296 (24,7%)
Visit DJP: 3.505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1.341
Dikunjungi: 1.054 (78,6%)
Visit DJP: 3.207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Herzza Rahmadhani Duha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Wayan Pebri 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IBNU MAULANA MAHENDRA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GEORANO INDRIANTO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Sep 2026 vs MTD-1 01–26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01–26 Sep 2026 vs MTD-1 01–26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2.301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2.215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6.120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6.244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2.810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2.731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1.725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1.776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01–26 Sep 2026 vs MTD-1 01–26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01–26 Sep 2026 vs MTD-1 01–26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7.738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7.917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6.120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6.244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6.580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6.658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5.349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5.433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+49,1%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634 | MoM +2,3%
PS: 615 | MoM +3,4%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542 | Active 67,9% | MoM +2,5%
  PS: 525 | Active 65,8% | MoM +4,0%
• Greenfield
  RE: 56 | Active 96,6% | MoM +3,7%
  PS: 54 | Active 93,1% | MoM +1,9%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+17,8%, Gap +16
• Flores: PS +9,8%, Gap +11
• Kupang: PS +28,6%, Gap +10
• Mataram: PS -4,2%, Gap 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Maluk (Mataram): -66,7%, Gap -2
• Grapari Lombok Utara (Mataram): -50,0%, Gap -1
• Grapari Gatsu Tengah (Denpasar): -44,4%, Gap -4
• Grapari Singaraja (Denpasar): -37,5%, Gap -3
• Grapari Kalabahi (Flores): -26,9%, Gap -7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-67 (-8,9%), PS -72 (-11,1%)
• Bali Tengah 2: RE -69 (-8,4%), PS -56 (-8,2%)
• Bali Timur: RE +18 (+3,8%), PS -32 (-7,8%)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-36 (-29,8%), PS -32 (-34,8%)
• Bali Tengah 1: RE -8 (-9,5%), PS -11 (-16,9%)
• Bali Barat: RE -12 (-29,3%), PS -6 (-28,6%)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-15 (-33,3%), PS -8 (-42,1%)
• Bali Barat: RE -6 (-33,3%), PS -3 (-50,0%)
• Bali Tengah 1: RE +3 (+16,7%), PS -3 (-21,4%)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-3 (-75,0%), PS -2 (-66,7%)
• Lombok: RE -5 (-62,5%),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01–26 Sep 2026 vs MTD-1 01–26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182 / 310 (58,7%)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 | Turun 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221 / 351 (63,0%)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 / 136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150 (62,0%)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+13,4%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 / 139 (71,9%)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+12,4%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111 / 152 (73,0%)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+8,8%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164 / 213 (77,0%)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+3,8% | Turun 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190 / 240 (79,2%)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 / 58 (93,1%)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 | Turun 25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525 / 798 (65,8%)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+2,1% | Turun 245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616 / 924 (66,7%)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+2,8% | Turun 294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2.401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1.551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3.432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+518,0%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5.430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20 (35,0%)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310 (11,9%)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 | Turun 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 / 351 (18,2%)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136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150 (20,7%)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+24,0%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139 (16,5%)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+21,1%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152 (17,8%)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+17,4%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16 (31,2%)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213 (16,0%)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-10,5% | Turun 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240 (20,8%)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 / 58 (37,9%)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+10,0% | Turun 25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114 / 798 (14,3%)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-1,7% | Turun 245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172 / 924 (18,6%)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+3,6% | Turun 294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