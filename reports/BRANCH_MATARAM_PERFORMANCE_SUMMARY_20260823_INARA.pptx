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Aug 2026 vs MTD-1 01–23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Aug 2026 vs MTD-1 01–23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160   Δ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+13,0%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154   Δ 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-6,5%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155   Δ -10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4.490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+32,8%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3.382   Δ 1.108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Aug 2026 vs MTD-1 01–23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1.611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13.846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431 (29,1%)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899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358 (79,9%)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975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