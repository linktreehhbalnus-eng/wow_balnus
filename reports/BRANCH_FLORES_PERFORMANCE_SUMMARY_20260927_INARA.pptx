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1.816   Δ 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+14,5%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71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(41,9%)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102 (85,7%)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94 | MoM +8,0%
PS: 93 | MoM +12,0%
• Junior
  RE: 80 | Active 58,8% | MoM +8,1%
  PS: 79 | Active 58,1%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6
• Grapari Ende: PS +31,0%, Gap 9
• Grapari Kalabahi: PS -26,9%, Gap -7
• Grapari Labuan Bajo: PS -5,6%,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+44,4%, Gap 4
• Grapari Maumere: PS -16,7%, Gap -3
• Grapari Ruteng: PS +25,0%,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