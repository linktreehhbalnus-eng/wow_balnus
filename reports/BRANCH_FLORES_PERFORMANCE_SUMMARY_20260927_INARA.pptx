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29.0</c:v>
                </c:pt>
                <c:pt idx="1">
                  <c:v>24.0</c:v>
                </c:pt>
                <c:pt idx="2">
                  <c:v>28.0</c:v>
                </c:pt>
                <c:pt idx="3">
                  <c:v>28.0</c:v>
                </c:pt>
                <c:pt idx="4">
                  <c:v>27.0</c:v>
                </c:pt>
                <c:pt idx="5">
                  <c:v>10.0</c:v>
                </c:pt>
                <c:pt idx="6">
                  <c:v>30.0</c:v>
                </c:pt>
                <c:pt idx="7">
                  <c:v>23.0</c:v>
                </c:pt>
                <c:pt idx="8">
                  <c:v>32.0</c:v>
                </c:pt>
                <c:pt idx="9">
                  <c:v>31.0</c:v>
                </c:pt>
                <c:pt idx="10">
                  <c:v>27.0</c:v>
                </c:pt>
                <c:pt idx="11">
                  <c:v>29.0</c:v>
                </c:pt>
                <c:pt idx="12">
                  <c:v>15.0</c:v>
                </c:pt>
                <c:pt idx="13">
                  <c:v>34.0</c:v>
                </c:pt>
                <c:pt idx="14">
                  <c:v>29.0</c:v>
                </c:pt>
                <c:pt idx="15">
                  <c:v>24.0</c:v>
                </c:pt>
                <c:pt idx="16">
                  <c:v>26.0</c:v>
                </c:pt>
                <c:pt idx="17">
                  <c:v>20.0</c:v>
                </c:pt>
                <c:pt idx="18">
                  <c:v>20.0</c:v>
                </c:pt>
                <c:pt idx="19">
                  <c:v>10.0</c:v>
                </c:pt>
                <c:pt idx="20">
                  <c:v>25.0</c:v>
                </c:pt>
                <c:pt idx="21">
                  <c:v>26.0</c:v>
                </c:pt>
                <c:pt idx="22">
                  <c:v>24.0</c:v>
                </c:pt>
                <c:pt idx="23">
                  <c:v>23.0</c:v>
                </c:pt>
                <c:pt idx="24">
                  <c:v>23.0</c:v>
                </c:pt>
                <c:pt idx="25">
                  <c:v>18.0</c:v>
                </c:pt>
                <c:pt idx="26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</c:strCache>
            </c:str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17.0</c:v>
                </c:pt>
                <c:pt idx="1">
                  <c:v>13.0</c:v>
                </c:pt>
                <c:pt idx="2">
                  <c:v>18.0</c:v>
                </c:pt>
                <c:pt idx="3">
                  <c:v>18.0</c:v>
                </c:pt>
                <c:pt idx="4">
                  <c:v>21.0</c:v>
                </c:pt>
                <c:pt idx="5">
                  <c:v>4.0</c:v>
                </c:pt>
                <c:pt idx="6">
                  <c:v>19.0</c:v>
                </c:pt>
                <c:pt idx="7">
                  <c:v>15.0</c:v>
                </c:pt>
                <c:pt idx="8">
                  <c:v>18.0</c:v>
                </c:pt>
                <c:pt idx="9">
                  <c:v>18.0</c:v>
                </c:pt>
                <c:pt idx="10">
                  <c:v>13.0</c:v>
                </c:pt>
                <c:pt idx="11">
                  <c:v>20.0</c:v>
                </c:pt>
                <c:pt idx="12">
                  <c:v>10.0</c:v>
                </c:pt>
                <c:pt idx="13">
                  <c:v>21.0</c:v>
                </c:pt>
                <c:pt idx="14">
                  <c:v>16.0</c:v>
                </c:pt>
                <c:pt idx="15">
                  <c:v>14.0</c:v>
                </c:pt>
                <c:pt idx="16">
                  <c:v>14.0</c:v>
                </c:pt>
                <c:pt idx="17">
                  <c:v>12.0</c:v>
                </c:pt>
                <c:pt idx="18">
                  <c:v>10.0</c:v>
                </c:pt>
                <c:pt idx="19">
                  <c:v>5.0</c:v>
                </c:pt>
                <c:pt idx="20">
                  <c:v>16.0</c:v>
                </c:pt>
                <c:pt idx="21">
                  <c:v>17.0</c:v>
                </c:pt>
                <c:pt idx="22">
                  <c:v>17.0</c:v>
                </c:pt>
                <c:pt idx="23">
                  <c:v>17.0</c:v>
                </c:pt>
                <c:pt idx="24">
                  <c:v>15.0</c:v>
                </c:pt>
                <c:pt idx="25">
                  <c:v>9.0</c:v>
                </c:pt>
                <c:pt idx="26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</c:strCache>
            </c:strRef>
          </c:cat>
          <c:val>
            <c:numRef>
              <c:f>Sheet1!$D$2:$D$28</c:f>
              <c:numCache>
                <c:formatCode>General</c:formatCode>
                <c:ptCount val="27"/>
                <c:pt idx="0">
                  <c:v>12.0</c:v>
                </c:pt>
                <c:pt idx="1">
                  <c:v>11.0</c:v>
                </c:pt>
                <c:pt idx="2">
                  <c:v>10.0</c:v>
                </c:pt>
                <c:pt idx="3">
                  <c:v>10.0</c:v>
                </c:pt>
                <c:pt idx="4">
                  <c:v>6.0</c:v>
                </c:pt>
                <c:pt idx="5">
                  <c:v>6.0</c:v>
                </c:pt>
                <c:pt idx="6">
                  <c:v>11.0</c:v>
                </c:pt>
                <c:pt idx="7">
                  <c:v>8.0</c:v>
                </c:pt>
                <c:pt idx="8">
                  <c:v>14.0</c:v>
                </c:pt>
                <c:pt idx="9">
                  <c:v>13.0</c:v>
                </c:pt>
                <c:pt idx="10">
                  <c:v>14.0</c:v>
                </c:pt>
                <c:pt idx="11">
                  <c:v>9.0</c:v>
                </c:pt>
                <c:pt idx="12">
                  <c:v>5.0</c:v>
                </c:pt>
                <c:pt idx="13">
                  <c:v>13.0</c:v>
                </c:pt>
                <c:pt idx="14">
                  <c:v>13.0</c:v>
                </c:pt>
                <c:pt idx="15">
                  <c:v>10.0</c:v>
                </c:pt>
                <c:pt idx="16">
                  <c:v>12.0</c:v>
                </c:pt>
                <c:pt idx="17">
                  <c:v>8.0</c:v>
                </c:pt>
                <c:pt idx="18">
                  <c:v>10.0</c:v>
                </c:pt>
                <c:pt idx="19">
                  <c:v>5.0</c:v>
                </c:pt>
                <c:pt idx="20">
                  <c:v>9.0</c:v>
                </c:pt>
                <c:pt idx="21">
                  <c:v>9.0</c:v>
                </c:pt>
                <c:pt idx="22">
                  <c:v>7.0</c:v>
                </c:pt>
                <c:pt idx="23">
                  <c:v>6.0</c:v>
                </c:pt>
                <c:pt idx="24">
                  <c:v>8.0</c:v>
                </c:pt>
                <c:pt idx="25">
                  <c:v>9.0</c:v>
                </c:pt>
                <c:pt idx="26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20.0</c:v>
                </c:pt>
                <c:pt idx="1">
                  <c:v>26.0</c:v>
                </c:pt>
                <c:pt idx="2">
                  <c:v>24.0</c:v>
                </c:pt>
                <c:pt idx="3">
                  <c:v>25.0</c:v>
                </c:pt>
                <c:pt idx="4">
                  <c:v>15.0</c:v>
                </c:pt>
                <c:pt idx="5">
                  <c:v>15.0</c:v>
                </c:pt>
                <c:pt idx="6">
                  <c:v>19.0</c:v>
                </c:pt>
                <c:pt idx="7">
                  <c:v>10.0</c:v>
                </c:pt>
                <c:pt idx="8">
                  <c:v>30.0</c:v>
                </c:pt>
                <c:pt idx="9">
                  <c:v>20.0</c:v>
                </c:pt>
                <c:pt idx="10">
                  <c:v>31.0</c:v>
                </c:pt>
                <c:pt idx="11">
                  <c:v>16.0</c:v>
                </c:pt>
                <c:pt idx="12">
                  <c:v>19.0</c:v>
                </c:pt>
                <c:pt idx="13">
                  <c:v>28.0</c:v>
                </c:pt>
                <c:pt idx="14">
                  <c:v>26.0</c:v>
                </c:pt>
                <c:pt idx="15">
                  <c:v>24.0</c:v>
                </c:pt>
                <c:pt idx="16">
                  <c:v>22.0</c:v>
                </c:pt>
                <c:pt idx="17">
                  <c:v>23.0</c:v>
                </c:pt>
                <c:pt idx="18">
                  <c:v>11.0</c:v>
                </c:pt>
                <c:pt idx="19">
                  <c:v>13.0</c:v>
                </c:pt>
                <c:pt idx="20">
                  <c:v>25.0</c:v>
                </c:pt>
                <c:pt idx="21">
                  <c:v>20.0</c:v>
                </c:pt>
                <c:pt idx="22">
                  <c:v>25.0</c:v>
                </c:pt>
                <c:pt idx="23">
                  <c:v>25.0</c:v>
                </c:pt>
                <c:pt idx="24">
                  <c:v>24.0</c:v>
                </c:pt>
                <c:pt idx="25">
                  <c:v>10.0</c:v>
                </c:pt>
                <c:pt idx="26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</c:strCache>
            </c:str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14.0</c:v>
                </c:pt>
                <c:pt idx="1">
                  <c:v>17.0</c:v>
                </c:pt>
                <c:pt idx="2">
                  <c:v>14.0</c:v>
                </c:pt>
                <c:pt idx="3">
                  <c:v>16.0</c:v>
                </c:pt>
                <c:pt idx="4">
                  <c:v>7.0</c:v>
                </c:pt>
                <c:pt idx="5">
                  <c:v>9.0</c:v>
                </c:pt>
                <c:pt idx="6">
                  <c:v>11.0</c:v>
                </c:pt>
                <c:pt idx="7">
                  <c:v>9.0</c:v>
                </c:pt>
                <c:pt idx="8">
                  <c:v>18.0</c:v>
                </c:pt>
                <c:pt idx="9">
                  <c:v>12.0</c:v>
                </c:pt>
                <c:pt idx="10">
                  <c:v>16.0</c:v>
                </c:pt>
                <c:pt idx="11">
                  <c:v>10.0</c:v>
                </c:pt>
                <c:pt idx="12">
                  <c:v>13.0</c:v>
                </c:pt>
                <c:pt idx="13">
                  <c:v>18.0</c:v>
                </c:pt>
                <c:pt idx="14">
                  <c:v>15.0</c:v>
                </c:pt>
                <c:pt idx="15">
                  <c:v>13.0</c:v>
                </c:pt>
                <c:pt idx="16">
                  <c:v>14.0</c:v>
                </c:pt>
                <c:pt idx="17">
                  <c:v>12.0</c:v>
                </c:pt>
                <c:pt idx="18">
                  <c:v>6.0</c:v>
                </c:pt>
                <c:pt idx="19">
                  <c:v>9.0</c:v>
                </c:pt>
                <c:pt idx="20">
                  <c:v>16.0</c:v>
                </c:pt>
                <c:pt idx="21">
                  <c:v>14.0</c:v>
                </c:pt>
                <c:pt idx="22">
                  <c:v>14.0</c:v>
                </c:pt>
                <c:pt idx="23">
                  <c:v>13.0</c:v>
                </c:pt>
                <c:pt idx="24">
                  <c:v>13.0</c:v>
                </c:pt>
                <c:pt idx="25">
                  <c:v>6.0</c:v>
                </c:pt>
                <c:pt idx="26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</c:strCache>
            </c:strRef>
          </c:cat>
          <c:val>
            <c:numRef>
              <c:f>Sheet1!$D$2:$D$28</c:f>
              <c:numCache>
                <c:formatCode>General</c:formatCode>
                <c:ptCount val="27"/>
                <c:pt idx="0">
                  <c:v>6.0</c:v>
                </c:pt>
                <c:pt idx="1">
                  <c:v>9.0</c:v>
                </c:pt>
                <c:pt idx="2">
                  <c:v>10.0</c:v>
                </c:pt>
                <c:pt idx="3">
                  <c:v>9.0</c:v>
                </c:pt>
                <c:pt idx="4">
                  <c:v>8.0</c:v>
                </c:pt>
                <c:pt idx="5">
                  <c:v>6.0</c:v>
                </c:pt>
                <c:pt idx="6">
                  <c:v>8.0</c:v>
                </c:pt>
                <c:pt idx="7">
                  <c:v>1.0</c:v>
                </c:pt>
                <c:pt idx="8">
                  <c:v>12.0</c:v>
                </c:pt>
                <c:pt idx="9">
                  <c:v>8.0</c:v>
                </c:pt>
                <c:pt idx="10">
                  <c:v>15.0</c:v>
                </c:pt>
                <c:pt idx="11">
                  <c:v>6.0</c:v>
                </c:pt>
                <c:pt idx="12">
                  <c:v>6.0</c:v>
                </c:pt>
                <c:pt idx="13">
                  <c:v>10.0</c:v>
                </c:pt>
                <c:pt idx="14">
                  <c:v>11.0</c:v>
                </c:pt>
                <c:pt idx="15">
                  <c:v>11.0</c:v>
                </c:pt>
                <c:pt idx="16">
                  <c:v>8.0</c:v>
                </c:pt>
                <c:pt idx="17">
                  <c:v>11.0</c:v>
                </c:pt>
                <c:pt idx="18">
                  <c:v>5.0</c:v>
                </c:pt>
                <c:pt idx="19">
                  <c:v>4.0</c:v>
                </c:pt>
                <c:pt idx="20">
                  <c:v>9.0</c:v>
                </c:pt>
                <c:pt idx="21">
                  <c:v>6.0</c:v>
                </c:pt>
                <c:pt idx="22">
                  <c:v>11.0</c:v>
                </c:pt>
                <c:pt idx="23">
                  <c:v>12.0</c:v>
                </c:pt>
                <c:pt idx="24">
                  <c:v>11.0</c:v>
                </c:pt>
                <c:pt idx="25">
                  <c:v>4.0</c:v>
                </c:pt>
                <c:pt idx="26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Sep 2026 vs MTD-1 01–27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1.391,8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1.111,1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80,5%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217,1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82,3%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79,4%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84,9%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82,3%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Sep 2026 vs MTD-1 01–27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87   Δ 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+12,0%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83   Δ 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+23,1%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52   Δ 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+37,4%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1.737   Δ 649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1.594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+52,9%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Sep 2026 vs MTD-1 01–27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79 / 136 (58,1%)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+16,2% | Turun 32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93 / 150 (62,0%)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+13,4% | Turun 35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43 / 72 (59,7%)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+7,5% | Turun 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50 / 79 (63,3%)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+6,4%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36 / 64 (56,2%)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+28,6%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43 / 71 (60,6%)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+22,9%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+30,4%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527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+11,9%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730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+16,2%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450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280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13 (76,9%)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+42,9%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20 / 136 (14,7%)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+17,6% | Turun 32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31 / 150 (20,7%)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+24,0% | Turun 35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72 (19,4%)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+7,7% | Turun 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 / 79 (26,6%)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+23,5%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7 (57,1%)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64 (9,4%)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71 (14,1%)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Sep 2026 vs MTD-1 01–27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Sep 2026 vs MTD-1 01–27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2.082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34,5%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101 (43,3%)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183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102 (86,4%)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263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Sep 2026 vs MTD-1 01–27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94 | MoM +8,0%
PS: 93 | MoM +12,0%
• Junior
  RE: 80 | Active 58,8% | MoM +8,1%
  PS: 79 | Active 58,1% | MoM +12,9%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100,0% | MoM +8,3%
  PS: 13 | Active 100,0% | MoM +8,3%
• Junior Plus
  RE: 1 | Active 100,0% | MoM 0,0%
  PS: 1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+100,0%, Gap 6
• Grapari Ende: PS +31,0%, Gap 9
• Grapari Kalabahi: PS -26,9%, Gap -7
• Grapari Labuan Bajo: PS -11,1%, Gap 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+44,4%, Gap 4
• Grapari Maumere: PS -16,7%, Gap -3
• Grapari Ruteng: PS +25,0%, Gap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Sep 2026 vs MTD-1 01–27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Sep 2026 vs MTD-1 01–27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175,2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Sep 2026 vs MTD-1 01–27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Yanuri Nona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SUNARTO WETI DALA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LUKAS ALFREDO LODANG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KLAUDIUS IVANTUS LAJAR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Yanuri Nona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SUNARTO WETI DALA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Achmad ahmadi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RADJO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Sep 2026 vs MTD-1 01–27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Santiar roti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Aloysius fransisco becenty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fahrul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DOMINGGUS RATU LELE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MARTINUS YONGKI MANGGO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Santiar roti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fahrul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Marianus Hilton Raja reda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ATI DUA LIRONG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