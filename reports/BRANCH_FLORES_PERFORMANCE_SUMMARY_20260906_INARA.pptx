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cat>
            <c:strRef>
              <c:f>Sheet1!$A$2:$A$7</c:f>
              <c:strCache>
                <c:ptCount val="6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29.0</c:v>
                </c:pt>
                <c:pt idx="1">
                  <c:v>24.0</c:v>
                </c:pt>
                <c:pt idx="2">
                  <c:v>28.0</c:v>
                </c:pt>
                <c:pt idx="3">
                  <c:v>28.0</c:v>
                </c:pt>
                <c:pt idx="4">
                  <c:v>27.0</c:v>
                </c:pt>
                <c:pt idx="5">
                  <c:v>10.0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Ende Sikka - Flores Timur</c:v>
                </c:pt>
              </c:strCache>
            </c:strRef>
          </c:tx>
          <c:spPr>
            <a:ln w="20320"/>
          </c:spPr>
          <c:marker>
            <c:size val="4"/>
          </c:marker>
          <c:cat>
            <c:strRef>
              <c:f>Sheet1!$A$2:$A$7</c:f>
              <c:strCache>
                <c:ptCount val="6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17.0</c:v>
                </c:pt>
                <c:pt idx="1">
                  <c:v>13.0</c:v>
                </c:pt>
                <c:pt idx="2">
                  <c:v>18.0</c:v>
                </c:pt>
                <c:pt idx="3">
                  <c:v>18.0</c:v>
                </c:pt>
                <c:pt idx="4">
                  <c:v>21.0</c:v>
                </c:pt>
                <c:pt idx="5">
                  <c:v>4.0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Manggarai</c:v>
                </c:pt>
              </c:strCache>
            </c:strRef>
          </c:tx>
          <c:spPr>
            <a:ln w="20320"/>
          </c:spPr>
          <c:marker>
            <c:size val="4"/>
          </c:marker>
          <c:cat>
            <c:strRef>
              <c:f>Sheet1!$A$2:$A$7</c:f>
              <c:strCache>
                <c:ptCount val="6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12.0</c:v>
                </c:pt>
                <c:pt idx="1">
                  <c:v>11.0</c:v>
                </c:pt>
                <c:pt idx="2">
                  <c:v>10.0</c:v>
                </c:pt>
                <c:pt idx="3">
                  <c:v>10.0</c:v>
                </c:pt>
                <c:pt idx="4">
                  <c:v>6.0</c:v>
                </c:pt>
                <c:pt idx="5">
                  <c:v>6.0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cat>
            <c:strRef>
              <c:f>Sheet1!$A$2:$A$7</c:f>
              <c:strCache>
                <c:ptCount val="6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20.0</c:v>
                </c:pt>
                <c:pt idx="1">
                  <c:v>26.0</c:v>
                </c:pt>
                <c:pt idx="2">
                  <c:v>24.0</c:v>
                </c:pt>
                <c:pt idx="3">
                  <c:v>25.0</c:v>
                </c:pt>
                <c:pt idx="4">
                  <c:v>15.0</c:v>
                </c:pt>
                <c:pt idx="5">
                  <c:v>15.0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Ende Sikka - Flores Timur</c:v>
                </c:pt>
              </c:strCache>
            </c:strRef>
          </c:tx>
          <c:spPr>
            <a:ln w="20320"/>
          </c:spPr>
          <c:marker>
            <c:size val="4"/>
          </c:marker>
          <c:cat>
            <c:strRef>
              <c:f>Sheet1!$A$2:$A$7</c:f>
              <c:strCache>
                <c:ptCount val="6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14.0</c:v>
                </c:pt>
                <c:pt idx="1">
                  <c:v>17.0</c:v>
                </c:pt>
                <c:pt idx="2">
                  <c:v>14.0</c:v>
                </c:pt>
                <c:pt idx="3">
                  <c:v>16.0</c:v>
                </c:pt>
                <c:pt idx="4">
                  <c:v>7.0</c:v>
                </c:pt>
                <c:pt idx="5">
                  <c:v>9.0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Manggarai</c:v>
                </c:pt>
              </c:strCache>
            </c:strRef>
          </c:tx>
          <c:spPr>
            <a:ln w="20320"/>
          </c:spPr>
          <c:marker>
            <c:size val="4"/>
          </c:marker>
          <c:cat>
            <c:strRef>
              <c:f>Sheet1!$A$2:$A$7</c:f>
              <c:strCache>
                <c:ptCount val="6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6.0</c:v>
                </c:pt>
                <c:pt idx="1">
                  <c:v>9.0</c:v>
                </c:pt>
                <c:pt idx="2">
                  <c:v>10.0</c:v>
                </c:pt>
                <c:pt idx="3">
                  <c:v>9.0</c:v>
                </c:pt>
                <c:pt idx="4">
                  <c:v>8.0</c:v>
                </c:pt>
                <c:pt idx="5">
                  <c:v>6.0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01–06 Sep 2026 vs MTD-1 01–06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1.525,6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18,1%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1.249,6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1.257,9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16,3%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1.052,9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2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-1,5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-65,1%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+364,7%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+336,4%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Flores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17,9%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793,9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16,7%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664,2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18,4%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455,7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15,6%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388,7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517136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010912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Lembata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Alor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010912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Ngada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01–06 Sep 2026 vs MTD-1 01–06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149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64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-3,0%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66   Δ -2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61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+1,7%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60   Δ 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25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-28,6%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35   Δ -10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485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-23,1%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631   Δ -146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8708"/>
                <a:gridCol w="66119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881593"/>
                <a:gridCol w="881593"/>
                <a:gridCol w="881593"/>
              </a:tblGrid>
              <a:tr h="32004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0040"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+2,7%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+9,1%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-28,0%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-7,4%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-30,0%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250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-31,6%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133088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Flores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4407408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+440,0%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+475,0%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5861304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01–06 Sep 2026 vs MTD-1 01–06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498078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39686"/>
                <a:gridCol w="1558042"/>
                <a:gridCol w="1071154"/>
                <a:gridCol w="1558042"/>
                <a:gridCol w="1071154"/>
              </a:tblGrid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Peak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Peak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01–06 Sep 2026 vs MTD-1 01–06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651760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Flores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3.495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6.012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12,2%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244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89 (36,5%)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179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84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72 (85,7%)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147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01–06 Sep 2026 vs MTD-1 01–06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+336,4%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+483,3%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01–06 Sep 2026 vs MTD-1 01–06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25,6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+303,5%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+422,4%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750,0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+612,7%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375,0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+677,3%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335,0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375,0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+548,1%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44,6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45,4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29,0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15,6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01–06 Sep 2026 vs MTD-1 01–06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YOHANES PASKALIS MARIYONO NAHONG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PURNAMA RAYA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YASINTA MBASI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MUHAMAD SUNARTO WETI DALA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NATALIS TOLEK KELEN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Albertus Makur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TEOFELUS EPIPEO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Yanuri Nona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WILLYAM RICSKY SAUDALE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Yesualdus Harsen Pande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Clemens Novanus Rae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PURNAMA RAYA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Ania Amalia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Florianus Antus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ALBERTO CARLOS X K KOBAN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Putu Wira Anggrawan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YOHANES PASKALIS MARIYONO NAHONG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KLAUDIUS IVANTUS LAJAR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FELIX LABA GOLE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helmina dianafri jon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01–06 Sep 2026 vs MTD-1 01–06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FRANSISKUS NDAGANG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MARIANIS TAPIN WOKAL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MARTINUS YONGKI MANGGO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JENIATI BETI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AGUSTINUS MAPADA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ATI DUA LIRONG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VINSENSIUS JEMADA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YOSAFAT SUDARSO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EMANUEL MARYANUS DE ORNAY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ROSALINA GETRUDIS MONGGO EDY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Marianus Hilton Raja reda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JENIATI BETI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ATI DUA LIRONG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Stefanus stewon liwun fernandez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MAGDALENA JULIANITA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Balla panja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FERDINANDUS PENO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YOSAFAT SUDARSO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EMANUEL MARYANUS DE ORNAY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ROSALINA GETRUDIS MONGGO EDY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