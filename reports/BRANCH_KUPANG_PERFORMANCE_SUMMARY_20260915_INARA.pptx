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-13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1.607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-33,5%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2.418   Δ -811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139 (63,3%)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+3,5%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98 / 152 (64,5%)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+5,4%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8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 / 109 (66,1%)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120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360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139 (4,3%)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152 (5,9%)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109 (2,8%)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120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32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79 (18,4%)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62 (40,3%)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100 | MoM +7,5%
PS: 98 | MoM +6,5%
• Junior
  RE: 89 | Active 64,0% | MoM +4,7%
  PS: 88 | Active 63,3% | MoM +4,8%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+75,0%
  PS: 6 | Active 66,7% | MoM +50,0%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+100,0%, Gap 1
• Grapari Kefamenanu: PS +75,0%, Gap 3
• Grapari Kupang: PS -22,2%,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2
• Grapari Soe: PS 0,0%, Gap 0
• Grapari Waikabubak: PS 0,0%, Gap 0
• Grapari Waingapu: PS +33,3%,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-28 (-7,2%), PS -25 (-7,4%)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-13 (-50,0%), PS -7 (-53,8%)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