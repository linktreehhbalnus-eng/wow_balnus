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1.536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2.368   Δ -832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 / 152 (64,5%)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+5,4%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109 (66,1%)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120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109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120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(18,1%)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295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(40,3%)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100 | MoM +7,5%
PS: 98 | MoM +6,5%
• Junior
  RE: 89 | Active 64,0% | MoM +4,7%
  PS: 88 | Active 63,3% | MoM +4,8%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6 | Active 66,7% | MoM +50,0%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+100,0%, Gap 1
• Grapari Kefamenanu: PS +75,0%, Gap 3
• Grapari Kupang: PS -22,2%,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2
• Grapari Soe: PS 0,0%, Gap 0
• Grapari Waikabubak: PS 0,0%, Gap 0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-28 (-7,2%), PS -25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(-50,0%),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