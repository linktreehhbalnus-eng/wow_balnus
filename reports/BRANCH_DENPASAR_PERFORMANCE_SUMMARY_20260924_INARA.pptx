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  <c:pt idx="19">
                  <c:v>52.0</c:v>
                </c:pt>
                <c:pt idx="20">
                  <c:v>69.0</c:v>
                </c:pt>
                <c:pt idx="21">
                  <c:v>58.0</c:v>
                </c:pt>
                <c:pt idx="22">
                  <c:v>55.0</c:v>
                </c:pt>
                <c:pt idx="23">
                  <c:v>66.0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  <c:pt idx="18">
                  <c:v>18.0</c:v>
                </c:pt>
                <c:pt idx="19">
                  <c:v>19.0</c:v>
                </c:pt>
                <c:pt idx="20">
                  <c:v>23.0</c:v>
                </c:pt>
                <c:pt idx="21">
                  <c:v>15.0</c:v>
                </c:pt>
                <c:pt idx="22">
                  <c:v>15.0</c:v>
                </c:pt>
                <c:pt idx="23">
                  <c:v>23.0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17.0</c:v>
                </c:pt>
                <c:pt idx="17">
                  <c:v>13.0</c:v>
                </c:pt>
                <c:pt idx="18">
                  <c:v>11.0</c:v>
                </c:pt>
                <c:pt idx="19">
                  <c:v>12.0</c:v>
                </c:pt>
                <c:pt idx="20">
                  <c:v>19.0</c:v>
                </c:pt>
                <c:pt idx="21">
                  <c:v>16.0</c:v>
                </c:pt>
                <c:pt idx="22">
                  <c:v>15.0</c:v>
                </c:pt>
                <c:pt idx="23">
                  <c:v>16.0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  <c:pt idx="18">
                  <c:v>16.0</c:v>
                </c:pt>
                <c:pt idx="19">
                  <c:v>12.0</c:v>
                </c:pt>
                <c:pt idx="20">
                  <c:v>14.0</c:v>
                </c:pt>
                <c:pt idx="21">
                  <c:v>14.0</c:v>
                </c:pt>
                <c:pt idx="22">
                  <c:v>13.0</c:v>
                </c:pt>
                <c:pt idx="23">
                  <c:v>19.0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Sheet1!$F$2:$F$25</c:f>
              <c:numCache>
                <c:formatCode>General</c:formatCode>
                <c:ptCount val="24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  <c:pt idx="18">
                  <c:v>13.0</c:v>
                </c:pt>
                <c:pt idx="19">
                  <c:v>10.0</c:v>
                </c:pt>
                <c:pt idx="20">
                  <c:v>13.0</c:v>
                </c:pt>
                <c:pt idx="21">
                  <c:v>13.0</c:v>
                </c:pt>
                <c:pt idx="22">
                  <c:v>12.0</c:v>
                </c:pt>
                <c:pt idx="23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  <c:pt idx="19">
                  <c:v>52.0</c:v>
                </c:pt>
                <c:pt idx="20">
                  <c:v>55.0</c:v>
                </c:pt>
                <c:pt idx="21">
                  <c:v>63.0</c:v>
                </c:pt>
                <c:pt idx="22">
                  <c:v>46.0</c:v>
                </c:pt>
                <c:pt idx="23">
                  <c:v>57.0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  <c:pt idx="18">
                  <c:v>15.0</c:v>
                </c:pt>
                <c:pt idx="19">
                  <c:v>16.0</c:v>
                </c:pt>
                <c:pt idx="20">
                  <c:v>19.0</c:v>
                </c:pt>
                <c:pt idx="21">
                  <c:v>21.0</c:v>
                </c:pt>
                <c:pt idx="22">
                  <c:v>15.0</c:v>
                </c:pt>
                <c:pt idx="23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  <c:pt idx="18">
                  <c:v>12.0</c:v>
                </c:pt>
                <c:pt idx="19">
                  <c:v>10.0</c:v>
                </c:pt>
                <c:pt idx="20">
                  <c:v>10.0</c:v>
                </c:pt>
                <c:pt idx="21">
                  <c:v>17.0</c:v>
                </c:pt>
                <c:pt idx="22">
                  <c:v>12.0</c:v>
                </c:pt>
                <c:pt idx="23">
                  <c:v>17.0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  <c:pt idx="18">
                  <c:v>10.0</c:v>
                </c:pt>
                <c:pt idx="19">
                  <c:v>17.0</c:v>
                </c:pt>
                <c:pt idx="20">
                  <c:v>16.0</c:v>
                </c:pt>
                <c:pt idx="21">
                  <c:v>13.0</c:v>
                </c:pt>
                <c:pt idx="22">
                  <c:v>8.0</c:v>
                </c:pt>
                <c:pt idx="23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Sheet1!$F$2:$F$25</c:f>
              <c:numCache>
                <c:formatCode>General</c:formatCode>
                <c:ptCount val="24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  <c:pt idx="18">
                  <c:v>10.0</c:v>
                </c:pt>
                <c:pt idx="19">
                  <c:v>9.0</c:v>
                </c:pt>
                <c:pt idx="20">
                  <c:v>10.0</c:v>
                </c:pt>
                <c:pt idx="21">
                  <c:v>12.0</c:v>
                </c:pt>
                <c:pt idx="22">
                  <c:v>11.0</c:v>
                </c:pt>
                <c:pt idx="23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235   Δ -8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226   Δ -14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205   Δ 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6.096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5.470   Δ 626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1.739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1.761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173 / 310 (55,8%)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-10,4% | Turun 106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212 / 351 (60,4%)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-7,0% | Turun 130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 / 68 (61,8%)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-10,6%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 / 80 (65,0%)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50 / 85 (58,8%)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-15,3%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58 / 93 (62,4%)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-12,1%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80 (47,5%)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-2,6%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 / 93 (54,8%)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 / 77 (55,8%)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-10,4%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 / 85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-1,9%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1.101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+450,0%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2.265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20 (30,0%)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 / 310 (11,3%)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 | Turun 106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61 / 351 (17,4%)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-1,6% | Turun 130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68 (20,6%)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80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85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 / 93 (16,1%)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80 (7,5%)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 / 93 (16,1%)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77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85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2.732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7.589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551 (17,0%)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1.558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304 (56,4%)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968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433,1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227 | MoM -3,4%
PS: 212 | MoM -6,2%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188 | Active 60,6% | MoM -4,1%
  PS: 173 | Active 55,8% | MoM -7,5%
• Greenfield
  RE: 19 | Active 95,0% | MoM +5,6%
  PS: 19 | Active 95,0% | MoM +5,6%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+100,0%, Gap 1
• Grapari Gatsu Tengah: PS -28,6%, Gap -2
• Grapari Jimbaran: PS +50,0%, Gap 7
• Grapari Kuta: PS +133,3%, Gap 4
• Grapari Negara: PS +150,0%, 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+3,0%, Gap 1
• Grapari Singaraja: PS -42,9%, Gap -3
• Grapari Tabanan: PS -25,0%, Gap -2
• Grapari Ubud: PS +71,4%, Gap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-72 (-10,1%), PS -65 (-10,7%)
• Bali Tengah 2: RE -71 (-9,3%), PS -48 (-7,7%)
• Bali Timur: RE 13 (+2,9%), PS -27 (-6,9%)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-39 (-33,9%), PS -33 (-36,7%)
• Bali Tengah 1: RE -13 (-16,5%), PS -15 (-24,2%)
• Bali Barat: RE -13 (-32,5%), PS -5 (-25,0%)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-8 (-47,1%), PS -3 (-50,0%)
• Bali Timur: RE 2 (+18,2%), PS -3 (-37,5%)
• Bali Tengah 1: RE 4 (+26,7%), PS -2 (-16,7%)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-3 (-75,0%),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535,3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PUTU NGURAH UPHADANA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Tuti Karmila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AZRILFIAN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AGUS ARTA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SUPARTA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