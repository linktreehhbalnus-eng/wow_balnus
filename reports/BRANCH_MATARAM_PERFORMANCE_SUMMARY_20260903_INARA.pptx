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2.875,4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2.574,4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2.370,7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2.143,7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1.077,8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91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76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+116,7%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24   Δ 28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+672,7%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77   Δ 518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491 (33,4%)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1.274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493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446 (90,5%)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1.464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&amp;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77240"/>
            <a:ext cx="7772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786384"/>
            <a:ext cx="38862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Format sel: MTD-1 → MTD  |  MoM | Contribution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67" cy="13990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2668"/>
                <a:gridCol w="1414147"/>
                <a:gridCol w="1272732"/>
                <a:gridCol w="1272732"/>
                <a:gridCol w="1319871"/>
                <a:gridCol w="1461285"/>
                <a:gridCol w="1461285"/>
                <a:gridCol w="1414147"/>
              </a:tblGrid>
              <a:tr h="349757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9757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 → 34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-17,1% | 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 → 56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+9,8% | 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 → 20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+17,6% | 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 → 47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+571,4% | 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 → 68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+36,0% | 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 → 2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 → 227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+36,7%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9757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 → 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-36,4% | 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 → 20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-9,1% | 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 → 13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+30,0% | 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 → 26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+420,0% | 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 → 68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+36,0% | 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 → 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 → 135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+37,8%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97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 → 27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-10,0% | 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 → 36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+24,1% | 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 → 7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 | 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 → 21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+950,0% | 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 → –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 → 1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 → 92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+35,3%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70632"/>
            <a:ext cx="8686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Revenue New Sales by Speed — Total Branch &amp;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2770632"/>
            <a:ext cx="41148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072384"/>
          <a:ext cx="11548867" cy="13990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2668"/>
                <a:gridCol w="1414147"/>
                <a:gridCol w="1272732"/>
                <a:gridCol w="1272732"/>
                <a:gridCol w="1319871"/>
                <a:gridCol w="1461285"/>
                <a:gridCol w="1461285"/>
                <a:gridCol w="1414147"/>
              </a:tblGrid>
              <a:tr h="349757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TSEL One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9757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7,5 Jt → Rp 6,2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-17,0% | 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12,2 Jt → Rp 13,3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+9,3% | 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4,5 Jt → Rp 5,3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+17,8% | 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2,9 Jt → Rp 20,6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+615,2% | 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6,9 Jt → Rp 9,3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+35,5% | 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595,0 Rb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34,0 Jt → Rp 55,4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+63,1%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9757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2,0 Jt → Rp 1,2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-36,5% | 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5,2 Jt → Rp 4,7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-9,3% | 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2,6 Jt → Rp 3,4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+28,7% | 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2,0 Jt → Rp 12,2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+498,8% | 39,2%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6,9 Jt → Rp 9,3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+35,5% | 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285,0 Rb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18,7 Jt → Rp 31,2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+66,6%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97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5,5 Jt → Rp 5,0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-10,0% | 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7,0 Jt → Rp 8,6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+23,1% | 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1,9 Jt → Rp 1,9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+2,6% | 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840,0 Rb → Rp 8,4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+897,8% | 34,6%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0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0 → Rp 310,0 Rb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 | 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15,3 Jt → Rp 24,2 Jt</a:t>
                      </a:r>
                    </a:p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+58,8% | 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anggun yuliandi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ADE WIRASWARI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SUBANDRI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Mawardi Sutrisno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Najamudin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YULIANA SAWITRI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RIZUL FAHMI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SUBANDRI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anggun yuliandi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ADI SURATMAN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Minhaq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Mawardi Sutrisno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ANDREAS LEDE BILI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MOH. DEDY HARTONO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TAHIR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Sep 2026 vs MTD-1 01–03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Aprillinda Wulandary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IRUL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WAN ARNOP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FIRMANSYAH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DODIMAN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Annama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