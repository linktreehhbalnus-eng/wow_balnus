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2.875,4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2.574,4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2.370,7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2.143,7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65,1%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1.276,4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91   Δ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76   Δ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+116,7%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24   Δ 28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+672,7%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77   Δ 518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491 (33,4%)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1.274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446 (90,5%)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1.464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+498,8%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+897,8%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anggun yuliandi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ADE WIRASWARI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SUBANDRI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Mawardi Sutrisno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Najamudin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YULIANA SAWITRI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RIZUL FAHMI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SUBANDRI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anggun yuliandi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SURATMAN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Minhaq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Mawardi Sutrisno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ANDREAS LEDE BILI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DEDY HARTONO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TAHIR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Aprillinda Wulandary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IRUL KURNIAWAN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WAN ARNOP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MARLINA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FIRMANSYAH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DODIMAN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Annama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LIA MISWAN ANJANI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