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Aug 2026 vs MTD-1 01–24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Aug 2026 vs MTD-1 01–24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80   Δ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-11,9%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59   Δ -7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1.599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1.917   Δ -318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01–24 Aug 2026 vs MTD-1 01–24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78 (31,3%)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113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 (63,0%)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