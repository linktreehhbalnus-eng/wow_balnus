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-20,5%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73   Δ -15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-38,2%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2.272   Δ -869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85 / 114 (74,6%)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95 / 127 (74,8%)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8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70 / 84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95 (82,1%)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30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32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114 (3,5%)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127 (4,7%)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84 (2,4%)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95 (3,2%)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32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69 (16,0%)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58 (37,7%)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96 | MoM +3,2%
PS: 95 | MoM +3,3%
• Junior
  RE: 85 | Active 74,6% | MoM 0,0%
  PS: 85 | Active 74,6% | MoM +1,2%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+75,0%
  PS: 6 | Active 66,7% | MoM +50,0%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+100,0%, Gap 1
• Grapari Kefamenanu: PS +25,0%, Gap 1
• Grapari Kupang: PS -44,4%,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2
• Grapari Soe: PS 0,0%, Gap 0
• Grapari Waikabubak: PS -50,0%, Gap -1
• Grapari Waingapu: PS +33,3%,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-27 (-7,4%), PS -33 (-10,3%)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4 (+21,1%), PS -2 (-15,4%)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-12 (-50,0%), PS -5 (-45,5%)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