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1.536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2.368   Δ -832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 / 127 (74,8%)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 / 84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95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84 (2,4%)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95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(18,1%)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295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(40,3%)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+3,2%
PS: 95 | MoM +3,3%
• Junior
  RE: 85 | Active 74,6% | MoM 0,0%
  PS: 85 | Active 74,6% | MoM +1,2%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+100,0%, Gap 1
• Grapari Kefamenanu: PS +25,0%, Gap 1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2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-27 (-7,4%), PS -33 (-10,3%)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4 (+21,1%), PS -2 (-15,4%)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-12 (-50,0%), PS -5 (-45,5%)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