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1.682,8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8961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+16,7%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66   Δ 11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+145,9%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133   Δ 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(N/A)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Igniosa Manek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MARTHERNUS M SANBEIN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MARINUS SOLEMAN BANA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ANUGERAH MELKISEDEK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Sep 2026 vs MTD-1 01–06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NICO ADRIAN RAMA AWANG MANSOPU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ELSON MUHAMMAD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RAFIKI ABDURAHMAN PUA JENDO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THADEUS NGEWI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ANGELINA DARA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