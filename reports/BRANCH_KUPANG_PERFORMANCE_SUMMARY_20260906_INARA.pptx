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71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66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43   Δ -2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+167,0%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261   Δ 436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103 (24,1%)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125 (86,2%)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MARINUS SOLEMAN BANA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ANUGERAH MELKISEDEK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ELSON MUHAMMAD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