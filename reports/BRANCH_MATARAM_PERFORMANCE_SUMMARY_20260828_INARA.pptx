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2.475,2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167   Δ 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162   Δ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178   Δ -5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+24,2%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4.387   Δ 1.063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Aug 2026 vs MTD-1 01–28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1.728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13.734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495 (33,5%)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1.045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441 (91,7%)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