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9"/>
    <p:sldId id="269" r:id="rId20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25/08</c:v>
                </c:pt>
                <c:pt idx="1">
                  <c:v>26/08</c:v>
                </c:pt>
                <c:pt idx="2">
                  <c:v>27/08</c:v>
                </c:pt>
                <c:pt idx="3">
                  <c:v>28/08</c:v>
                </c:pt>
                <c:pt idx="4">
                  <c:v>29/08</c:v>
                </c:pt>
                <c:pt idx="5">
                  <c:v>30/08</c:v>
                </c:pt>
                <c:pt idx="6">
                  <c:v>31/08</c:v>
                </c:pt>
                <c:pt idx="7">
                  <c:v>01/09</c:v>
                </c:pt>
                <c:pt idx="8">
                  <c:v>02/09</c:v>
                </c:pt>
                <c:pt idx="9">
                  <c:v>03/09</c:v>
                </c:pt>
                <c:pt idx="10">
                  <c:v>04/09</c:v>
                </c:pt>
                <c:pt idx="11">
                  <c:v>05/09</c:v>
                </c:pt>
                <c:pt idx="12">
                  <c:v>06/09</c:v>
                </c:pt>
                <c:pt idx="13">
                  <c:v>07/09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296.0</c:v>
                </c:pt>
                <c:pt idx="1">
                  <c:v>348.0</c:v>
                </c:pt>
                <c:pt idx="2">
                  <c:v>307.0</c:v>
                </c:pt>
                <c:pt idx="3">
                  <c:v>339.0</c:v>
                </c:pt>
                <c:pt idx="4">
                  <c:v>270.0</c:v>
                </c:pt>
                <c:pt idx="5">
                  <c:v>203.0</c:v>
                </c:pt>
                <c:pt idx="6">
                  <c:v>311.0</c:v>
                </c:pt>
                <c:pt idx="7">
                  <c:v>407.0</c:v>
                </c:pt>
                <c:pt idx="8">
                  <c:v>359.0</c:v>
                </c:pt>
                <c:pt idx="9">
                  <c:v>334.0</c:v>
                </c:pt>
                <c:pt idx="10">
                  <c:v>324.0</c:v>
                </c:pt>
                <c:pt idx="11">
                  <c:v>279.0</c:v>
                </c:pt>
                <c:pt idx="12">
                  <c:v>198.0</c:v>
                </c:pt>
                <c:pt idx="13">
                  <c:v>361.0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25/08</c:v>
                </c:pt>
                <c:pt idx="1">
                  <c:v>26/08</c:v>
                </c:pt>
                <c:pt idx="2">
                  <c:v>27/08</c:v>
                </c:pt>
                <c:pt idx="3">
                  <c:v>28/08</c:v>
                </c:pt>
                <c:pt idx="4">
                  <c:v>29/08</c:v>
                </c:pt>
                <c:pt idx="5">
                  <c:v>30/08</c:v>
                </c:pt>
                <c:pt idx="6">
                  <c:v>31/08</c:v>
                </c:pt>
                <c:pt idx="7">
                  <c:v>01/09</c:v>
                </c:pt>
                <c:pt idx="8">
                  <c:v>02/09</c:v>
                </c:pt>
                <c:pt idx="9">
                  <c:v>03/09</c:v>
                </c:pt>
                <c:pt idx="10">
                  <c:v>04/09</c:v>
                </c:pt>
                <c:pt idx="11">
                  <c:v>05/09</c:v>
                </c:pt>
                <c:pt idx="12">
                  <c:v>06/09</c:v>
                </c:pt>
                <c:pt idx="13">
                  <c:v>07/09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228.0</c:v>
                </c:pt>
                <c:pt idx="1">
                  <c:v>230.0</c:v>
                </c:pt>
                <c:pt idx="2">
                  <c:v>298.0</c:v>
                </c:pt>
                <c:pt idx="3">
                  <c:v>255.0</c:v>
                </c:pt>
                <c:pt idx="4">
                  <c:v>238.0</c:v>
                </c:pt>
                <c:pt idx="5">
                  <c:v>142.0</c:v>
                </c:pt>
                <c:pt idx="6">
                  <c:v>250.0</c:v>
                </c:pt>
                <c:pt idx="7">
                  <c:v>271.0</c:v>
                </c:pt>
                <c:pt idx="8">
                  <c:v>315.0</c:v>
                </c:pt>
                <c:pt idx="9">
                  <c:v>270.0</c:v>
                </c:pt>
                <c:pt idx="10">
                  <c:v>255.0</c:v>
                </c:pt>
                <c:pt idx="11">
                  <c:v>185.0</c:v>
                </c:pt>
                <c:pt idx="12">
                  <c:v>159.0</c:v>
                </c:pt>
                <c:pt idx="13">
                  <c:v>255.0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-1,6% &amp; PS -3,8% MoM — Achievement Mencapai 20,3% (RE) / 18,6%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Sep 2026 vs MTD-1 01–07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pada 7 September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Sep 2026 vs MTD-1 01–07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01–07 September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 Pendorong Utama PS (+0,9%), Mataram Terdalam (-6,1%)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Sep 2026 vs MTD-1 01–07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-2,1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+0,9%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-1,7%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-4,4%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-6,1%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20,0%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18,9%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18,7%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14,4%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Sumba Tertinggi (+29,5%), Bali Tengah 1 Terdalam (-19,0%)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Sep 2026 vs MTD-1 01–07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Buleleng Penyumbang PS Absolut Terbesar (+66), Rote Ndao Tumbuh Tertinggi (+100,0%)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Sep 2026 vs MTD-1 01–07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+114, Bottom 5 -151, dan perubahan PS regional -68.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≥100 Mbps Tumbuh Tertinggi (+103,5%), TSEL One &gt;30 Mbps Turun Terdalam (-69,0%)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Sep 2026 vs MTD-1 01–07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-4,8%, Aktivitas DJP +12,1% MoM — Registered SF 858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Sep 2026 vs MTD-1 01–07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4.789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9.848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56.018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7.092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5.441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83.188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5.441
Dikunjungi: 1.267 (23,3%)
Visit DJP: 4.481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1.112
Dikunjungi: 870 (78,2%)
Visit DJP: 3.415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Sep 2026 vs MTD-1 01–07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Sep 2026 vs MTD-1 01–07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lestari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Utami muji kristina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Anak Agung Gde Agung Adhiaksa Pratama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TRI ANGGRAINI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Kadek Linda Ariyani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ROBIL ANWAR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MARTHERNUS M SANBEIN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JEPRIANUS MUJI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Haryono Christanto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SELLY TRI NOVIASTANTI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LINGGAR GERRY KUSUMA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lestari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Utami muji kristina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DJULEHA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EMANUEL LAGA TIFAONA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Anak Agung Gde Agung Adhiaksa Pratama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Clemens Novanus Rae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MARTHERNUS M SANBEIN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MISION NARIS POIK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Sep 2026 vs MTD-1 01–07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LITA MELIANA HUSEN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MARTINUS YONGKI MANGGO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 ARNOP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NICO ADRIAN RAMA AWANG MANSOPU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KAMALUDIN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NURSIAH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Marianus Hilton Raja reda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D. BUDIONO HARSONO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HARYAWAN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KARTAKA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KAMALUDIN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Sep 2026 vs MTD-1 01–07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Sep 2026 vs MTD-1 01–07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01–07 Sep 2026 vs MTD-1 01–07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+480,0%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1.778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1.710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01–07 Sep 2026 vs MTD-1 01–07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+347,8%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375,7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100,7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