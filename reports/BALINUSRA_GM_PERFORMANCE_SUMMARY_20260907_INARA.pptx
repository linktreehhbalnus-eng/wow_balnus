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25/08</c:v>
                </c:pt>
                <c:pt idx="1">
                  <c:v>26/08</c:v>
                </c:pt>
                <c:pt idx="2">
                  <c:v>27/08</c:v>
                </c:pt>
                <c:pt idx="3">
                  <c:v>28/08</c:v>
                </c:pt>
                <c:pt idx="4">
                  <c:v>29/08</c:v>
                </c:pt>
                <c:pt idx="5">
                  <c:v>30/08</c:v>
                </c:pt>
                <c:pt idx="6">
                  <c:v>31/08</c:v>
                </c:pt>
                <c:pt idx="7">
                  <c:v>01/09</c:v>
                </c:pt>
                <c:pt idx="8">
                  <c:v>02/09</c:v>
                </c:pt>
                <c:pt idx="9">
                  <c:v>03/09</c:v>
                </c:pt>
                <c:pt idx="10">
                  <c:v>04/09</c:v>
                </c:pt>
                <c:pt idx="11">
                  <c:v>05/09</c:v>
                </c:pt>
                <c:pt idx="12">
                  <c:v>06/09</c:v>
                </c:pt>
                <c:pt idx="13">
                  <c:v>07/09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296.0</c:v>
                </c:pt>
                <c:pt idx="1">
                  <c:v>348.0</c:v>
                </c:pt>
                <c:pt idx="2">
                  <c:v>307.0</c:v>
                </c:pt>
                <c:pt idx="3">
                  <c:v>339.0</c:v>
                </c:pt>
                <c:pt idx="4">
                  <c:v>270.0</c:v>
                </c:pt>
                <c:pt idx="5">
                  <c:v>203.0</c:v>
                </c:pt>
                <c:pt idx="6">
                  <c:v>311.0</c:v>
                </c:pt>
                <c:pt idx="7">
                  <c:v>407.0</c:v>
                </c:pt>
                <c:pt idx="8">
                  <c:v>359.0</c:v>
                </c:pt>
                <c:pt idx="9">
                  <c:v>334.0</c:v>
                </c:pt>
                <c:pt idx="10">
                  <c:v>324.0</c:v>
                </c:pt>
                <c:pt idx="11">
                  <c:v>279.0</c:v>
                </c:pt>
                <c:pt idx="12">
                  <c:v>198.0</c:v>
                </c:pt>
                <c:pt idx="13">
                  <c:v>362.0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25/08</c:v>
                </c:pt>
                <c:pt idx="1">
                  <c:v>26/08</c:v>
                </c:pt>
                <c:pt idx="2">
                  <c:v>27/08</c:v>
                </c:pt>
                <c:pt idx="3">
                  <c:v>28/08</c:v>
                </c:pt>
                <c:pt idx="4">
                  <c:v>29/08</c:v>
                </c:pt>
                <c:pt idx="5">
                  <c:v>30/08</c:v>
                </c:pt>
                <c:pt idx="6">
                  <c:v>31/08</c:v>
                </c:pt>
                <c:pt idx="7">
                  <c:v>01/09</c:v>
                </c:pt>
                <c:pt idx="8">
                  <c:v>02/09</c:v>
                </c:pt>
                <c:pt idx="9">
                  <c:v>03/09</c:v>
                </c:pt>
                <c:pt idx="10">
                  <c:v>04/09</c:v>
                </c:pt>
                <c:pt idx="11">
                  <c:v>05/09</c:v>
                </c:pt>
                <c:pt idx="12">
                  <c:v>06/09</c:v>
                </c:pt>
                <c:pt idx="13">
                  <c:v>07/09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228.0</c:v>
                </c:pt>
                <c:pt idx="1">
                  <c:v>230.0</c:v>
                </c:pt>
                <c:pt idx="2">
                  <c:v>298.0</c:v>
                </c:pt>
                <c:pt idx="3">
                  <c:v>255.0</c:v>
                </c:pt>
                <c:pt idx="4">
                  <c:v>238.0</c:v>
                </c:pt>
                <c:pt idx="5">
                  <c:v>142.0</c:v>
                </c:pt>
                <c:pt idx="6">
                  <c:v>250.0</c:v>
                </c:pt>
                <c:pt idx="7">
                  <c:v>271.0</c:v>
                </c:pt>
                <c:pt idx="8">
                  <c:v>315.0</c:v>
                </c:pt>
                <c:pt idx="9">
                  <c:v>270.0</c:v>
                </c:pt>
                <c:pt idx="10">
                  <c:v>255.0</c:v>
                </c:pt>
                <c:pt idx="11">
                  <c:v>185.0</c:v>
                </c:pt>
                <c:pt idx="12">
                  <c:v>159.0</c:v>
                </c:pt>
                <c:pt idx="13">
                  <c:v>256.0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-1,6% &amp; PS -3,8% MoM — Achievement Mencapai 20,3% (RE) / 18,6%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7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01–07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(+1,3%), Mataram Terdalam (-6,1%)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(+29,5%), Bali Tengah 1 Terdalam (-19,0%)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(+66), Rote Ndao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+114, Bottom 5 -151, dan perubahan PS regional -67.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(+103,5%), TSEL One &gt;30 Mbps Turun Terdalam (-69,0%)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-4,8%, Aktivitas DJP 0,0% MoM — Registered SF 858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55.955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5.434
Dikunjungi: 1.231 (22,7%)
Visit DJP: 3.548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1.162
Dikunjungi: 844 (72,6%)
Visit DJP: 2.594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Linda Ariyani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Clemens Novanus Rae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ARNOP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KARTAKA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01–07 Sep 2026 vs MTD-1 01–07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Sep 2026 vs MTD-1 01–07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01–07 Sep 2026 vs MTD-1 01–07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