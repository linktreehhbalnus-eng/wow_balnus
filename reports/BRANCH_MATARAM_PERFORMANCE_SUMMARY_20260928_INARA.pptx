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  <c:pt idx="22">
                  <c:v>50.0</c:v>
                </c:pt>
                <c:pt idx="23">
                  <c:v>53.0</c:v>
                </c:pt>
                <c:pt idx="24">
                  <c:v>54.0</c:v>
                </c:pt>
                <c:pt idx="25">
                  <c:v>48.0</c:v>
                </c:pt>
                <c:pt idx="26">
                  <c:v>33.0</c:v>
                </c:pt>
                <c:pt idx="27">
                  <c:v>52.0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  <c:pt idx="21">
                  <c:v>28.0</c:v>
                </c:pt>
                <c:pt idx="22">
                  <c:v>30.0</c:v>
                </c:pt>
                <c:pt idx="23">
                  <c:v>35.0</c:v>
                </c:pt>
                <c:pt idx="24">
                  <c:v>30.0</c:v>
                </c:pt>
                <c:pt idx="25">
                  <c:v>25.0</c:v>
                </c:pt>
                <c:pt idx="26">
                  <c:v>18.0</c:v>
                </c:pt>
                <c:pt idx="27">
                  <c:v>27.0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  <c:pt idx="21">
                  <c:v>23.0</c:v>
                </c:pt>
                <c:pt idx="22">
                  <c:v>20.0</c:v>
                </c:pt>
                <c:pt idx="23">
                  <c:v>18.0</c:v>
                </c:pt>
                <c:pt idx="24">
                  <c:v>24.0</c:v>
                </c:pt>
                <c:pt idx="25">
                  <c:v>23.0</c:v>
                </c:pt>
                <c:pt idx="26">
                  <c:v>15.0</c:v>
                </c:pt>
                <c:pt idx="27">
                  <c:v>25.0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  <c:pt idx="22">
                  <c:v>42.0</c:v>
                </c:pt>
                <c:pt idx="23">
                  <c:v>48.0</c:v>
                </c:pt>
                <c:pt idx="24">
                  <c:v>45.0</c:v>
                </c:pt>
                <c:pt idx="25">
                  <c:v>38.0</c:v>
                </c:pt>
                <c:pt idx="26">
                  <c:v>20.0</c:v>
                </c:pt>
                <c:pt idx="27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  <c:pt idx="21">
                  <c:v>25.0</c:v>
                </c:pt>
                <c:pt idx="22">
                  <c:v>26.0</c:v>
                </c:pt>
                <c:pt idx="23">
                  <c:v>26.0</c:v>
                </c:pt>
                <c:pt idx="24">
                  <c:v>26.0</c:v>
                </c:pt>
                <c:pt idx="25">
                  <c:v>25.0</c:v>
                </c:pt>
                <c:pt idx="26">
                  <c:v>15.0</c:v>
                </c:pt>
                <c:pt idx="27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  <c:pt idx="21">
                  <c:v>25.0</c:v>
                </c:pt>
                <c:pt idx="22">
                  <c:v>16.0</c:v>
                </c:pt>
                <c:pt idx="23">
                  <c:v>22.0</c:v>
                </c:pt>
                <c:pt idx="24">
                  <c:v>19.0</c:v>
                </c:pt>
                <c:pt idx="25">
                  <c:v>13.0</c:v>
                </c:pt>
                <c:pt idx="26">
                  <c:v>5.0</c:v>
                </c:pt>
                <c:pt idx="27">
                  <c:v>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-0,5%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198   Δ 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188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173   Δ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4.643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5.489   Δ -846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+15,4%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165 / 213 (77,5%)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191 / 240 (79,6%)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+1,6% | Turun 94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11 (90,9%)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 / 131 (75,6%)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+1,0%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 / 148 (77,7%)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+3,6% | Turun 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66 / 82 (80,5%)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 / 92 (82,6%)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1.637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16 (37,5%)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 / 213 (17,4%)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-21,3% | Turun 81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54 / 240 (22,5%)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94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11 (36,4%)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131 (17,6%)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-23,3%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148 (22,3%)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-13,2% | Turun 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82 (17,1%)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92 (22,8%)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2.234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437 (31,5%)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1.077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459 (84,1%)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1.461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197 | MoM -0,5%
PS: 191 | MoM +1,6%
• Performer
  RE: 1 | Active 100,0% | MoM 0,0%
  PS: 1 | Active 100,0% | MoM 0,0%
• Junior
  RE: 170 | Active 79,8% | MoM -0,6%
  PS: 165 | Active 77,5% | MoM +2,5%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0,0%
  PS: 15 | Active 93,8% | MoM -6,2%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-4,9%, Gap -2
• Grapari Dompu: PS +11,1%, Gap 1
• Grapari Lombok Timur: PS -33,3%, Gap -1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-50,0%, Gap -2
• Grapari Mataram: PS -25,4%, Gap -15
• Grapari Sumbawa: PS +42,9%, Gap 3
• Grapari Taliwang: PS +42,9%,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-117 (-8,8%), PS -86 (-8,2%)
• Sumbawa Barat - Sumbawa Timur: RE 10 (+1,1%), PS -5 (-0,7%)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-4 (-11,4%), PS -3 (-21,4%)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-5 (-62,5%), PS -3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Fatimatuzzahrah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Nanda Yuliastini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