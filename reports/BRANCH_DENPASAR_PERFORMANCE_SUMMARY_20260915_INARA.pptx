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73.0</c:v>
                </c:pt>
                <c:pt idx="1">
                  <c:v>78.0</c:v>
                </c:pt>
                <c:pt idx="2">
                  <c:v>67.0</c:v>
                </c:pt>
                <c:pt idx="3">
                  <c:v>61.0</c:v>
                </c:pt>
                <c:pt idx="4">
                  <c:v>59.0</c:v>
                </c:pt>
                <c:pt idx="5">
                  <c:v>57.0</c:v>
                </c:pt>
                <c:pt idx="6">
                  <c:v>69.0</c:v>
                </c:pt>
                <c:pt idx="7">
                  <c:v>61.0</c:v>
                </c:pt>
                <c:pt idx="8">
                  <c:v>67.0</c:v>
                </c:pt>
                <c:pt idx="9">
                  <c:v>62.0</c:v>
                </c:pt>
                <c:pt idx="10">
                  <c:v>64.0</c:v>
                </c:pt>
                <c:pt idx="11">
                  <c:v>51.0</c:v>
                </c:pt>
                <c:pt idx="12">
                  <c:v>49.0</c:v>
                </c:pt>
                <c:pt idx="13">
                  <c:v>64.0</c:v>
                </c:pt>
                <c:pt idx="14">
                  <c:v>67.0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23.0</c:v>
                </c:pt>
                <c:pt idx="1">
                  <c:v>22.0</c:v>
                </c:pt>
                <c:pt idx="2">
                  <c:v>20.0</c:v>
                </c:pt>
                <c:pt idx="3">
                  <c:v>19.0</c:v>
                </c:pt>
                <c:pt idx="4">
                  <c:v>18.0</c:v>
                </c:pt>
                <c:pt idx="5">
                  <c:v>15.0</c:v>
                </c:pt>
                <c:pt idx="6">
                  <c:v>16.0</c:v>
                </c:pt>
                <c:pt idx="7">
                  <c:v>15.0</c:v>
                </c:pt>
                <c:pt idx="8">
                  <c:v>17.0</c:v>
                </c:pt>
                <c:pt idx="9">
                  <c:v>21.0</c:v>
                </c:pt>
                <c:pt idx="10">
                  <c:v>19.0</c:v>
                </c:pt>
                <c:pt idx="11">
                  <c:v>15.0</c:v>
                </c:pt>
                <c:pt idx="12">
                  <c:v>16.0</c:v>
                </c:pt>
                <c:pt idx="13">
                  <c:v>16.0</c:v>
                </c:pt>
                <c:pt idx="14">
                  <c:v>21.0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16.0</c:v>
                </c:pt>
                <c:pt idx="1">
                  <c:v>21.0</c:v>
                </c:pt>
                <c:pt idx="2">
                  <c:v>17.0</c:v>
                </c:pt>
                <c:pt idx="3">
                  <c:v>13.0</c:v>
                </c:pt>
                <c:pt idx="4">
                  <c:v>13.0</c:v>
                </c:pt>
                <c:pt idx="5">
                  <c:v>17.0</c:v>
                </c:pt>
                <c:pt idx="6">
                  <c:v>17.0</c:v>
                </c:pt>
                <c:pt idx="7">
                  <c:v>19.0</c:v>
                </c:pt>
                <c:pt idx="8">
                  <c:v>18.0</c:v>
                </c:pt>
                <c:pt idx="9">
                  <c:v>9.0</c:v>
                </c:pt>
                <c:pt idx="10">
                  <c:v>20.0</c:v>
                </c:pt>
                <c:pt idx="11">
                  <c:v>12.0</c:v>
                </c:pt>
                <c:pt idx="12">
                  <c:v>13.0</c:v>
                </c:pt>
                <c:pt idx="13">
                  <c:v>20.0</c:v>
                </c:pt>
                <c:pt idx="14">
                  <c:v>17.0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</c:strCache>
            </c:strRef>
          </c:cat>
          <c:val>
            <c:numRef>
              <c:f>Sheet1!$E$2:$E$16</c:f>
              <c:numCache>
                <c:formatCode>General</c:formatCode>
                <c:ptCount val="15"/>
                <c:pt idx="0">
                  <c:v>19.0</c:v>
                </c:pt>
                <c:pt idx="1">
                  <c:v>20.0</c:v>
                </c:pt>
                <c:pt idx="2">
                  <c:v>21.0</c:v>
                </c:pt>
                <c:pt idx="3">
                  <c:v>14.0</c:v>
                </c:pt>
                <c:pt idx="4">
                  <c:v>14.0</c:v>
                </c:pt>
                <c:pt idx="5">
                  <c:v>16.0</c:v>
                </c:pt>
                <c:pt idx="6">
                  <c:v>19.0</c:v>
                </c:pt>
                <c:pt idx="7">
                  <c:v>16.0</c:v>
                </c:pt>
                <c:pt idx="8">
                  <c:v>18.0</c:v>
                </c:pt>
                <c:pt idx="9">
                  <c:v>19.0</c:v>
                </c:pt>
                <c:pt idx="10">
                  <c:v>12.0</c:v>
                </c:pt>
                <c:pt idx="11">
                  <c:v>15.0</c:v>
                </c:pt>
                <c:pt idx="12">
                  <c:v>12.0</c:v>
                </c:pt>
                <c:pt idx="13">
                  <c:v>15.0</c:v>
                </c:pt>
                <c:pt idx="14">
                  <c:v>16.0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</c:strCache>
            </c:strRef>
          </c:cat>
          <c:val>
            <c:numRef>
              <c:f>Sheet1!$F$2:$F$16</c:f>
              <c:numCache>
                <c:formatCode>General</c:formatCode>
                <c:ptCount val="15"/>
                <c:pt idx="0">
                  <c:v>15.0</c:v>
                </c:pt>
                <c:pt idx="1">
                  <c:v>15.0</c:v>
                </c:pt>
                <c:pt idx="2">
                  <c:v>9.0</c:v>
                </c:pt>
                <c:pt idx="3">
                  <c:v>15.0</c:v>
                </c:pt>
                <c:pt idx="4">
                  <c:v>14.0</c:v>
                </c:pt>
                <c:pt idx="5">
                  <c:v>9.0</c:v>
                </c:pt>
                <c:pt idx="6">
                  <c:v>17.0</c:v>
                </c:pt>
                <c:pt idx="7">
                  <c:v>11.0</c:v>
                </c:pt>
                <c:pt idx="8">
                  <c:v>14.0</c:v>
                </c:pt>
                <c:pt idx="9">
                  <c:v>13.0</c:v>
                </c:pt>
                <c:pt idx="10">
                  <c:v>13.0</c:v>
                </c:pt>
                <c:pt idx="11">
                  <c:v>10.0</c:v>
                </c:pt>
                <c:pt idx="12">
                  <c:v>8.0</c:v>
                </c:pt>
                <c:pt idx="13">
                  <c:v>13.0</c:v>
                </c:pt>
                <c:pt idx="14">
                  <c:v>13.0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51.0</c:v>
                </c:pt>
                <c:pt idx="1">
                  <c:v>67.0</c:v>
                </c:pt>
                <c:pt idx="2">
                  <c:v>60.0</c:v>
                </c:pt>
                <c:pt idx="3">
                  <c:v>47.0</c:v>
                </c:pt>
                <c:pt idx="4">
                  <c:v>56.0</c:v>
                </c:pt>
                <c:pt idx="5">
                  <c:v>50.0</c:v>
                </c:pt>
                <c:pt idx="6">
                  <c:v>54.0</c:v>
                </c:pt>
                <c:pt idx="7">
                  <c:v>67.0</c:v>
                </c:pt>
                <c:pt idx="8">
                  <c:v>53.0</c:v>
                </c:pt>
                <c:pt idx="9">
                  <c:v>57.0</c:v>
                </c:pt>
                <c:pt idx="10">
                  <c:v>64.0</c:v>
                </c:pt>
                <c:pt idx="11">
                  <c:v>54.0</c:v>
                </c:pt>
                <c:pt idx="12">
                  <c:v>45.0</c:v>
                </c:pt>
                <c:pt idx="13">
                  <c:v>51.0</c:v>
                </c:pt>
                <c:pt idx="14">
                  <c:v>58.0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18.0</c:v>
                </c:pt>
                <c:pt idx="1">
                  <c:v>20.0</c:v>
                </c:pt>
                <c:pt idx="2">
                  <c:v>16.0</c:v>
                </c:pt>
                <c:pt idx="3">
                  <c:v>15.0</c:v>
                </c:pt>
                <c:pt idx="4">
                  <c:v>15.0</c:v>
                </c:pt>
                <c:pt idx="5">
                  <c:v>13.0</c:v>
                </c:pt>
                <c:pt idx="6">
                  <c:v>15.0</c:v>
                </c:pt>
                <c:pt idx="7">
                  <c:v>17.0</c:v>
                </c:pt>
                <c:pt idx="8">
                  <c:v>15.0</c:v>
                </c:pt>
                <c:pt idx="9">
                  <c:v>12.0</c:v>
                </c:pt>
                <c:pt idx="10">
                  <c:v>16.0</c:v>
                </c:pt>
                <c:pt idx="11">
                  <c:v>16.0</c:v>
                </c:pt>
                <c:pt idx="12">
                  <c:v>16.0</c:v>
                </c:pt>
                <c:pt idx="13">
                  <c:v>15.0</c:v>
                </c:pt>
                <c:pt idx="14">
                  <c:v>15.0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11.0</c:v>
                </c:pt>
                <c:pt idx="1">
                  <c:v>16.0</c:v>
                </c:pt>
                <c:pt idx="2">
                  <c:v>14.0</c:v>
                </c:pt>
                <c:pt idx="3">
                  <c:v>12.0</c:v>
                </c:pt>
                <c:pt idx="4">
                  <c:v>13.0</c:v>
                </c:pt>
                <c:pt idx="5">
                  <c:v>14.0</c:v>
                </c:pt>
                <c:pt idx="6">
                  <c:v>15.0</c:v>
                </c:pt>
                <c:pt idx="7">
                  <c:v>18.0</c:v>
                </c:pt>
                <c:pt idx="8">
                  <c:v>16.0</c:v>
                </c:pt>
                <c:pt idx="9">
                  <c:v>14.0</c:v>
                </c:pt>
                <c:pt idx="10">
                  <c:v>17.0</c:v>
                </c:pt>
                <c:pt idx="11">
                  <c:v>14.0</c:v>
                </c:pt>
                <c:pt idx="12">
                  <c:v>13.0</c:v>
                </c:pt>
                <c:pt idx="13">
                  <c:v>13.0</c:v>
                </c:pt>
                <c:pt idx="14">
                  <c:v>18.0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</c:strCache>
            </c:strRef>
          </c:cat>
          <c:val>
            <c:numRef>
              <c:f>Sheet1!$E$2:$E$16</c:f>
              <c:numCache>
                <c:formatCode>General</c:formatCode>
                <c:ptCount val="15"/>
                <c:pt idx="0">
                  <c:v>15.0</c:v>
                </c:pt>
                <c:pt idx="1">
                  <c:v>14.0</c:v>
                </c:pt>
                <c:pt idx="2">
                  <c:v>20.0</c:v>
                </c:pt>
                <c:pt idx="3">
                  <c:v>15.0</c:v>
                </c:pt>
                <c:pt idx="4">
                  <c:v>12.0</c:v>
                </c:pt>
                <c:pt idx="5">
                  <c:v>12.0</c:v>
                </c:pt>
                <c:pt idx="6">
                  <c:v>12.0</c:v>
                </c:pt>
                <c:pt idx="7">
                  <c:v>18.0</c:v>
                </c:pt>
                <c:pt idx="8">
                  <c:v>13.0</c:v>
                </c:pt>
                <c:pt idx="9">
                  <c:v>19.0</c:v>
                </c:pt>
                <c:pt idx="10">
                  <c:v>19.0</c:v>
                </c:pt>
                <c:pt idx="11">
                  <c:v>15.0</c:v>
                </c:pt>
                <c:pt idx="12">
                  <c:v>11.0</c:v>
                </c:pt>
                <c:pt idx="13">
                  <c:v>14.0</c:v>
                </c:pt>
                <c:pt idx="14">
                  <c:v>12.0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</c:strCache>
            </c:strRef>
          </c:cat>
          <c:val>
            <c:numRef>
              <c:f>Sheet1!$F$2:$F$16</c:f>
              <c:numCache>
                <c:formatCode>General</c:formatCode>
                <c:ptCount val="15"/>
                <c:pt idx="0">
                  <c:v>7.0</c:v>
                </c:pt>
                <c:pt idx="1">
                  <c:v>17.0</c:v>
                </c:pt>
                <c:pt idx="2">
                  <c:v>10.0</c:v>
                </c:pt>
                <c:pt idx="3">
                  <c:v>5.0</c:v>
                </c:pt>
                <c:pt idx="4">
                  <c:v>16.0</c:v>
                </c:pt>
                <c:pt idx="5">
                  <c:v>11.0</c:v>
                </c:pt>
                <c:pt idx="6">
                  <c:v>12.0</c:v>
                </c:pt>
                <c:pt idx="7">
                  <c:v>14.0</c:v>
                </c:pt>
                <c:pt idx="8">
                  <c:v>9.0</c:v>
                </c:pt>
                <c:pt idx="9">
                  <c:v>12.0</c:v>
                </c:pt>
                <c:pt idx="10">
                  <c:v>12.0</c:v>
                </c:pt>
                <c:pt idx="11">
                  <c:v>9.0</c:v>
                </c:pt>
                <c:pt idx="12">
                  <c:v>5.0</c:v>
                </c:pt>
                <c:pt idx="13">
                  <c:v>9.0</c:v>
                </c:pt>
                <c:pt idx="14">
                  <c:v>13.0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Sep 2026 vs MTD-1 01–15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1.986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4.435,7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44,8%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2.449,7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3.541,2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46,7%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1.889,2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4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+0,9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54,3%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505,3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59,1%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39,6%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738,6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41,6%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42,6%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45,1%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558,4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43,0%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39,9%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85816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Badung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85816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Tabanan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Bangli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Sep 2026 vs MTD-1 01–15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-3,4%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204   Δ -7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-8,6%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197   Δ -17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177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+22,1%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145   Δ 32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3.944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+31,2%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3.005   Δ 939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1.243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1.019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1.292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1.062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+53,2%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-31,8%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Sep 2026 vs MTD-1 01–15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17 / 20 (85,0%)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+13,3%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143 / 310 (46,1%)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-14,4% | Turun 95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180 / 351 (51,3%)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-9,5% | Turun 115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6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33 / 68 (48,5%)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42 / 80 (52,5%)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-23,6%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43 / 85 (50,6%)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-10,4%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51 / 93 (54,8%)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-7,3%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32 / 80 (40,0%)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-8,6%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45 / 93 (48,4%)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-2,2%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35 / 77 (45,5%)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-12,5%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42 / 85 (49,4%)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-2,3%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695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-13,7%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+37,7%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+659,1%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399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1.458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494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171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357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382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 / 20 (15,0%)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-25,0%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19 / 310 (6,1%)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-20,8% | Turun 95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+33,3%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42 / 351 (12,0%)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-2,3% | Turun 115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68 (11,8%)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+14,3% | Turun 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80 (16,2%)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+8,3%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 / 85 (5,9%)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-28,6%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 / 93 (12,9%)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6 (16,7%)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-66,7%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80 (2,5%)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 / 93 (10,8%)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77 (5,2%)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85 (8,2%)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Sep 2026 vs MTD-1 01–15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Sep 2026 vs MTD-1 01–15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1.759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2.439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32.012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4.532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3.320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47.454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3.320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269 (8,1%)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981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467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138 (29,6%)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561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Sep 2026 vs MTD-1 01–15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1.983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328,1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278,9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197 | MoM -3,4%
PS: 180 | MoM -8,6%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159 | Active 51,3% | MoM -4,2%
  PS: 143 | Active 46,1% | MoM -10,6%
• Greenfield
  RE: 18 | Active 90,0% | MoM +5,9%
  PS: 17 | Active 85,0% | MoM +6,2%
• Junior Plus
  RE: 4 | Active 80,0% | MoM -20,0%
  PS: 4 | Active 80,0% | MoM -20,0%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0,0%, Gap 0
• Grapari Gatsu Tengah: PS -66,7%, Gap -4
• Grapari Jimbaran: PS +33,3%, Gap 3
• Grapari Kuta: PS +500,0%, Gap 5
• Grapari Negara: PS +100,0%, Gap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-21,7%, Gap -5
• Grapari Singaraja: PS -20,0%, Gap -1
• Grapari Tabanan: PS 0,0%, Gap 0
• Grapari Ubud: PS +40,0%, Gap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1: RE -40 (-8,8%), PS -36 (-9,1%)
• Bali Timur: RE 1 (+0,3%), PS -30 (-11,8%)
• Bali Tengah 2: RE -32 (-6,6%), PS -18 (-4,5%)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2: RE -32 (-42,7%), PS -25 (-41,0%)
• Bali Tengah 1: RE -14 (-23,7%), PS -13 (-28,3%)
• Bali Barat: RE -12 (-40,0%), PS -7 (-41,2%)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Barat: RE -5 (-50,0%), PS -2 (-50,0%)
• Bali Timur: RE -1 (-10,0%), PS -2 (-28,6%)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Sep 2026 vs MTD-1 01–15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Sep 2026 vs MTD-1 01–15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935,0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825,0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348,3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328,5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82,9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95,3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109,8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Sep 2026 vs MTD-1 01–15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+385,7%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DIANA TRI ANGGRAINI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Siska wulandari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Khusairi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Anansavero asfhi riihan 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KOMANG AGUS ARTANA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AYU MADE SUDIASIH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Herzza Rahmadhani Duha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ERNA SUSILAWATI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Kadek Linda Ariyani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MADE RIVAN ANDIKA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Siska wulandari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DIANA TRI ANGGRAINI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Khusairi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GAGUS PUTU SUASA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AMMAR DANI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Anansavero asfhi riihan 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Sep 2026 vs MTD-1 01–15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EKA PANDI 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EMILIA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WINDU ADI SUPUTRA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AYU DWI APRILIANI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Aditya Adhikara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KUSMIYATI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Zulkarnain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EKA PANDI 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EMILIA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WINDU ADI SUPUTRA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AYU DWI APRILIANI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Aditya Adhikara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KUSMIYATI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Zulkarnain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