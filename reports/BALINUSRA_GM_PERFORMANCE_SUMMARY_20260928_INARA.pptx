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15/09</c:v>
                </c:pt>
                <c:pt idx="1">
                  <c:v>16/09</c:v>
                </c:pt>
                <c:pt idx="2">
                  <c:v>17/09</c:v>
                </c:pt>
                <c:pt idx="3">
                  <c:v>18/09</c:v>
                </c:pt>
                <c:pt idx="4">
                  <c:v>19/09</c:v>
                </c:pt>
                <c:pt idx="5">
                  <c:v>20/09</c:v>
                </c:pt>
                <c:pt idx="6">
                  <c:v>21/09</c:v>
                </c:pt>
                <c:pt idx="7">
                  <c:v>22/09</c:v>
                </c:pt>
                <c:pt idx="8">
                  <c:v>23/09</c:v>
                </c:pt>
                <c:pt idx="9">
                  <c:v>24/09</c:v>
                </c:pt>
                <c:pt idx="10">
                  <c:v>25/09</c:v>
                </c:pt>
                <c:pt idx="11">
                  <c:v>26/09</c:v>
                </c:pt>
                <c:pt idx="12">
                  <c:v>27/09</c:v>
                </c:pt>
                <c:pt idx="13">
                  <c:v>28/09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320.0</c:v>
                </c:pt>
                <c:pt idx="1">
                  <c:v>322.0</c:v>
                </c:pt>
                <c:pt idx="2">
                  <c:v>334.0</c:v>
                </c:pt>
                <c:pt idx="3">
                  <c:v>305.0</c:v>
                </c:pt>
                <c:pt idx="4">
                  <c:v>267.0</c:v>
                </c:pt>
                <c:pt idx="5">
                  <c:v>193.0</c:v>
                </c:pt>
                <c:pt idx="6">
                  <c:v>378.0</c:v>
                </c:pt>
                <c:pt idx="7">
                  <c:v>316.0</c:v>
                </c:pt>
                <c:pt idx="8">
                  <c:v>299.0</c:v>
                </c:pt>
                <c:pt idx="9">
                  <c:v>309.0</c:v>
                </c:pt>
                <c:pt idx="10">
                  <c:v>303.0</c:v>
                </c:pt>
                <c:pt idx="11">
                  <c:v>248.0</c:v>
                </c:pt>
                <c:pt idx="12">
                  <c:v>149.0</c:v>
                </c:pt>
                <c:pt idx="13">
                  <c:v>315.0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15/09</c:v>
                </c:pt>
                <c:pt idx="1">
                  <c:v>16/09</c:v>
                </c:pt>
                <c:pt idx="2">
                  <c:v>17/09</c:v>
                </c:pt>
                <c:pt idx="3">
                  <c:v>18/09</c:v>
                </c:pt>
                <c:pt idx="4">
                  <c:v>19/09</c:v>
                </c:pt>
                <c:pt idx="5">
                  <c:v>20/09</c:v>
                </c:pt>
                <c:pt idx="6">
                  <c:v>21/09</c:v>
                </c:pt>
                <c:pt idx="7">
                  <c:v>22/09</c:v>
                </c:pt>
                <c:pt idx="8">
                  <c:v>23/09</c:v>
                </c:pt>
                <c:pt idx="9">
                  <c:v>24/09</c:v>
                </c:pt>
                <c:pt idx="10">
                  <c:v>25/09</c:v>
                </c:pt>
                <c:pt idx="11">
                  <c:v>26/09</c:v>
                </c:pt>
                <c:pt idx="12">
                  <c:v>27/09</c:v>
                </c:pt>
                <c:pt idx="13">
                  <c:v>28/09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271.0</c:v>
                </c:pt>
                <c:pt idx="1">
                  <c:v>266.0</c:v>
                </c:pt>
                <c:pt idx="2">
                  <c:v>261.0</c:v>
                </c:pt>
                <c:pt idx="3">
                  <c:v>242.0</c:v>
                </c:pt>
                <c:pt idx="4">
                  <c:v>209.0</c:v>
                </c:pt>
                <c:pt idx="5">
                  <c:v>177.0</c:v>
                </c:pt>
                <c:pt idx="6">
                  <c:v>269.0</c:v>
                </c:pt>
                <c:pt idx="7">
                  <c:v>271.0</c:v>
                </c:pt>
                <c:pt idx="8">
                  <c:v>247.0</c:v>
                </c:pt>
                <c:pt idx="9">
                  <c:v>254.0</c:v>
                </c:pt>
                <c:pt idx="10">
                  <c:v>239.0</c:v>
                </c:pt>
                <c:pt idx="11">
                  <c:v>173.0</c:v>
                </c:pt>
                <c:pt idx="12">
                  <c:v>131.0</c:v>
                </c:pt>
                <c:pt idx="13">
                  <c:v>241.0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0,0% &amp; PS -0,9% MoM — Achievement Mencapai 82,2% (RE) / 81,3%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28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01–28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(+14,1%), Mataram Terdalam (-3,9%)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+14,1%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-3,9%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89,5%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85,1%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81,9%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(+22,9%), Bali Tengah 1 Terdalam (-10,1%)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(+147), Buleleng Tumbuh Tertinggi (+43,4%)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+279, Bottom 5 -311, dan perubahan PS regional -57.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(+34,1%), TSEL One &gt;30 Mbps Turun Terdalam (-52,7%)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+1,0%, Aktivitas DJP -4,1%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5.255
Dikunjungi: 1.284 (24,4%)
Visit DJP: 3.457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1.375
Dikunjungi: 1.057 (76,9%)
Visit DJP: 3.248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RIZKI MUSTAQIM K LONGSO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AYU GEDE FAJAR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NYOMAN SAPUTRA WIJAYA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RIZKI MUSTAQIM K LONGSO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MELISA PRATAMI ALSYATRI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GEORANO INDRIANTO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INLY OLIFA PABALA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Sep 2026 vs MTD-1 01–28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01–28 Sep 2026 vs MTD-1 01–28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2.465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2.341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6.673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6.616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3.004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2.902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1.952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1.875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01–28 Sep 2026 vs MTD-1 01–28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01–28 Sep 2026 vs MTD-1 01–28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8.384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8.381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6.673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6.616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1,5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7.136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7.032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5.836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5.739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105,3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640 | MoM +0,5%
PS: 619 | MoM +1,0%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548 | Active 68,7% | MoM +0,4%
  PS: 528 | Active 66,2% | MoM +1,1%
• Greenfield
  RE: 56 | Active 96,6% | MoM +3,7%
  PS: 55 | Active 94,8% | MoM +1,9%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+18,9%, Gap +18
• Flores: PS +12,6%, Gap +15
• Kupang: PS +28,9%, Gap +11
• Mataram: PS -10,6%, Gap 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-50,0%, Gap -1
• Grapari Maluk (Mataram): -50,0%, Gap -2
• Grapari Gatsu Tengah (Denpasar): -44,4%, Gap -4
• Grapari Singaraja (Denpasar): -44,4%, Gap -4
• Grapari Lombok Timur (Mataram): -33,3%, Gap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-117 (-8,8%), PS -86 (-8,2%)
• Bali Tengah 1: RE -71 (-8,8%), PS -71 (-10,3%)
• Bali Tengah 2: RE -88 (-10,0%), PS -70 (-9,5%)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-39 (-30,2%), PS -36 (-35,6%)
• Bali Tengah 1: RE -7 (-7,8%), PS -6 (-9,0%)
• Bali Barat: RE -10 (-23,3%), PS -4 (-19,0%)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-16 (-33,3%), PS -7 (-33,3%)
• Bali Timur: RE +1 (+7,7%), PS -4 (-44,4%)
• Sumbawa Barat - Sumbawa Timur: RE -4 (-11,4%), PS -3 (-21,4%)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-5 (-62,5%), PS -3 (-100,0%)
• Bali Tengah 1: RE -3 (-75,0%), PS -2 (-66,7%)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01–28 Sep 2026 vs MTD-1 01–28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 / 310 (58,7%)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-11,2% | Turun 117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221 / 351 (63,0%)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-7,9% | Turun 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+12,9%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+10,7%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102 / 139 (73,4%)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114 / 152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+10,7%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165 / 213 (77,5%)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191 / 240 (79,6%)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+1,6% | Turun 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 / 58 (94,8%)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528 / 798 (66,2%)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-0,4% | Turun 267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620 / 924 (67,1%)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+0,5% | Turun 316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2.540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1.637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3.599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+496,4%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5.733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20 (45,0%)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310 (12,3%)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-19,1% | Turun 117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67 / 351 (19,1%)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 | Turun 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150 (21,3%)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+18,5%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139 (17,3%)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 / 152 (18,4%)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16 (37,5%)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213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-21,3% | Turun 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240 (22,5%)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 / 58 (44,8%)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+18,2%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119 / 798 (14,9%)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-13,8% | Turun 267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181 / 924 (19,6%)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-4,7% | Turun 316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