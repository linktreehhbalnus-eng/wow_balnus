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2.235,4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131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+24,3%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17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1.310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+26,1%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1.039   Δ 271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480 (33,1%)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1.350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447 (90,7%)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1.765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ADE WIRASWARI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