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1.039   Δ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157 (10,8%)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267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179 (35,9%)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