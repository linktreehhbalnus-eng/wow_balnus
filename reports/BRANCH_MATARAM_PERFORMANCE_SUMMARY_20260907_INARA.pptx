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2.235,4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131   Δ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126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184   Δ 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5.817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5.817   Δ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477 (32,9%)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1.083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444 (89,0%)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1.325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ADE WIRASWARI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Bagindo nofan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