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  <c:pt idx="19">
                  <c:v>13.0</c:v>
                </c:pt>
                <c:pt idx="20">
                  <c:v>45.0</c:v>
                </c:pt>
                <c:pt idx="21">
                  <c:v>37.0</c:v>
                </c:pt>
                <c:pt idx="22">
                  <c:v>29.0</c:v>
                </c:pt>
                <c:pt idx="23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  <c:pt idx="18">
                  <c:v>11.0</c:v>
                </c:pt>
                <c:pt idx="19">
                  <c:v>11.0</c:v>
                </c:pt>
                <c:pt idx="20">
                  <c:v>37.0</c:v>
                </c:pt>
                <c:pt idx="21">
                  <c:v>31.0</c:v>
                </c:pt>
                <c:pt idx="22">
                  <c:v>23.0</c:v>
                </c:pt>
                <c:pt idx="23">
                  <c:v>20.0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5.0</c:v>
                </c:pt>
                <c:pt idx="18">
                  <c:v>7.0</c:v>
                </c:pt>
                <c:pt idx="19">
                  <c:v>2.0</c:v>
                </c:pt>
                <c:pt idx="20">
                  <c:v>8.0</c:v>
                </c:pt>
                <c:pt idx="21">
                  <c:v>6.0</c:v>
                </c:pt>
                <c:pt idx="22">
                  <c:v>6.0</c:v>
                </c:pt>
                <c:pt idx="23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  <c:pt idx="19">
                  <c:v>11.0</c:v>
                </c:pt>
                <c:pt idx="20">
                  <c:v>34.0</c:v>
                </c:pt>
                <c:pt idx="21">
                  <c:v>34.0</c:v>
                </c:pt>
                <c:pt idx="22">
                  <c:v>28.0</c:v>
                </c:pt>
                <c:pt idx="23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  <c:pt idx="18">
                  <c:v>13.0</c:v>
                </c:pt>
                <c:pt idx="19">
                  <c:v>10.0</c:v>
                </c:pt>
                <c:pt idx="20">
                  <c:v>28.0</c:v>
                </c:pt>
                <c:pt idx="21">
                  <c:v>28.0</c:v>
                </c:pt>
                <c:pt idx="22">
                  <c:v>22.0</c:v>
                </c:pt>
                <c:pt idx="23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  <c:pt idx="18">
                  <c:v>4.0</c:v>
                </c:pt>
                <c:pt idx="19">
                  <c:v>1.0</c:v>
                </c:pt>
                <c:pt idx="20">
                  <c:v>6.0</c:v>
                </c:pt>
                <c:pt idx="21">
                  <c:v>6.0</c:v>
                </c:pt>
                <c:pt idx="22">
                  <c:v>6.0</c:v>
                </c:pt>
                <c:pt idx="23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101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2.238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-23,8%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2.936   Δ -698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100 / 139 (71,9%)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+12,4% | Turun 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111 / 152 (73,0%)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+9,9%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84 / 109 (77,1%)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120 (77,5%)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+8,1%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 / 139 (15,1%)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 / 152 (16,4%)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+13,6%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109 (12,8%)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120 (14,2%)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+133,3%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32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100 (25,7%)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489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113 (73,4%)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113 | MoM +11,9%
PS: 111 | MoM +11,0%
• Junior
  RE: 102 | Active 73,4% | MoM +13,3%
  PS: 100 | Active 71,9% | MoM +13,6%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0,0%
  PS: 7 | Active 77,8% | MoM -12,5%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+200,0%, Gap 2
• Grapari Kefamenanu: PS 0,0%, Gap 0
• Grapari Kupang: PS +9,1%, Gap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4
• Grapari Soe: PS +150,0%, Gap 3
• Grapari Waikabubak: PS +33,3%, Gap 1
• Grapari Waingapu: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-12 (-1,9%), PS -9 (-1,7%)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-16 (-38,1%), PS -7 (-41,2%)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MELISA PRATAMI ALSYATRI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GUSTAF RIHI MANGNGI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JAMES RICHARTUS YEFERSON BANU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Sep 2026 vs MTD-1 01–24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ATRY TAHUN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