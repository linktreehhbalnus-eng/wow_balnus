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24/08</c:v>
                </c:pt>
                <c:pt idx="1">
                  <c:v>25/08</c:v>
                </c:pt>
                <c:pt idx="2">
                  <c:v>26/08</c:v>
                </c:pt>
                <c:pt idx="3">
                  <c:v>27/08</c:v>
                </c:pt>
                <c:pt idx="4">
                  <c:v>28/08</c:v>
                </c:pt>
                <c:pt idx="5">
                  <c:v>29/08</c:v>
                </c:pt>
                <c:pt idx="6">
                  <c:v>30/08</c:v>
                </c:pt>
                <c:pt idx="7">
                  <c:v>31/08</c:v>
                </c:pt>
                <c:pt idx="8">
                  <c:v>01/09</c:v>
                </c:pt>
                <c:pt idx="9">
                  <c:v>02/09</c:v>
                </c:pt>
                <c:pt idx="10">
                  <c:v>03/09</c:v>
                </c:pt>
                <c:pt idx="11">
                  <c:v>04/09</c:v>
                </c:pt>
                <c:pt idx="12">
                  <c:v>05/09</c:v>
                </c:pt>
                <c:pt idx="13">
                  <c:v>06/09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343.0</c:v>
                </c:pt>
                <c:pt idx="1">
                  <c:v>296.0</c:v>
                </c:pt>
                <c:pt idx="2">
                  <c:v>348.0</c:v>
                </c:pt>
                <c:pt idx="3">
                  <c:v>307.0</c:v>
                </c:pt>
                <c:pt idx="4">
                  <c:v>339.0</c:v>
                </c:pt>
                <c:pt idx="5">
                  <c:v>270.0</c:v>
                </c:pt>
                <c:pt idx="6">
                  <c:v>203.0</c:v>
                </c:pt>
                <c:pt idx="7">
                  <c:v>311.0</c:v>
                </c:pt>
                <c:pt idx="8">
                  <c:v>407.0</c:v>
                </c:pt>
                <c:pt idx="9">
                  <c:v>359.0</c:v>
                </c:pt>
                <c:pt idx="10">
                  <c:v>334.0</c:v>
                </c:pt>
                <c:pt idx="11">
                  <c:v>324.0</c:v>
                </c:pt>
                <c:pt idx="12">
                  <c:v>279.0</c:v>
                </c:pt>
                <c:pt idx="13">
                  <c:v>198.0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24/08</c:v>
                </c:pt>
                <c:pt idx="1">
                  <c:v>25/08</c:v>
                </c:pt>
                <c:pt idx="2">
                  <c:v>26/08</c:v>
                </c:pt>
                <c:pt idx="3">
                  <c:v>27/08</c:v>
                </c:pt>
                <c:pt idx="4">
                  <c:v>28/08</c:v>
                </c:pt>
                <c:pt idx="5">
                  <c:v>29/08</c:v>
                </c:pt>
                <c:pt idx="6">
                  <c:v>30/08</c:v>
                </c:pt>
                <c:pt idx="7">
                  <c:v>31/08</c:v>
                </c:pt>
                <c:pt idx="8">
                  <c:v>01/09</c:v>
                </c:pt>
                <c:pt idx="9">
                  <c:v>02/09</c:v>
                </c:pt>
                <c:pt idx="10">
                  <c:v>03/09</c:v>
                </c:pt>
                <c:pt idx="11">
                  <c:v>04/09</c:v>
                </c:pt>
                <c:pt idx="12">
                  <c:v>05/09</c:v>
                </c:pt>
                <c:pt idx="13">
                  <c:v>06/09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266.0</c:v>
                </c:pt>
                <c:pt idx="1">
                  <c:v>228.0</c:v>
                </c:pt>
                <c:pt idx="2">
                  <c:v>230.0</c:v>
                </c:pt>
                <c:pt idx="3">
                  <c:v>298.0</c:v>
                </c:pt>
                <c:pt idx="4">
                  <c:v>255.0</c:v>
                </c:pt>
                <c:pt idx="5">
                  <c:v>238.0</c:v>
                </c:pt>
                <c:pt idx="6">
                  <c:v>142.0</c:v>
                </c:pt>
                <c:pt idx="7">
                  <c:v>250.0</c:v>
                </c:pt>
                <c:pt idx="8">
                  <c:v>271.0</c:v>
                </c:pt>
                <c:pt idx="9">
                  <c:v>315.0</c:v>
                </c:pt>
                <c:pt idx="10">
                  <c:v>270.0</c:v>
                </c:pt>
                <c:pt idx="11">
                  <c:v>255.0</c:v>
                </c:pt>
                <c:pt idx="12">
                  <c:v>185.0</c:v>
                </c:pt>
                <c:pt idx="13">
                  <c:v>159.0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-5,1% &amp; PS -6,2% MoM — Achievement Mencapai 17,0% (RE) / 15,8%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Sep 2026 vs MTD-1 01–06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6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Sep 2026 vs MTD-1 01–06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01–06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(-0,5%), Mataram Terdalam (-12,1%)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Sep 2026 vs MTD-1 01–06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-0,5%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-4,0%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-5,0%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-12,1%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17,4%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16,3%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15,3%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12,1%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(+41,2%), Bali Tengah 1 Terdalam (-20,7%)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Sep 2026 vs MTD-1 01–06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(+57), Lombok Tengah Tumbuh Tertinggi (+136,4%)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Sep 2026 vs MTD-1 01–06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+105, Bottom 5 -158, dan perubahan PS regional -96.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(+94,8%), TSEL One &gt;30 Mbps Turun Terdalam (-69,2%)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Sep 2026 vs MTD-1 01–06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-5,1%, Aktivitas DJP +325,9% MoM — Registered SF 858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Sep 2026 vs MTD-1 01–06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+3.018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56.018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7.092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5.441
Dikunjungi: 1.267 (23,3%)
Visit DJP: 4.469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1.112
Dikunjungi: 870 (78,2%)
Visit DJP: 3.406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Sep 2026 vs MTD-1 01–06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Sep 2026 vs MTD-1 01–06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LINGGAR GERRY KUSUMA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Linda Ariyani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ROBIL ANWAR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ANDREYANTO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Anak Agung Gde Agung Adhiaksa Pratama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Haryono Christanto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SELLY TRI NOVIASTANTI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LINGGAR GERRY KUSUMA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CHANDRA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EMANUEL LAGA TIFAONA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Clemens Novanus Rae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ASMARAHADI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Anak Agung Gde Agung Adhiaksa Pratama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Sep 2026 vs MTD-1 01–06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FRANSISKUS NDAGANG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MARIANIS TAPIN WOKAL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MARTINUS YONGKI MANGGO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 ARNOP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NICO ADRIAN RAMA AWANG MANSOPU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PUPUT APRILISIA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RAFIKI ABDURAHMAN PUA JENDO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PUPUT APRILISIA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Ipradictus Fransis Adipapa Blegur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RAFIKI ABDURAHMAN PUA JENDO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BUDIONO HARSONO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LENI SUMBAYANTI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Sep 2026 vs MTD-1 01–06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Sep 2026 vs MTD-1 01–06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01–06 Sep 2026 vs MTD-1 01–06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1.551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1.455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01–06 Sep 2026 vs MTD-1 01–06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