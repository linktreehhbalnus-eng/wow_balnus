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68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+20,6%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+145,9%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133   Δ 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(N/A)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(N/A)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ELSON MUHAMMAD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