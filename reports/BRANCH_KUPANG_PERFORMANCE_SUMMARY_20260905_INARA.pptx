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1.432,5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68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+20,6%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   Δ 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+33,3%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   Δ 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+145,9%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133   Δ 194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6.814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100 (23,4%)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441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121 (83,4%)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Fanderio l laure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YOHANIS GLORIA INRIJAYA DIRU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YOHANIS GLORIA INRIJAYA DIRU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SYAFRUDIN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NIMROT SUAN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NICO ADRIAN RAMA AWANG MANSOPU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Ipradictus Fransis Adipapa Blegur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THADEUS NGEWI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Ipradictus Fransis Adipapa Blegur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THADEUS NGEWI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ELSON MUHAMMAD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