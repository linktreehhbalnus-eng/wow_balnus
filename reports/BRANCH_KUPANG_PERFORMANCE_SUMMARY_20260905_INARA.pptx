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1.432,5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1.177,5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8961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8961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68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+20,6%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   Δ 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+145,9%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133   Δ 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Fanderio l laure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YOHANIS GLORIA INRIJAYA DIRU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YOHANIS GLORIA INRIJAYA DIRU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SYAFRUDIN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NIMROT SUAN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Sep 2026 vs MTD-1 01–05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Ipradictus Fransis Adipapa Blegur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THADEUS NGEWI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Ipradictus Fransis Adipapa Blegur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THADEUS NGEWI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ELSON MUHAMMAD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