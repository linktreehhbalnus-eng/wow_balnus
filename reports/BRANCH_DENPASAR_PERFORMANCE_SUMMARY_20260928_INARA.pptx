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  <c:pt idx="23">
                  <c:v>66.0</c:v>
                </c:pt>
                <c:pt idx="24">
                  <c:v>55.0</c:v>
                </c:pt>
                <c:pt idx="25">
                  <c:v>56.0</c:v>
                </c:pt>
                <c:pt idx="26">
                  <c:v>41.0</c:v>
                </c:pt>
                <c:pt idx="27">
                  <c:v>60.0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  <c:pt idx="22">
                  <c:v>15.0</c:v>
                </c:pt>
                <c:pt idx="23">
                  <c:v>23.0</c:v>
                </c:pt>
                <c:pt idx="24">
                  <c:v>16.0</c:v>
                </c:pt>
                <c:pt idx="25">
                  <c:v>14.0</c:v>
                </c:pt>
                <c:pt idx="26">
                  <c:v>12.0</c:v>
                </c:pt>
                <c:pt idx="27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  <c:pt idx="22">
                  <c:v>15.0</c:v>
                </c:pt>
                <c:pt idx="23">
                  <c:v>16.0</c:v>
                </c:pt>
                <c:pt idx="24">
                  <c:v>15.0</c:v>
                </c:pt>
                <c:pt idx="25">
                  <c:v>12.0</c:v>
                </c:pt>
                <c:pt idx="26">
                  <c:v>10.0</c:v>
                </c:pt>
                <c:pt idx="27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  <c:pt idx="22">
                  <c:v>13.0</c:v>
                </c:pt>
                <c:pt idx="23">
                  <c:v>19.0</c:v>
                </c:pt>
                <c:pt idx="24">
                  <c:v>15.0</c:v>
                </c:pt>
                <c:pt idx="25">
                  <c:v>18.0</c:v>
                </c:pt>
                <c:pt idx="26">
                  <c:v>10.0</c:v>
                </c:pt>
                <c:pt idx="27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  <c:pt idx="22">
                  <c:v>12.0</c:v>
                </c:pt>
                <c:pt idx="23">
                  <c:v>8.0</c:v>
                </c:pt>
                <c:pt idx="24">
                  <c:v>9.0</c:v>
                </c:pt>
                <c:pt idx="25">
                  <c:v>12.0</c:v>
                </c:pt>
                <c:pt idx="26">
                  <c:v>9.0</c:v>
                </c:pt>
                <c:pt idx="27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  <c:pt idx="23">
                  <c:v>57.0</c:v>
                </c:pt>
                <c:pt idx="24">
                  <c:v>51.0</c:v>
                </c:pt>
                <c:pt idx="25">
                  <c:v>42.0</c:v>
                </c:pt>
                <c:pt idx="26">
                  <c:v>40.0</c:v>
                </c:pt>
                <c:pt idx="27">
                  <c:v>49.0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  <c:pt idx="21">
                  <c:v>21.0</c:v>
                </c:pt>
                <c:pt idx="22">
                  <c:v>15.0</c:v>
                </c:pt>
                <c:pt idx="23">
                  <c:v>13.0</c:v>
                </c:pt>
                <c:pt idx="24">
                  <c:v>17.0</c:v>
                </c:pt>
                <c:pt idx="25">
                  <c:v>13.0</c:v>
                </c:pt>
                <c:pt idx="26">
                  <c:v>10.0</c:v>
                </c:pt>
                <c:pt idx="27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  <c:pt idx="21">
                  <c:v>17.0</c:v>
                </c:pt>
                <c:pt idx="22">
                  <c:v>12.0</c:v>
                </c:pt>
                <c:pt idx="23">
                  <c:v>17.0</c:v>
                </c:pt>
                <c:pt idx="24">
                  <c:v>14.0</c:v>
                </c:pt>
                <c:pt idx="25">
                  <c:v>11.0</c:v>
                </c:pt>
                <c:pt idx="26">
                  <c:v>11.0</c:v>
                </c:pt>
                <c:pt idx="27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  <c:pt idx="21">
                  <c:v>13.0</c:v>
                </c:pt>
                <c:pt idx="22">
                  <c:v>8.0</c:v>
                </c:pt>
                <c:pt idx="23">
                  <c:v>14.0</c:v>
                </c:pt>
                <c:pt idx="24">
                  <c:v>14.0</c:v>
                </c:pt>
                <c:pt idx="25">
                  <c:v>14.0</c:v>
                </c:pt>
                <c:pt idx="26">
                  <c:v>11.0</c:v>
                </c:pt>
                <c:pt idx="27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  <c:pt idx="21">
                  <c:v>12.0</c:v>
                </c:pt>
                <c:pt idx="22">
                  <c:v>11.0</c:v>
                </c:pt>
                <c:pt idx="23">
                  <c:v>13.0</c:v>
                </c:pt>
                <c:pt idx="24">
                  <c:v>6.0</c:v>
                </c:pt>
                <c:pt idx="25">
                  <c:v>4.0</c:v>
                </c:pt>
                <c:pt idx="26">
                  <c:v>8.0</c:v>
                </c:pt>
                <c:pt idx="27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248   Δ 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238   Δ -17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210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6.517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6.032   Δ 485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182 / 310 (58,7%)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-11,2% | Turun 117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221 / 351 (63,0%)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-7,9% | Turun 139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68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-8,2%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 / 80 (68,8%)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 / 85 (62,4%)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 / 93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 | Turun 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 / 80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93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77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 / 85 (61,2%)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2.540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20 (45,0%)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38 / 310 (12,3%)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-19,1% | Turun 117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67 / 351 (19,1%)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-4,3% | Turun 139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68 (22,1%)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80 (27,5%)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85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93 (17,2%)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80 (8,8%)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93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85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647 (19,9%)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1.725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376 (68,1%)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581,2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231 | MoM -6,9%
PS: 221 | MoM -7,1%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192 | Active 61,9% | MoM -8,1%
  PS: 182 | Active 58,7% | MoM -8,5%
• Greenfield
  RE: 19 | Active 95,0% | MoM +5,6%
  PS: 19 | Active 95,0% | MoM +5,6%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-44,4%, Gap -4
• Grapari Jimbaran: PS +57,1%, Gap 8
• Grapari Kuta: PS +166,7%, Gap 5
• Grapari Negara: PS +150,0%,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+19,4%, Gap 7
• Grapari Singaraja: PS -44,4%, Gap -4
• Grapari Tabanan: PS -25,0%, Gap -2
• Grapari Ubud: PS +45,5%,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-71 (-8,8%), PS -71 (-10,3%)
• Bali Tengah 2: RE -88 (-10,0%), PS -70 (-9,5%)
• Bali Timur: RE -6 (-1,1%), PS -33 (-7,6%)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-39 (-30,2%), PS -36 (-35,6%)
• Bali Tengah 1: RE -7 (-7,8%), PS -6 (-9,0%)
• Bali Barat: RE -10 (-23,3%), PS -4 (-19,0%)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1 (+7,7%), PS -4 (-44,4%)
• Bali Barat: RE -6 (-31,6%), PS -1 (-16,7%)
• Bali Tengah 1: RE 3 (+15,8%), PS -1 (-7,1%)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 (-75,0%),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582,0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supantra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Gaudensius joni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