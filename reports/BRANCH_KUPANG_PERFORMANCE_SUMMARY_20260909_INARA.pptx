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36.0</c:v>
                </c:pt>
                <c:pt idx="1">
                  <c:v>29.0</c:v>
                </c:pt>
                <c:pt idx="2">
                  <c:v>22.0</c:v>
                </c:pt>
                <c:pt idx="3">
                  <c:v>32.0</c:v>
                </c:pt>
                <c:pt idx="4">
                  <c:v>20.0</c:v>
                </c:pt>
                <c:pt idx="5">
                  <c:v>16.0</c:v>
                </c:pt>
                <c:pt idx="6">
                  <c:v>38.0</c:v>
                </c:pt>
                <c:pt idx="7">
                  <c:v>28.0</c:v>
                </c:pt>
                <c:pt idx="8">
                  <c:v>27.0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29.0</c:v>
                </c:pt>
                <c:pt idx="1">
                  <c:v>21.0</c:v>
                </c:pt>
                <c:pt idx="2">
                  <c:v>16.0</c:v>
                </c:pt>
                <c:pt idx="3">
                  <c:v>26.0</c:v>
                </c:pt>
                <c:pt idx="4">
                  <c:v>12.0</c:v>
                </c:pt>
                <c:pt idx="5">
                  <c:v>13.0</c:v>
                </c:pt>
                <c:pt idx="6">
                  <c:v>30.0</c:v>
                </c:pt>
                <c:pt idx="7">
                  <c:v>19.0</c:v>
                </c:pt>
                <c:pt idx="8">
                  <c:v>23.0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7.0</c:v>
                </c:pt>
                <c:pt idx="1">
                  <c:v>8.0</c:v>
                </c:pt>
                <c:pt idx="2">
                  <c:v>6.0</c:v>
                </c:pt>
                <c:pt idx="3">
                  <c:v>6.0</c:v>
                </c:pt>
                <c:pt idx="4">
                  <c:v>8.0</c:v>
                </c:pt>
                <c:pt idx="5">
                  <c:v>3.0</c:v>
                </c:pt>
                <c:pt idx="6">
                  <c:v>8.0</c:v>
                </c:pt>
                <c:pt idx="7">
                  <c:v>9.0</c:v>
                </c:pt>
                <c:pt idx="8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  <c:pt idx="7">
                  <c:v>27.0</c:v>
                </c:pt>
                <c:pt idx="8">
                  <c:v>24.0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23.0</c:v>
                </c:pt>
                <c:pt idx="1">
                  <c:v>20.0</c:v>
                </c:pt>
                <c:pt idx="2">
                  <c:v>18.0</c:v>
                </c:pt>
                <c:pt idx="3">
                  <c:v>20.0</c:v>
                </c:pt>
                <c:pt idx="4">
                  <c:v>11.0</c:v>
                </c:pt>
                <c:pt idx="5">
                  <c:v>12.0</c:v>
                </c:pt>
                <c:pt idx="6">
                  <c:v>19.0</c:v>
                </c:pt>
                <c:pt idx="7">
                  <c:v>20.0</c:v>
                </c:pt>
                <c:pt idx="8">
                  <c:v>16.0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4.0</c:v>
                </c:pt>
                <c:pt idx="1">
                  <c:v>4.0</c:v>
                </c:pt>
                <c:pt idx="2">
                  <c:v>7.0</c:v>
                </c:pt>
                <c:pt idx="3">
                  <c:v>7.0</c:v>
                </c:pt>
                <c:pt idx="4">
                  <c:v>7.0</c:v>
                </c:pt>
                <c:pt idx="5">
                  <c:v>2.0</c:v>
                </c:pt>
                <c:pt idx="6">
                  <c:v>8.0</c:v>
                </c:pt>
                <c:pt idx="7">
                  <c:v>7.0</c:v>
                </c:pt>
                <c:pt idx="8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1.906,8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1.530,8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1.265,2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+15,4%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78   Δ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+17,1%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76   Δ 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-11,5%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61   Δ -7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991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-21,9%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1.269   Δ -278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51 (11,9%)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148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39 (26,0%)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1600200" cy="272491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3273552"/>
            <a:ext cx="1453896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694176"/>
            <a:ext cx="1453896" cy="201168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5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29968" y="3182112"/>
            <a:ext cx="2971800" cy="272491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03120" y="3273552"/>
            <a:ext cx="2825496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3694176"/>
            <a:ext cx="2825496" cy="201168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690" b="0" i="0">
                <a:solidFill>
                  <a:srgbClr val="20252B"/>
                </a:solidFill>
                <a:latin typeface="Arial"/>
              </a:rPr>
              <a:t>SF Active Total: RE 90 (+15,4%) | PS 89 (+17,1%)
Junior: RE 79 69,3% (+9,7%) | PS 80 70,2% (+15,9%)
Greenfield: RE 7 77,8% (+250,0%) | PS 5 55,6% (+66,7%)
Junior Plus: RE 4 100,0% (0,0%) | PS 4 100,0% (0,0%)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11496" y="3182112"/>
            <a:ext cx="1600200" cy="272491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84648" y="3273552"/>
            <a:ext cx="1453896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02C50"/>
                </a:solidFill>
                <a:latin typeface="Arial"/>
              </a:rPr>
              <a:t>GraPARI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84648" y="3694176"/>
            <a:ext cx="1453896" cy="201168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50" b="0" i="0">
                <a:solidFill>
                  <a:srgbClr val="20252B"/>
                </a:solidFill>
                <a:latin typeface="Arial"/>
              </a:rPr>
              <a:t>Grapari Atambua: PS 0,0%, Gap 0
Grapari Baa Rote: PS N/A, Gap 1
Grapari Kefamenanu: PS +200,0%, Gap 2
Grapari Kupang: PS -20,0%, Gap -1
Grapari Malaka: PS N/A, Gap 1
Grapari Soe: PS 0,0%, Gap 0
Grapari Waikabubak: PS -50,0%, Gap -1
Grapari Waingapu: PS +33,3%, Gap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21424" y="3182112"/>
            <a:ext cx="1600200" cy="272491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4576" y="3273552"/>
            <a:ext cx="1453896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94576" y="3694176"/>
            <a:ext cx="1453896" cy="201168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5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31352" y="3182112"/>
            <a:ext cx="1600200" cy="272491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04504" y="3273552"/>
            <a:ext cx="1453896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04504" y="3694176"/>
            <a:ext cx="1453896" cy="201168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5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241280" y="3182112"/>
            <a:ext cx="1600200" cy="272491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14432" y="3273552"/>
            <a:ext cx="1453896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14432" y="3694176"/>
            <a:ext cx="1453896" cy="201168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5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MARTHERNUS M SANBEIN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 Bonita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Igniosa Manek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JEVRIANUS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MARTHERNUS M SANBEIN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Fanderio l laure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HARMAN NDAJANG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FERDY ARYANDO JARA JUTALO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RAHMAHWATI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Charlie Apryanto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RICHARDUS YOHANES MOENSAKU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RAHMAHWATI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Mulyandry malaikosa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