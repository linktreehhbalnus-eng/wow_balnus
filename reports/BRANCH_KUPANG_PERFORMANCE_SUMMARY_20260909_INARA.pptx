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36.0</c:v>
                </c:pt>
                <c:pt idx="1">
                  <c:v>29.0</c:v>
                </c:pt>
                <c:pt idx="2">
                  <c:v>22.0</c:v>
                </c:pt>
                <c:pt idx="3">
                  <c:v>32.0</c:v>
                </c:pt>
                <c:pt idx="4">
                  <c:v>20.0</c:v>
                </c:pt>
                <c:pt idx="5">
                  <c:v>16.0</c:v>
                </c:pt>
                <c:pt idx="6">
                  <c:v>38.0</c:v>
                </c:pt>
                <c:pt idx="7">
                  <c:v>28.0</c:v>
                </c:pt>
                <c:pt idx="8">
                  <c:v>27.0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29.0</c:v>
                </c:pt>
                <c:pt idx="1">
                  <c:v>21.0</c:v>
                </c:pt>
                <c:pt idx="2">
                  <c:v>16.0</c:v>
                </c:pt>
                <c:pt idx="3">
                  <c:v>26.0</c:v>
                </c:pt>
                <c:pt idx="4">
                  <c:v>12.0</c:v>
                </c:pt>
                <c:pt idx="5">
                  <c:v>13.0</c:v>
                </c:pt>
                <c:pt idx="6">
                  <c:v>30.0</c:v>
                </c:pt>
                <c:pt idx="7">
                  <c:v>19.0</c:v>
                </c:pt>
                <c:pt idx="8">
                  <c:v>23.0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7.0</c:v>
                </c:pt>
                <c:pt idx="1">
                  <c:v>8.0</c:v>
                </c:pt>
                <c:pt idx="2">
                  <c:v>6.0</c:v>
                </c:pt>
                <c:pt idx="3">
                  <c:v>6.0</c:v>
                </c:pt>
                <c:pt idx="4">
                  <c:v>8.0</c:v>
                </c:pt>
                <c:pt idx="5">
                  <c:v>3.0</c:v>
                </c:pt>
                <c:pt idx="6">
                  <c:v>8.0</c:v>
                </c:pt>
                <c:pt idx="7">
                  <c:v>9.0</c:v>
                </c:pt>
                <c:pt idx="8">
                  <c:v>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27.0</c:v>
                </c:pt>
                <c:pt idx="1">
                  <c:v>24.0</c:v>
                </c:pt>
                <c:pt idx="2">
                  <c:v>25.0</c:v>
                </c:pt>
                <c:pt idx="3">
                  <c:v>27.0</c:v>
                </c:pt>
                <c:pt idx="4">
                  <c:v>18.0</c:v>
                </c:pt>
                <c:pt idx="5">
                  <c:v>14.0</c:v>
                </c:pt>
                <c:pt idx="6">
                  <c:v>27.0</c:v>
                </c:pt>
                <c:pt idx="7">
                  <c:v>27.0</c:v>
                </c:pt>
                <c:pt idx="8">
                  <c:v>24.0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23.0</c:v>
                </c:pt>
                <c:pt idx="1">
                  <c:v>20.0</c:v>
                </c:pt>
                <c:pt idx="2">
                  <c:v>18.0</c:v>
                </c:pt>
                <c:pt idx="3">
                  <c:v>20.0</c:v>
                </c:pt>
                <c:pt idx="4">
                  <c:v>11.0</c:v>
                </c:pt>
                <c:pt idx="5">
                  <c:v>12.0</c:v>
                </c:pt>
                <c:pt idx="6">
                  <c:v>19.0</c:v>
                </c:pt>
                <c:pt idx="7">
                  <c:v>20.0</c:v>
                </c:pt>
                <c:pt idx="8">
                  <c:v>16.0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4.0</c:v>
                </c:pt>
                <c:pt idx="1">
                  <c:v>4.0</c:v>
                </c:pt>
                <c:pt idx="2">
                  <c:v>7.0</c:v>
                </c:pt>
                <c:pt idx="3">
                  <c:v>7.0</c:v>
                </c:pt>
                <c:pt idx="4">
                  <c:v>7.0</c:v>
                </c:pt>
                <c:pt idx="5">
                  <c:v>2.0</c:v>
                </c:pt>
                <c:pt idx="6">
                  <c:v>8.0</c:v>
                </c:pt>
                <c:pt idx="7">
                  <c:v>7.0</c:v>
                </c:pt>
                <c:pt idx="8">
                  <c:v>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1.906,8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1.530,8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1.572,2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1.265,2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1.294,5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1.073,5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236,3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Rote Ndao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+15,4%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78   Δ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+17,1%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76   Δ 13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-11,5%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61   Δ -7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991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-21,9%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1.269   Δ -278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+17,2%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6.792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51 (11,9%)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148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39 (26,0%)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5727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" y="3621024"/>
            <a:ext cx="5449824" cy="98755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740" b="0" i="0">
                <a:solidFill>
                  <a:srgbClr val="20252B"/>
                </a:solidFill>
                <a:latin typeface="Arial"/>
              </a:rPr>
              <a:t>SF Active Total: RE 90 (+15,4%) | PS 89 (+17,1%)
Junior: RE 79 69,3% (+9,7%) | PS 80 70,2% (+15,9%)
Greenfield: RE 7 77,8% (+250,0%) | PS 5 55,6% (+66,7%)
Junior Plus: RE 4 100,0% (0,0%) | PS 4 100,0% (0,0%)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182112"/>
            <a:ext cx="5705856" cy="15727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91071" y="3621024"/>
            <a:ext cx="2660904" cy="98755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720" b="0" i="0">
                <a:solidFill>
                  <a:srgbClr val="20252B"/>
                </a:solidFill>
                <a:latin typeface="Arial"/>
              </a:rPr>
              <a:t>Grapari Atambua: PS 0,0%, Gap 0
Grapari Baa Rote: PS N/A, Gap 1
Grapari Kefamenanu: PS +200,0%, Gap 2
Grapari Kupang: PS -20,0%, Gap -1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621024"/>
            <a:ext cx="2660904" cy="98755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720" b="0" i="0">
                <a:solidFill>
                  <a:srgbClr val="20252B"/>
                </a:solidFill>
                <a:latin typeface="Arial"/>
              </a:rPr>
              <a:t>Grapari Malaka: PS N/A, Gap 1
Grapari Soe: PS 0,0%, Gap 0
Grapari Waikabubak: PS -50,0%, Gap -1
Grapari Waingapu: PS +33,3%, Gap 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4892040"/>
            <a:ext cx="2788920" cy="126187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4974336"/>
            <a:ext cx="2606039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321808"/>
            <a:ext cx="2569463" cy="658368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74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4892040"/>
            <a:ext cx="2788920" cy="126187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4974336"/>
            <a:ext cx="2606039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321808"/>
            <a:ext cx="2569463" cy="658368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74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4892040"/>
            <a:ext cx="2788920" cy="126187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4974336"/>
            <a:ext cx="2606039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321808"/>
            <a:ext cx="2569463" cy="658368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74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4892040"/>
            <a:ext cx="2788920" cy="126187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4974336"/>
            <a:ext cx="2606039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321808"/>
            <a:ext cx="2569463" cy="658368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74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+2736,2%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RANGGA BELA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JEPRIANUS MUJI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MARTHERNUS M SANBEIN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YAKOB MONI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ZEFERINO DOS REIS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ZELA 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 Bonita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Igniosa Manek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STANISLAUS APRIANUS HUN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JEVRIANUS DIMA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MARTHERNUS M SANBEIN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Fanderio l laure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YAKOB MONI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Joehanis Daniel Steven Pah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HENDRIK YAKOBIS ZACHARYA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HARMAN NDAJANG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ZEFERINO DOS REIS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FERDY ARYANDO JARA JUTALO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ANGELINA DARA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RAHMAHWATI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Andrianus Umbu Engge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OKTAVIANUS SERAN LUAN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ANGELINA DARA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Charlie Apryanto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RICHARDUS YOHANES MOENSAKU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RAHMAHWATI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Andrianus Umbu Engge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Mulyandry malaikosa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