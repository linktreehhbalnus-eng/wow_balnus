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36.0</c:v>
                </c:pt>
                <c:pt idx="1">
                  <c:v>29.0</c:v>
                </c:pt>
                <c:pt idx="2">
                  <c:v>22.0</c:v>
                </c:pt>
                <c:pt idx="3">
                  <c:v>32.0</c:v>
                </c:pt>
                <c:pt idx="4">
                  <c:v>20.0</c:v>
                </c:pt>
                <c:pt idx="5">
                  <c:v>16.0</c:v>
                </c:pt>
                <c:pt idx="6">
                  <c:v>38.0</c:v>
                </c:pt>
                <c:pt idx="7">
                  <c:v>28.0</c:v>
                </c:pt>
                <c:pt idx="8">
                  <c:v>27.0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29.0</c:v>
                </c:pt>
                <c:pt idx="1">
                  <c:v>21.0</c:v>
                </c:pt>
                <c:pt idx="2">
                  <c:v>16.0</c:v>
                </c:pt>
                <c:pt idx="3">
                  <c:v>26.0</c:v>
                </c:pt>
                <c:pt idx="4">
                  <c:v>12.0</c:v>
                </c:pt>
                <c:pt idx="5">
                  <c:v>13.0</c:v>
                </c:pt>
                <c:pt idx="6">
                  <c:v>30.0</c:v>
                </c:pt>
                <c:pt idx="7">
                  <c:v>19.0</c:v>
                </c:pt>
                <c:pt idx="8">
                  <c:v>23.0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7.0</c:v>
                </c:pt>
                <c:pt idx="1">
                  <c:v>8.0</c:v>
                </c:pt>
                <c:pt idx="2">
                  <c:v>6.0</c:v>
                </c:pt>
                <c:pt idx="3">
                  <c:v>6.0</c:v>
                </c:pt>
                <c:pt idx="4">
                  <c:v>8.0</c:v>
                </c:pt>
                <c:pt idx="5">
                  <c:v>3.0</c:v>
                </c:pt>
                <c:pt idx="6">
                  <c:v>8.0</c:v>
                </c:pt>
                <c:pt idx="7">
                  <c:v>9.0</c:v>
                </c:pt>
                <c:pt idx="8">
                  <c:v>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27.0</c:v>
                </c:pt>
                <c:pt idx="1">
                  <c:v>24.0</c:v>
                </c:pt>
                <c:pt idx="2">
                  <c:v>25.0</c:v>
                </c:pt>
                <c:pt idx="3">
                  <c:v>27.0</c:v>
                </c:pt>
                <c:pt idx="4">
                  <c:v>18.0</c:v>
                </c:pt>
                <c:pt idx="5">
                  <c:v>14.0</c:v>
                </c:pt>
                <c:pt idx="6">
                  <c:v>27.0</c:v>
                </c:pt>
                <c:pt idx="7">
                  <c:v>27.0</c:v>
                </c:pt>
                <c:pt idx="8">
                  <c:v>24.0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23.0</c:v>
                </c:pt>
                <c:pt idx="1">
                  <c:v>20.0</c:v>
                </c:pt>
                <c:pt idx="2">
                  <c:v>18.0</c:v>
                </c:pt>
                <c:pt idx="3">
                  <c:v>20.0</c:v>
                </c:pt>
                <c:pt idx="4">
                  <c:v>11.0</c:v>
                </c:pt>
                <c:pt idx="5">
                  <c:v>12.0</c:v>
                </c:pt>
                <c:pt idx="6">
                  <c:v>19.0</c:v>
                </c:pt>
                <c:pt idx="7">
                  <c:v>20.0</c:v>
                </c:pt>
                <c:pt idx="8">
                  <c:v>16.0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4.0</c:v>
                </c:pt>
                <c:pt idx="1">
                  <c:v>4.0</c:v>
                </c:pt>
                <c:pt idx="2">
                  <c:v>7.0</c:v>
                </c:pt>
                <c:pt idx="3">
                  <c:v>7.0</c:v>
                </c:pt>
                <c:pt idx="4">
                  <c:v>7.0</c:v>
                </c:pt>
                <c:pt idx="5">
                  <c:v>2.0</c:v>
                </c:pt>
                <c:pt idx="6">
                  <c:v>8.0</c:v>
                </c:pt>
                <c:pt idx="7">
                  <c:v>7.0</c:v>
                </c:pt>
                <c:pt idx="8">
                  <c:v>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1.906,8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1.530,8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1.572,2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1.265,2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1.294,5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1.073,5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236,3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Rote Ndao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+15,4%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78   Δ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+17,1%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76   Δ 13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-11,5%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61   Δ -7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991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-21,9%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1.269   Δ -278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+17,2%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498078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9686"/>
                <a:gridCol w="1558042"/>
                <a:gridCol w="1071154"/>
                <a:gridCol w="1558042"/>
                <a:gridCol w="1071154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6.792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51 (11,9%)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148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39 (26,0%)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+2736,2%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RANGGA BELA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JEPRIANUS MUJI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MARTHERNUS M SANBEIN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YAKOB MONI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ZEFERINO DOS REIS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ZELA 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 Bonita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Igniosa Manek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STANISLAUS APRIANUS HUN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JEVRIANUS DIMA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MARTHERNUS M SANBEIN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Fanderio l laure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YAKOB MONI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Joehanis Daniel Steven Pah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HENDRIK YAKOBIS ZACHARYA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HARMAN NDAJANG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ZEFERINO DOS REIS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FERDY ARYANDO JARA JUTALO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ANGELINA DARA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RAHMAHWATI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Andrianus Umbu Engge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OKTAVIANUS SERAN LUAN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ANGELINA DARA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Charlie Apryanto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RICHARDUS YOHANES MOENSAKU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RAHMAHWATI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Andrianus Umbu Engge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Mulyandry malaikosa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