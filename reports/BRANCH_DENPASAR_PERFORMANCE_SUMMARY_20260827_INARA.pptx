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228   Δ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218   Δ 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5.573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5.944   Δ -371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Aug 2026 vs MTD-1 01–27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541 (16,4%)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1.655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196 (59,9%)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