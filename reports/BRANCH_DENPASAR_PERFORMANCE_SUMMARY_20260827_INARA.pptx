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228   Δ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218   Δ 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6.349   Δ -337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547 (16,6%)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201 (61,5%)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