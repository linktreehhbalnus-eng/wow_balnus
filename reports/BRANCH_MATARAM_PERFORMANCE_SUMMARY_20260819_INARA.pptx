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153   Δ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146   Δ 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139   Δ -9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3.311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2.888   Δ 423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13.882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382 (25,7%)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759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314 (70,2%)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