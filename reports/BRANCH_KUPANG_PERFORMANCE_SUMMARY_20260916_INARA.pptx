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  <c:pt idx="12">
                  <c:v>11.0</c:v>
                </c:pt>
                <c:pt idx="13">
                  <c:v>35.0</c:v>
                </c:pt>
                <c:pt idx="14">
                  <c:v>28.0</c:v>
                </c:pt>
                <c:pt idx="15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  <c:pt idx="9">
                  <c:v>19.0</c:v>
                </c:pt>
                <c:pt idx="10">
                  <c:v>16.0</c:v>
                </c:pt>
                <c:pt idx="11">
                  <c:v>14.0</c:v>
                </c:pt>
                <c:pt idx="12">
                  <c:v>9.0</c:v>
                </c:pt>
                <c:pt idx="13">
                  <c:v>29.0</c:v>
                </c:pt>
                <c:pt idx="14">
                  <c:v>22.0</c:v>
                </c:pt>
                <c:pt idx="15">
                  <c:v>28.0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  <c:pt idx="9">
                  <c:v>7.0</c:v>
                </c:pt>
                <c:pt idx="10">
                  <c:v>7.0</c:v>
                </c:pt>
                <c:pt idx="11">
                  <c:v>3.0</c:v>
                </c:pt>
                <c:pt idx="12">
                  <c:v>2.0</c:v>
                </c:pt>
                <c:pt idx="13">
                  <c:v>6.0</c:v>
                </c:pt>
                <c:pt idx="14">
                  <c:v>6.0</c:v>
                </c:pt>
                <c:pt idx="15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  <c:pt idx="13">
                  <c:v>26.0</c:v>
                </c:pt>
                <c:pt idx="14">
                  <c:v>29.0</c:v>
                </c:pt>
                <c:pt idx="15">
                  <c:v>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  <c:pt idx="11">
                  <c:v>11.0</c:v>
                </c:pt>
                <c:pt idx="12">
                  <c:v>6.0</c:v>
                </c:pt>
                <c:pt idx="13">
                  <c:v>20.0</c:v>
                </c:pt>
                <c:pt idx="14">
                  <c:v>23.0</c:v>
                </c:pt>
                <c:pt idx="15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  <c:pt idx="11">
                  <c:v>4.0</c:v>
                </c:pt>
                <c:pt idx="12">
                  <c:v>1.0</c:v>
                </c:pt>
                <c:pt idx="13">
                  <c:v>6.0</c:v>
                </c:pt>
                <c:pt idx="14">
                  <c:v>6.0</c:v>
                </c:pt>
                <c:pt idx="15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+0,6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93   Δ 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93   Δ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75   Δ -13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1.607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-33,5%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2.418   Δ -811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88 / 139 (63,3%)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+3,5%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99 / 152 (65,1%)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+5,3%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8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 / 109 (66,1%)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81 / 120 (67,5%)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+2,5%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30 (53,3%)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32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139 (4,3%)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152 (5,9%)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-18,2%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109 (2,8%)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120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32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79 (18,4%)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309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62 (40,3%)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250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102 | MoM +9,7%
PS: 99 | MoM +6,5%
• Junior
  RE: 91 | Active 65,5% | MoM +7,1%
  PS: 88 | Active 63,3% | MoM +4,8%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+75,0%
  PS: 7 | Active 77,8% | MoM +40,0%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-33,3%, Gap -1
• Grapari Baa Rote: PS +100,0%, Gap 1
• Grapari Kefamenanu: PS +40,0%, Gap 2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2
• Grapari Soe: PS 0,0%, Gap 0
• Grapari Waikabubak: PS 0,0%, Gap 0
• Grapari Waingapu: PS +33,3%,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-7 (-1,7%), PS -13 (-3,7%)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6 (+27,3%), PS -1 (-7,1%)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-13 (-48,1%), PS -7 (-53,8%)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+989,3%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GUSTAF RIHI MANGNGI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ALVIONA CHETERINA RIZNAWATY MAU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ARJAN IMANUEL SETTE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ISABELLA THALL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