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Sheet1!$A$2:$A$17</c:f>
              <c:strCache>
                <c:ptCount val="16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</c:strCache>
            </c:strRef>
          </c:cat>
          <c:val>
            <c:numRef>
              <c:f>Sheet1!$B$2:$B$17</c:f>
              <c:numCache>
                <c:formatCode>General</c:formatCode>
                <c:ptCount val="16"/>
                <c:pt idx="0">
                  <c:v>36.0</c:v>
                </c:pt>
                <c:pt idx="1">
                  <c:v>29.0</c:v>
                </c:pt>
                <c:pt idx="2">
                  <c:v>22.0</c:v>
                </c:pt>
                <c:pt idx="3">
                  <c:v>32.0</c:v>
                </c:pt>
                <c:pt idx="4">
                  <c:v>20.0</c:v>
                </c:pt>
                <c:pt idx="5">
                  <c:v>16.0</c:v>
                </c:pt>
                <c:pt idx="6">
                  <c:v>38.0</c:v>
                </c:pt>
                <c:pt idx="7">
                  <c:v>28.0</c:v>
                </c:pt>
                <c:pt idx="8">
                  <c:v>27.0</c:v>
                </c:pt>
                <c:pt idx="9">
                  <c:v>26.0</c:v>
                </c:pt>
                <c:pt idx="10">
                  <c:v>23.0</c:v>
                </c:pt>
                <c:pt idx="11">
                  <c:v>17.0</c:v>
                </c:pt>
                <c:pt idx="12">
                  <c:v>11.0</c:v>
                </c:pt>
                <c:pt idx="13">
                  <c:v>35.0</c:v>
                </c:pt>
                <c:pt idx="14">
                  <c:v>28.0</c:v>
                </c:pt>
                <c:pt idx="15">
                  <c:v>34.0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 - 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Sheet1!$A$2:$A$17</c:f>
              <c:strCache>
                <c:ptCount val="16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</c:strCache>
            </c:strRef>
          </c:cat>
          <c:val>
            <c:numRef>
              <c:f>Sheet1!$C$2:$C$17</c:f>
              <c:numCache>
                <c:formatCode>General</c:formatCode>
                <c:ptCount val="16"/>
                <c:pt idx="0">
                  <c:v>29.0</c:v>
                </c:pt>
                <c:pt idx="1">
                  <c:v>21.0</c:v>
                </c:pt>
                <c:pt idx="2">
                  <c:v>16.0</c:v>
                </c:pt>
                <c:pt idx="3">
                  <c:v>26.0</c:v>
                </c:pt>
                <c:pt idx="4">
                  <c:v>12.0</c:v>
                </c:pt>
                <c:pt idx="5">
                  <c:v>13.0</c:v>
                </c:pt>
                <c:pt idx="6">
                  <c:v>30.0</c:v>
                </c:pt>
                <c:pt idx="7">
                  <c:v>19.0</c:v>
                </c:pt>
                <c:pt idx="8">
                  <c:v>23.0</c:v>
                </c:pt>
                <c:pt idx="9">
                  <c:v>19.0</c:v>
                </c:pt>
                <c:pt idx="10">
                  <c:v>16.0</c:v>
                </c:pt>
                <c:pt idx="11">
                  <c:v>14.0</c:v>
                </c:pt>
                <c:pt idx="12">
                  <c:v>9.0</c:v>
                </c:pt>
                <c:pt idx="13">
                  <c:v>29.0</c:v>
                </c:pt>
                <c:pt idx="14">
                  <c:v>22.0</c:v>
                </c:pt>
                <c:pt idx="15">
                  <c:v>28.0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Sheet1!$A$2:$A$17</c:f>
              <c:strCache>
                <c:ptCount val="16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</c:strCache>
            </c:strRef>
          </c:cat>
          <c:val>
            <c:numRef>
              <c:f>Sheet1!$D$2:$D$17</c:f>
              <c:numCache>
                <c:formatCode>General</c:formatCode>
                <c:ptCount val="16"/>
                <c:pt idx="0">
                  <c:v>7.0</c:v>
                </c:pt>
                <c:pt idx="1">
                  <c:v>8.0</c:v>
                </c:pt>
                <c:pt idx="2">
                  <c:v>6.0</c:v>
                </c:pt>
                <c:pt idx="3">
                  <c:v>6.0</c:v>
                </c:pt>
                <c:pt idx="4">
                  <c:v>8.0</c:v>
                </c:pt>
                <c:pt idx="5">
                  <c:v>3.0</c:v>
                </c:pt>
                <c:pt idx="6">
                  <c:v>8.0</c:v>
                </c:pt>
                <c:pt idx="7">
                  <c:v>9.0</c:v>
                </c:pt>
                <c:pt idx="8">
                  <c:v>4.0</c:v>
                </c:pt>
                <c:pt idx="9">
                  <c:v>7.0</c:v>
                </c:pt>
                <c:pt idx="10">
                  <c:v>7.0</c:v>
                </c:pt>
                <c:pt idx="11">
                  <c:v>3.0</c:v>
                </c:pt>
                <c:pt idx="12">
                  <c:v>2.0</c:v>
                </c:pt>
                <c:pt idx="13">
                  <c:v>6.0</c:v>
                </c:pt>
                <c:pt idx="14">
                  <c:v>6.0</c:v>
                </c:pt>
                <c:pt idx="15">
                  <c:v>6.0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Sheet1!$A$2:$A$17</c:f>
              <c:strCache>
                <c:ptCount val="16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</c:strCache>
            </c:strRef>
          </c:cat>
          <c:val>
            <c:numRef>
              <c:f>Sheet1!$B$2:$B$17</c:f>
              <c:numCache>
                <c:formatCode>General</c:formatCode>
                <c:ptCount val="16"/>
                <c:pt idx="0">
                  <c:v>27.0</c:v>
                </c:pt>
                <c:pt idx="1">
                  <c:v>24.0</c:v>
                </c:pt>
                <c:pt idx="2">
                  <c:v>25.0</c:v>
                </c:pt>
                <c:pt idx="3">
                  <c:v>27.0</c:v>
                </c:pt>
                <c:pt idx="4">
                  <c:v>18.0</c:v>
                </c:pt>
                <c:pt idx="5">
                  <c:v>14.0</c:v>
                </c:pt>
                <c:pt idx="6">
                  <c:v>27.0</c:v>
                </c:pt>
                <c:pt idx="7">
                  <c:v>27.0</c:v>
                </c:pt>
                <c:pt idx="8">
                  <c:v>24.0</c:v>
                </c:pt>
                <c:pt idx="9">
                  <c:v>24.0</c:v>
                </c:pt>
                <c:pt idx="10">
                  <c:v>25.0</c:v>
                </c:pt>
                <c:pt idx="11">
                  <c:v>15.0</c:v>
                </c:pt>
                <c:pt idx="12">
                  <c:v>7.0</c:v>
                </c:pt>
                <c:pt idx="13">
                  <c:v>26.0</c:v>
                </c:pt>
                <c:pt idx="14">
                  <c:v>29.0</c:v>
                </c:pt>
                <c:pt idx="15">
                  <c:v>30.0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 - 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Sheet1!$A$2:$A$17</c:f>
              <c:strCache>
                <c:ptCount val="16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</c:strCache>
            </c:strRef>
          </c:cat>
          <c:val>
            <c:numRef>
              <c:f>Sheet1!$C$2:$C$17</c:f>
              <c:numCache>
                <c:formatCode>General</c:formatCode>
                <c:ptCount val="16"/>
                <c:pt idx="0">
                  <c:v>23.0</c:v>
                </c:pt>
                <c:pt idx="1">
                  <c:v>20.0</c:v>
                </c:pt>
                <c:pt idx="2">
                  <c:v>18.0</c:v>
                </c:pt>
                <c:pt idx="3">
                  <c:v>20.0</c:v>
                </c:pt>
                <c:pt idx="4">
                  <c:v>11.0</c:v>
                </c:pt>
                <c:pt idx="5">
                  <c:v>12.0</c:v>
                </c:pt>
                <c:pt idx="6">
                  <c:v>19.0</c:v>
                </c:pt>
                <c:pt idx="7">
                  <c:v>20.0</c:v>
                </c:pt>
                <c:pt idx="8">
                  <c:v>16.0</c:v>
                </c:pt>
                <c:pt idx="9">
                  <c:v>18.0</c:v>
                </c:pt>
                <c:pt idx="10">
                  <c:v>19.0</c:v>
                </c:pt>
                <c:pt idx="11">
                  <c:v>11.0</c:v>
                </c:pt>
                <c:pt idx="12">
                  <c:v>6.0</c:v>
                </c:pt>
                <c:pt idx="13">
                  <c:v>20.0</c:v>
                </c:pt>
                <c:pt idx="14">
                  <c:v>23.0</c:v>
                </c:pt>
                <c:pt idx="15">
                  <c:v>22.0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Sheet1!$A$2:$A$17</c:f>
              <c:strCache>
                <c:ptCount val="16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</c:strCache>
            </c:strRef>
          </c:cat>
          <c:val>
            <c:numRef>
              <c:f>Sheet1!$D$2:$D$17</c:f>
              <c:numCache>
                <c:formatCode>General</c:formatCode>
                <c:ptCount val="16"/>
                <c:pt idx="0">
                  <c:v>4.0</c:v>
                </c:pt>
                <c:pt idx="1">
                  <c:v>4.0</c:v>
                </c:pt>
                <c:pt idx="2">
                  <c:v>7.0</c:v>
                </c:pt>
                <c:pt idx="3">
                  <c:v>7.0</c:v>
                </c:pt>
                <c:pt idx="4">
                  <c:v>7.0</c:v>
                </c:pt>
                <c:pt idx="5">
                  <c:v>2.0</c:v>
                </c:pt>
                <c:pt idx="6">
                  <c:v>8.0</c:v>
                </c:pt>
                <c:pt idx="7">
                  <c:v>7.0</c:v>
                </c:pt>
                <c:pt idx="8">
                  <c:v>8.0</c:v>
                </c:pt>
                <c:pt idx="9">
                  <c:v>6.0</c:v>
                </c:pt>
                <c:pt idx="10">
                  <c:v>6.0</c:v>
                </c:pt>
                <c:pt idx="11">
                  <c:v>4.0</c:v>
                </c:pt>
                <c:pt idx="12">
                  <c:v>1.0</c:v>
                </c:pt>
                <c:pt idx="13">
                  <c:v>6.0</c:v>
                </c:pt>
                <c:pt idx="14">
                  <c:v>6.0</c:v>
                </c:pt>
                <c:pt idx="15">
                  <c:v>8.0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01–16 Sep 2026 vs MTD-1 01–16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1.739,5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36,6%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1.103,5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1.388,7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37,2%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81,1%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+0,5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+196,0%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+226,8%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+225,9%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+195,2%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Kupang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33,9%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952,0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33,7%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49,4%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+27,7%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53,9%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Sabu Raijua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Timor Tengah Selatan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01–16 Sep 2026 vs MTD-1 01–16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152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+9,7%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93   Δ 9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99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+6,5%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93   Δ 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66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-12,0%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75   Δ -9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1.746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-28,2%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2.431   Δ -685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708"/>
                <a:gridCol w="66119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881593"/>
                <a:gridCol w="881593"/>
                <a:gridCol w="881593"/>
              </a:tblGrid>
              <a:tr h="32004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0040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+10,3%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2.115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1.434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-32,2%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133088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Kupang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407408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+103,0%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+96,9%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+190,9%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861304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01–16 Sep 2026 vs MTD-1 01–16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9 (77,8%)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88 / 139 (63,3%)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+3,5% | Turun 34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99 / 152 (65,1%)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+5,3% | Turun 39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8 (75,0%)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72 / 109 (66,1%)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+1,4% | Turun 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81 / 120 (67,5%)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+2,5% | Turun 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 / 30 (53,3%)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+14,3%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18 / 32 (56,2%)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+20,0%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+55,6%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389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-13,1%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456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292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338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 / 139 (4,3%)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-14,3% | Turun 34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 / 4 (75,0%)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-25,0%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9 / 152 (5,9%)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-18,2% | Turun 39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8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109 (2,8%)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-40,0% | Turun 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 / 120 (4,2%)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-37,5% | Turun 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30 (10,0%)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32 (12,5%)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+33,3%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01–16 Sep 2026 vs MTD-1 01–16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01–16 Sep 2026 vs MTD-1 01–16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+45,2%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Kupang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6.783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10.013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7,2%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430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81 (18,8%)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331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154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89 (57,8%)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300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01–16 Sep 2026 vs MTD-1 01–16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120,8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106,4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102 | MoM +9,7%
PS: 99 | MoM +6,5%
• Junior
  RE: 91 | Active 65,5% | MoM +7,1%
  PS: 88 | Active 63,3% | MoM +4,8%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7 | Active 77,8% | MoM +75,0%
  PS: 7 | Active 77,8% | MoM +40,0%
• Junior Plus
  RE: 4 | Active 100,0% | MoM 0,0%
  PS: 4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Atambua: PS -33,3%, Gap -1
• Grapari Baa Rote: PS +100,0%, Gap 1
• Grapari Kefamenanu: PS +40,0%, Gap 2
• Grapari Kupang: PS 0,0%, Gap 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Malaka: PS N/A, Gap 2
• Grapari Soe: PS 0,0%, Gap 0
• Grapari Waikabubak: PS 0,0%, Gap 0
• Grapari Waingapu: PS +33,3%, Gap 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Kupang Rote - Malaka Timtim Belu: RE -7 (-1,7%), PS -13 (-3,7%)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Kupang Rote - Malaka Timtim Belu: RE 7 (+31,8%), PS -1 (-7,1%)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Kupang Rote - Malaka Timtim Belu: RE -13 (-48,1%), PS -7 (-53,8%)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01–16 Sep 2026 vs MTD-1 01–16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+226,8%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+657,1%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+1300,0%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+27,7%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01–16 Sep 2026 vs MTD-1 01–16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47,9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+138,3%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+594,6%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375,0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+989,3%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950,0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117,5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121,0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94,8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90,7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30,3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01–16 Sep 2026 vs MTD-1 01–16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Cornelis Desanto Karo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STANISLAUS APRIANUS HUN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DJORGHY RIZALDHY GA LONI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JEPRIANUS MUJI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WIHELMINA DAFROSA BATA BESU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Stefanus jefri kantur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INLY OLIFA PABALA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GUSTAF RIHI MANGNGI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ADRIANI NELSIANA ABUK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ZELA TRIANINGSIH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ADRIANI NELSIANA ABUK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Stefanus jefri kantur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STANISLAUS APRIANUS HUN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RANGGA BELA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DELFIANA SILLA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WIHELMINA DAFROSA BATA BESU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INLY OLIFA PABALA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ALVIONA CHETERINA RIZNAWATY MAU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JEPRIANUS MUJI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Cornelis Desanto Karo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01–16 Sep 2026 vs MTD-1 01–16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FERDY ARYANDO JARA JUTALO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FERI ANDI SEMBIRING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TRIJAYADI SAPUTRA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Novita maria anggraeny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Joel Arsel Alakmo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ANGELINA DARA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Andrianus Umbu Engge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LITA MELIANA HUSEN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ARJAN IMANUEL SETTE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Christin eliafnir costa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FERI ANDI SEMBIRING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TRIJAYADI SAPUTRA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Novita maria anggraeny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SONYA IMELDA TUTFAUT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Joel Arsel Alakmo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ANGELINA DARA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ISABELLA THALL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Andrianus Umbu Engge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Charlie Apryanto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OKTAVIANUS SERAN LUAN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