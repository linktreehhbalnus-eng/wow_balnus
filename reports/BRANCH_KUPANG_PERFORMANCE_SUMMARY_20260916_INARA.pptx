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-9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1.746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2.431   Δ -685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139 (63,3%)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+3,5%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99 / 152 (65,1%)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+5,3%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109 (66,1%)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 / 120 (67,5%)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139 (4,3%)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152 (5,9%)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109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120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32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79 (18,5%)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329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89 (57,8%)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102 | MoM +9,7%
PS: 99 | MoM +6,5%
• Junior
  RE: 91 | Active 65,5% | MoM +7,1%
  PS: 88 | Active 63,3% | MoM +4,8%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+75,0%
  PS: 7 | Active 77,8% | MoM +40,0%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+100,0%, Gap 1
• Grapari Kefamenanu: PS +40,0%, Gap 2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2
• Grapari Soe: PS 0,0%, Gap 0
• Grapari Waikabubak: PS 0,0%, Gap 0
• Grapari Waingapu: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-7 (-1,7%), PS -13 (-3,7%)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7 (+31,8%), PS -1 (-7,1%)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-13 (-48,1%), PS -7 (-53,8%)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