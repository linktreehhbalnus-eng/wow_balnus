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  <c:pt idx="25">
                  <c:v>56.0</c:v>
                </c:pt>
                <c:pt idx="26">
                  <c:v>41.0</c:v>
                </c:pt>
                <c:pt idx="27">
                  <c:v>60.0</c:v>
                </c:pt>
                <c:pt idx="28">
                  <c:v>55.0</c:v>
                </c:pt>
                <c:pt idx="29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  <c:pt idx="22">
                  <c:v>15.0</c:v>
                </c:pt>
                <c:pt idx="23">
                  <c:v>23.0</c:v>
                </c:pt>
                <c:pt idx="24">
                  <c:v>16.0</c:v>
                </c:pt>
                <c:pt idx="25">
                  <c:v>14.0</c:v>
                </c:pt>
                <c:pt idx="26">
                  <c:v>12.0</c:v>
                </c:pt>
                <c:pt idx="27">
                  <c:v>16.0</c:v>
                </c:pt>
                <c:pt idx="28">
                  <c:v>17.0</c:v>
                </c:pt>
                <c:pt idx="29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  <c:pt idx="22">
                  <c:v>15.0</c:v>
                </c:pt>
                <c:pt idx="23">
                  <c:v>16.0</c:v>
                </c:pt>
                <c:pt idx="24">
                  <c:v>15.0</c:v>
                </c:pt>
                <c:pt idx="25">
                  <c:v>12.0</c:v>
                </c:pt>
                <c:pt idx="26">
                  <c:v>10.0</c:v>
                </c:pt>
                <c:pt idx="27">
                  <c:v>15.0</c:v>
                </c:pt>
                <c:pt idx="28">
                  <c:v>16.0</c:v>
                </c:pt>
                <c:pt idx="29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  <c:pt idx="22">
                  <c:v>13.0</c:v>
                </c:pt>
                <c:pt idx="23">
                  <c:v>19.0</c:v>
                </c:pt>
                <c:pt idx="24">
                  <c:v>15.0</c:v>
                </c:pt>
                <c:pt idx="25">
                  <c:v>18.0</c:v>
                </c:pt>
                <c:pt idx="26">
                  <c:v>10.0</c:v>
                </c:pt>
                <c:pt idx="27">
                  <c:v>15.0</c:v>
                </c:pt>
                <c:pt idx="28">
                  <c:v>14.0</c:v>
                </c:pt>
                <c:pt idx="29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Sheet1!$F$2:$F$31</c:f>
              <c:numCache>
                <c:formatCode>General</c:formatCode>
                <c:ptCount val="30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  <c:pt idx="22">
                  <c:v>12.0</c:v>
                </c:pt>
                <c:pt idx="23">
                  <c:v>8.0</c:v>
                </c:pt>
                <c:pt idx="24">
                  <c:v>9.0</c:v>
                </c:pt>
                <c:pt idx="25">
                  <c:v>12.0</c:v>
                </c:pt>
                <c:pt idx="26">
                  <c:v>9.0</c:v>
                </c:pt>
                <c:pt idx="27">
                  <c:v>14.0</c:v>
                </c:pt>
                <c:pt idx="28">
                  <c:v>8.0</c:v>
                </c:pt>
                <c:pt idx="29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  <c:pt idx="25">
                  <c:v>42.0</c:v>
                </c:pt>
                <c:pt idx="26">
                  <c:v>40.0</c:v>
                </c:pt>
                <c:pt idx="27">
                  <c:v>49.0</c:v>
                </c:pt>
                <c:pt idx="28">
                  <c:v>57.0</c:v>
                </c:pt>
                <c:pt idx="29">
                  <c:v>49.0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  <c:pt idx="22">
                  <c:v>15.0</c:v>
                </c:pt>
                <c:pt idx="23">
                  <c:v>13.0</c:v>
                </c:pt>
                <c:pt idx="24">
                  <c:v>17.0</c:v>
                </c:pt>
                <c:pt idx="25">
                  <c:v>13.0</c:v>
                </c:pt>
                <c:pt idx="26">
                  <c:v>10.0</c:v>
                </c:pt>
                <c:pt idx="27">
                  <c:v>13.0</c:v>
                </c:pt>
                <c:pt idx="28">
                  <c:v>21.0</c:v>
                </c:pt>
                <c:pt idx="29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  <c:pt idx="22">
                  <c:v>12.0</c:v>
                </c:pt>
                <c:pt idx="23">
                  <c:v>17.0</c:v>
                </c:pt>
                <c:pt idx="24">
                  <c:v>14.0</c:v>
                </c:pt>
                <c:pt idx="25">
                  <c:v>11.0</c:v>
                </c:pt>
                <c:pt idx="26">
                  <c:v>11.0</c:v>
                </c:pt>
                <c:pt idx="27">
                  <c:v>13.0</c:v>
                </c:pt>
                <c:pt idx="28">
                  <c:v>14.0</c:v>
                </c:pt>
                <c:pt idx="29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  <c:pt idx="22">
                  <c:v>8.0</c:v>
                </c:pt>
                <c:pt idx="23">
                  <c:v>14.0</c:v>
                </c:pt>
                <c:pt idx="24">
                  <c:v>14.0</c:v>
                </c:pt>
                <c:pt idx="25">
                  <c:v>14.0</c:v>
                </c:pt>
                <c:pt idx="26">
                  <c:v>11.0</c:v>
                </c:pt>
                <c:pt idx="27">
                  <c:v>14.0</c:v>
                </c:pt>
                <c:pt idx="28">
                  <c:v>11.0</c:v>
                </c:pt>
                <c:pt idx="29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Sheet1!$F$2:$F$31</c:f>
              <c:numCache>
                <c:formatCode>General</c:formatCode>
                <c:ptCount val="30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  <c:pt idx="22">
                  <c:v>11.0</c:v>
                </c:pt>
                <c:pt idx="23">
                  <c:v>13.0</c:v>
                </c:pt>
                <c:pt idx="24">
                  <c:v>6.0</c:v>
                </c:pt>
                <c:pt idx="25">
                  <c:v>4.0</c:v>
                </c:pt>
                <c:pt idx="26">
                  <c:v>8.0</c:v>
                </c:pt>
                <c:pt idx="27">
                  <c:v>9.0</c:v>
                </c:pt>
                <c:pt idx="28">
                  <c:v>11.0</c:v>
                </c:pt>
                <c:pt idx="29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252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245   Δ -20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216   Δ 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6.963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6.258   Δ 705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186 / 310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225 / 351 (64,1%)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 | Turun 144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 / 80 (71,2%)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 / 85 (63,5%)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93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93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77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 / 85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2.709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310 (13,5%)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351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-1,4% | Turun 144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68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80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85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93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93 (21,5%)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85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428 (77,5%)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234 | MoM -7,1%
PS: 225 | MoM -8,2%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195 | Active 62,9% | MoM -8,5%
  PS: 186 | Active 60,0% | MoM -9,7%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-22,2%, Gap -2
• Grapari Jimbaran: PS +46,7%, Gap 7
• Grapari Kuta: PS +100,0%, Gap 4
• Grapari Negara: PS +250,0%, Gap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+21,1%, Gap 8
• Grapari Singaraja: PS -50,0%, Gap -5
• Grapari Tabanan: PS -40,0%, Gap -4
• Grapari Ubud: PS +21,4%,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-96 (-10,2%), PS -65 (-8,4%)
• Bali Tengah 1: RE -48 (-5,6%), PS -60 (-8,2%)
• Bali Timur: RE -11 (-1,9%), PS -42 (-8,9%)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-35 (-26,3%), PS -34 (-32,4%)
• Bali Tengah 1: RE -10 (-10,2%), PS -6 (-8,5%)
• Bali Barat: RE -7 (-15,9%), PS -1 (-4,8%)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(+7,7%), PS -4 (-44,4%)
• Bali Tengah 1: RE 4 (+21,1%), PS -1 (-7,1%)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 (-75,0%),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 adi widiana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ARI SUASTAWAN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