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62.0</c:v>
                </c:pt>
                <c:pt idx="10">
                  <c:v>64.0</c:v>
                </c:pt>
                <c:pt idx="11">
                  <c:v>51.0</c:v>
                </c:pt>
                <c:pt idx="12">
                  <c:v>49.0</c:v>
                </c:pt>
                <c:pt idx="13">
                  <c:v>64.0</c:v>
                </c:pt>
                <c:pt idx="14">
                  <c:v>67.0</c:v>
                </c:pt>
                <c:pt idx="15">
                  <c:v>67.0</c:v>
                </c:pt>
                <c:pt idx="16">
                  <c:v>71.0</c:v>
                </c:pt>
                <c:pt idx="17">
                  <c:v>50.0</c:v>
                </c:pt>
                <c:pt idx="18">
                  <c:v>58.0</c:v>
                </c:pt>
                <c:pt idx="19">
                  <c:v>52.0</c:v>
                </c:pt>
                <c:pt idx="20">
                  <c:v>69.0</c:v>
                </c:pt>
                <c:pt idx="21">
                  <c:v>58.0</c:v>
                </c:pt>
                <c:pt idx="22">
                  <c:v>55.0</c:v>
                </c:pt>
                <c:pt idx="23">
                  <c:v>66.0</c:v>
                </c:pt>
                <c:pt idx="24">
                  <c:v>55.0</c:v>
                </c:pt>
                <c:pt idx="25">
                  <c:v>56.0</c:v>
                </c:pt>
                <c:pt idx="26">
                  <c:v>41.0</c:v>
                </c:pt>
                <c:pt idx="27">
                  <c:v>60.0</c:v>
                </c:pt>
                <c:pt idx="28">
                  <c:v>55.0</c:v>
                </c:pt>
                <c:pt idx="29">
                  <c:v>58.0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  <c:pt idx="9">
                  <c:v>21.0</c:v>
                </c:pt>
                <c:pt idx="10">
                  <c:v>19.0</c:v>
                </c:pt>
                <c:pt idx="11">
                  <c:v>15.0</c:v>
                </c:pt>
                <c:pt idx="12">
                  <c:v>16.0</c:v>
                </c:pt>
                <c:pt idx="13">
                  <c:v>16.0</c:v>
                </c:pt>
                <c:pt idx="14">
                  <c:v>21.0</c:v>
                </c:pt>
                <c:pt idx="15">
                  <c:v>21.0</c:v>
                </c:pt>
                <c:pt idx="16">
                  <c:v>21.0</c:v>
                </c:pt>
                <c:pt idx="17">
                  <c:v>19.0</c:v>
                </c:pt>
                <c:pt idx="18">
                  <c:v>18.0</c:v>
                </c:pt>
                <c:pt idx="19">
                  <c:v>19.0</c:v>
                </c:pt>
                <c:pt idx="20">
                  <c:v>23.0</c:v>
                </c:pt>
                <c:pt idx="21">
                  <c:v>15.0</c:v>
                </c:pt>
                <c:pt idx="22">
                  <c:v>15.0</c:v>
                </c:pt>
                <c:pt idx="23">
                  <c:v>23.0</c:v>
                </c:pt>
                <c:pt idx="24">
                  <c:v>16.0</c:v>
                </c:pt>
                <c:pt idx="25">
                  <c:v>14.0</c:v>
                </c:pt>
                <c:pt idx="26">
                  <c:v>12.0</c:v>
                </c:pt>
                <c:pt idx="27">
                  <c:v>16.0</c:v>
                </c:pt>
                <c:pt idx="28">
                  <c:v>17.0</c:v>
                </c:pt>
                <c:pt idx="29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  <c:pt idx="9">
                  <c:v>9.0</c:v>
                </c:pt>
                <c:pt idx="10">
                  <c:v>20.0</c:v>
                </c:pt>
                <c:pt idx="11">
                  <c:v>12.0</c:v>
                </c:pt>
                <c:pt idx="12">
                  <c:v>13.0</c:v>
                </c:pt>
                <c:pt idx="13">
                  <c:v>20.0</c:v>
                </c:pt>
                <c:pt idx="14">
                  <c:v>17.0</c:v>
                </c:pt>
                <c:pt idx="15">
                  <c:v>17.0</c:v>
                </c:pt>
                <c:pt idx="16">
                  <c:v>17.0</c:v>
                </c:pt>
                <c:pt idx="17">
                  <c:v>13.0</c:v>
                </c:pt>
                <c:pt idx="18">
                  <c:v>11.0</c:v>
                </c:pt>
                <c:pt idx="19">
                  <c:v>12.0</c:v>
                </c:pt>
                <c:pt idx="20">
                  <c:v>19.0</c:v>
                </c:pt>
                <c:pt idx="21">
                  <c:v>16.0</c:v>
                </c:pt>
                <c:pt idx="22">
                  <c:v>15.0</c:v>
                </c:pt>
                <c:pt idx="23">
                  <c:v>16.0</c:v>
                </c:pt>
                <c:pt idx="24">
                  <c:v>15.0</c:v>
                </c:pt>
                <c:pt idx="25">
                  <c:v>12.0</c:v>
                </c:pt>
                <c:pt idx="26">
                  <c:v>10.0</c:v>
                </c:pt>
                <c:pt idx="27">
                  <c:v>15.0</c:v>
                </c:pt>
                <c:pt idx="28">
                  <c:v>16.0</c:v>
                </c:pt>
                <c:pt idx="29">
                  <c:v>20.0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Sheet1!$E$2:$E$31</c:f>
              <c:numCache>
                <c:formatCode>General</c:formatCode>
                <c:ptCount val="30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  <c:pt idx="9">
                  <c:v>19.0</c:v>
                </c:pt>
                <c:pt idx="10">
                  <c:v>12.0</c:v>
                </c:pt>
                <c:pt idx="11">
                  <c:v>15.0</c:v>
                </c:pt>
                <c:pt idx="12">
                  <c:v>12.0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18.0</c:v>
                </c:pt>
                <c:pt idx="17">
                  <c:v>11.0</c:v>
                </c:pt>
                <c:pt idx="18">
                  <c:v>16.0</c:v>
                </c:pt>
                <c:pt idx="19">
                  <c:v>12.0</c:v>
                </c:pt>
                <c:pt idx="20">
                  <c:v>14.0</c:v>
                </c:pt>
                <c:pt idx="21">
                  <c:v>14.0</c:v>
                </c:pt>
                <c:pt idx="22">
                  <c:v>13.0</c:v>
                </c:pt>
                <c:pt idx="23">
                  <c:v>19.0</c:v>
                </c:pt>
                <c:pt idx="24">
                  <c:v>15.0</c:v>
                </c:pt>
                <c:pt idx="25">
                  <c:v>18.0</c:v>
                </c:pt>
                <c:pt idx="26">
                  <c:v>10.0</c:v>
                </c:pt>
                <c:pt idx="27">
                  <c:v>15.0</c:v>
                </c:pt>
                <c:pt idx="28">
                  <c:v>14.0</c:v>
                </c:pt>
                <c:pt idx="29">
                  <c:v>13.0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Sheet1!$F$2:$F$31</c:f>
              <c:numCache>
                <c:formatCode>General</c:formatCode>
                <c:ptCount val="30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  <c:pt idx="9">
                  <c:v>13.0</c:v>
                </c:pt>
                <c:pt idx="10">
                  <c:v>13.0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13.0</c:v>
                </c:pt>
                <c:pt idx="15">
                  <c:v>13.0</c:v>
                </c:pt>
                <c:pt idx="16">
                  <c:v>16.0</c:v>
                </c:pt>
                <c:pt idx="17">
                  <c:v>7.0</c:v>
                </c:pt>
                <c:pt idx="18">
                  <c:v>13.0</c:v>
                </c:pt>
                <c:pt idx="19">
                  <c:v>10.0</c:v>
                </c:pt>
                <c:pt idx="20">
                  <c:v>13.0</c:v>
                </c:pt>
                <c:pt idx="21">
                  <c:v>13.0</c:v>
                </c:pt>
                <c:pt idx="22">
                  <c:v>12.0</c:v>
                </c:pt>
                <c:pt idx="23">
                  <c:v>8.0</c:v>
                </c:pt>
                <c:pt idx="24">
                  <c:v>9.0</c:v>
                </c:pt>
                <c:pt idx="25">
                  <c:v>12.0</c:v>
                </c:pt>
                <c:pt idx="26">
                  <c:v>9.0</c:v>
                </c:pt>
                <c:pt idx="27">
                  <c:v>14.0</c:v>
                </c:pt>
                <c:pt idx="28">
                  <c:v>8.0</c:v>
                </c:pt>
                <c:pt idx="29">
                  <c:v>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  <c:pt idx="10">
                  <c:v>64.0</c:v>
                </c:pt>
                <c:pt idx="11">
                  <c:v>54.0</c:v>
                </c:pt>
                <c:pt idx="12">
                  <c:v>45.0</c:v>
                </c:pt>
                <c:pt idx="13">
                  <c:v>51.0</c:v>
                </c:pt>
                <c:pt idx="14">
                  <c:v>58.0</c:v>
                </c:pt>
                <c:pt idx="15">
                  <c:v>59.0</c:v>
                </c:pt>
                <c:pt idx="16">
                  <c:v>59.0</c:v>
                </c:pt>
                <c:pt idx="17">
                  <c:v>55.0</c:v>
                </c:pt>
                <c:pt idx="18">
                  <c:v>46.0</c:v>
                </c:pt>
                <c:pt idx="19">
                  <c:v>52.0</c:v>
                </c:pt>
                <c:pt idx="20">
                  <c:v>55.0</c:v>
                </c:pt>
                <c:pt idx="21">
                  <c:v>63.0</c:v>
                </c:pt>
                <c:pt idx="22">
                  <c:v>46.0</c:v>
                </c:pt>
                <c:pt idx="23">
                  <c:v>57.0</c:v>
                </c:pt>
                <c:pt idx="24">
                  <c:v>51.0</c:v>
                </c:pt>
                <c:pt idx="25">
                  <c:v>42.0</c:v>
                </c:pt>
                <c:pt idx="26">
                  <c:v>40.0</c:v>
                </c:pt>
                <c:pt idx="27">
                  <c:v>49.0</c:v>
                </c:pt>
                <c:pt idx="28">
                  <c:v>57.0</c:v>
                </c:pt>
                <c:pt idx="29">
                  <c:v>49.0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  <c:pt idx="9">
                  <c:v>12.0</c:v>
                </c:pt>
                <c:pt idx="10">
                  <c:v>16.0</c:v>
                </c:pt>
                <c:pt idx="11">
                  <c:v>16.0</c:v>
                </c:pt>
                <c:pt idx="12">
                  <c:v>16.0</c:v>
                </c:pt>
                <c:pt idx="13">
                  <c:v>15.0</c:v>
                </c:pt>
                <c:pt idx="14">
                  <c:v>15.0</c:v>
                </c:pt>
                <c:pt idx="15">
                  <c:v>17.0</c:v>
                </c:pt>
                <c:pt idx="16">
                  <c:v>18.0</c:v>
                </c:pt>
                <c:pt idx="17">
                  <c:v>14.0</c:v>
                </c:pt>
                <c:pt idx="18">
                  <c:v>15.0</c:v>
                </c:pt>
                <c:pt idx="19">
                  <c:v>16.0</c:v>
                </c:pt>
                <c:pt idx="20">
                  <c:v>19.0</c:v>
                </c:pt>
                <c:pt idx="21">
                  <c:v>21.0</c:v>
                </c:pt>
                <c:pt idx="22">
                  <c:v>15.0</c:v>
                </c:pt>
                <c:pt idx="23">
                  <c:v>13.0</c:v>
                </c:pt>
                <c:pt idx="24">
                  <c:v>17.0</c:v>
                </c:pt>
                <c:pt idx="25">
                  <c:v>13.0</c:v>
                </c:pt>
                <c:pt idx="26">
                  <c:v>10.0</c:v>
                </c:pt>
                <c:pt idx="27">
                  <c:v>13.0</c:v>
                </c:pt>
                <c:pt idx="28">
                  <c:v>21.0</c:v>
                </c:pt>
                <c:pt idx="29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  <c:pt idx="9">
                  <c:v>14.0</c:v>
                </c:pt>
                <c:pt idx="10">
                  <c:v>17.0</c:v>
                </c:pt>
                <c:pt idx="11">
                  <c:v>14.0</c:v>
                </c:pt>
                <c:pt idx="12">
                  <c:v>13.0</c:v>
                </c:pt>
                <c:pt idx="13">
                  <c:v>13.0</c:v>
                </c:pt>
                <c:pt idx="14">
                  <c:v>18.0</c:v>
                </c:pt>
                <c:pt idx="15">
                  <c:v>15.0</c:v>
                </c:pt>
                <c:pt idx="16">
                  <c:v>14.0</c:v>
                </c:pt>
                <c:pt idx="17">
                  <c:v>16.0</c:v>
                </c:pt>
                <c:pt idx="18">
                  <c:v>12.0</c:v>
                </c:pt>
                <c:pt idx="19">
                  <c:v>10.0</c:v>
                </c:pt>
                <c:pt idx="20">
                  <c:v>10.0</c:v>
                </c:pt>
                <c:pt idx="21">
                  <c:v>17.0</c:v>
                </c:pt>
                <c:pt idx="22">
                  <c:v>12.0</c:v>
                </c:pt>
                <c:pt idx="23">
                  <c:v>17.0</c:v>
                </c:pt>
                <c:pt idx="24">
                  <c:v>14.0</c:v>
                </c:pt>
                <c:pt idx="25">
                  <c:v>11.0</c:v>
                </c:pt>
                <c:pt idx="26">
                  <c:v>11.0</c:v>
                </c:pt>
                <c:pt idx="27">
                  <c:v>13.0</c:v>
                </c:pt>
                <c:pt idx="28">
                  <c:v>14.0</c:v>
                </c:pt>
                <c:pt idx="29">
                  <c:v>15.0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Sheet1!$E$2:$E$31</c:f>
              <c:numCache>
                <c:formatCode>General</c:formatCode>
                <c:ptCount val="30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  <c:pt idx="9">
                  <c:v>19.0</c:v>
                </c:pt>
                <c:pt idx="10">
                  <c:v>19.0</c:v>
                </c:pt>
                <c:pt idx="11">
                  <c:v>15.0</c:v>
                </c:pt>
                <c:pt idx="12">
                  <c:v>11.0</c:v>
                </c:pt>
                <c:pt idx="13">
                  <c:v>14.0</c:v>
                </c:pt>
                <c:pt idx="14">
                  <c:v>12.0</c:v>
                </c:pt>
                <c:pt idx="15">
                  <c:v>15.0</c:v>
                </c:pt>
                <c:pt idx="16">
                  <c:v>17.0</c:v>
                </c:pt>
                <c:pt idx="17">
                  <c:v>17.0</c:v>
                </c:pt>
                <c:pt idx="18">
                  <c:v>10.0</c:v>
                </c:pt>
                <c:pt idx="19">
                  <c:v>17.0</c:v>
                </c:pt>
                <c:pt idx="20">
                  <c:v>16.0</c:v>
                </c:pt>
                <c:pt idx="21">
                  <c:v>13.0</c:v>
                </c:pt>
                <c:pt idx="22">
                  <c:v>8.0</c:v>
                </c:pt>
                <c:pt idx="23">
                  <c:v>14.0</c:v>
                </c:pt>
                <c:pt idx="24">
                  <c:v>14.0</c:v>
                </c:pt>
                <c:pt idx="25">
                  <c:v>14.0</c:v>
                </c:pt>
                <c:pt idx="26">
                  <c:v>11.0</c:v>
                </c:pt>
                <c:pt idx="27">
                  <c:v>14.0</c:v>
                </c:pt>
                <c:pt idx="28">
                  <c:v>11.0</c:v>
                </c:pt>
                <c:pt idx="29">
                  <c:v>14.0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Sheet1!$F$2:$F$31</c:f>
              <c:numCache>
                <c:formatCode>General</c:formatCode>
                <c:ptCount val="30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12.0</c:v>
                </c:pt>
                <c:pt idx="11">
                  <c:v>9.0</c:v>
                </c:pt>
                <c:pt idx="12">
                  <c:v>5.0</c:v>
                </c:pt>
                <c:pt idx="13">
                  <c:v>9.0</c:v>
                </c:pt>
                <c:pt idx="14">
                  <c:v>13.0</c:v>
                </c:pt>
                <c:pt idx="15">
                  <c:v>12.0</c:v>
                </c:pt>
                <c:pt idx="16">
                  <c:v>10.0</c:v>
                </c:pt>
                <c:pt idx="17">
                  <c:v>8.0</c:v>
                </c:pt>
                <c:pt idx="18">
                  <c:v>10.0</c:v>
                </c:pt>
                <c:pt idx="19">
                  <c:v>9.0</c:v>
                </c:pt>
                <c:pt idx="20">
                  <c:v>10.0</c:v>
                </c:pt>
                <c:pt idx="21">
                  <c:v>12.0</c:v>
                </c:pt>
                <c:pt idx="22">
                  <c:v>11.0</c:v>
                </c:pt>
                <c:pt idx="23">
                  <c:v>13.0</c:v>
                </c:pt>
                <c:pt idx="24">
                  <c:v>6.0</c:v>
                </c:pt>
                <c:pt idx="25">
                  <c:v>4.0</c:v>
                </c:pt>
                <c:pt idx="26">
                  <c:v>8.0</c:v>
                </c:pt>
                <c:pt idx="27">
                  <c:v>9.0</c:v>
                </c:pt>
                <c:pt idx="28">
                  <c:v>11.0</c:v>
                </c:pt>
                <c:pt idx="29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4.080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3.798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-72,8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-7,5%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253   Δ -19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246   Δ -21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216   Δ 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6.963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6.258   Δ 705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1.909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1.968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2.073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+5,6% | Turun 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186 / 310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-12,3% | Turun 121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225 / 351 (64,1%)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-8,9% | Turun 144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47 / 68 (69,1%)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-6,0%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57 / 80 (71,2%)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-8,1%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54 / 85 (63,5%)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-19,4%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62 / 93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-16,2% | Turun 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41 / 80 (51,2%)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-2,4%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54 / 93 (58,1%)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 / 77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52 / 85 (61,2%)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-8,8%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224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1.292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+364,5%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744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2.709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905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671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706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 / 20 (55,0%)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+10,0% | Turun 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42 / 310 (13,5%)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-12,5% | Turun 121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73 / 351 (20,8%)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-1,4% | Turun 144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68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 / 80 (30,0%)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+9,1%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85 (11,8%)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 / 93 (19,4%)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80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 / 93 (21,5%)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-4,8%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77 (9,1%)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85 (12,9%)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3.519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7.604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710 (21,8%)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1.901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552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428 (77,5%)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1.177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4.073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3.787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623,0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522,9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234 | MoM -7,5%
PS: 225 | MoM -8,5%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195 | Active 62,9% | MoM -8,9%
  PS: 186 | Active 60,0% | MoM -10,1%
• Greenfield
  RE: 19 | Active 95,0% | MoM +5,6%
  PS: 19 | Active 95,0% | MoM +5,6%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-22,2%, Gap -2
• Grapari Jimbaran: PS +46,7%, Gap 7
• Grapari Kuta: PS +100,0%, Gap 4
• Grapari Negara: PS +250,0%, Gap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+21,1%, Gap 8
• Grapari Singaraja: PS -50,0%, Gap -5
• Grapari Tabanan: PS -40,0%, Gap -4
• Grapari Ubud: PS +21,4%, Gap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-88 (-9,8%), PS -98 (-12,7%)
• Bali Tengah 2: RE -129 (-13,2%), PS -94 (-11,8%)
• Bali Timur: RE -38 (-6,4%), PS -65 (-13,2%)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-40 (-29,0%), PS -37 (-34,3%)
• Bali Tengah 1: RE -12 (-12,0%), PS -9 (-12,2%)
• Bali Barat: RE -8 (-17,8%), PS -1 (-4,8%)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0 (0,0%), PS -5 (-50,0%)
• Bali Tengah 1: RE 4 (+21,1%), PS -1 (-7,1%)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-3 (-75,0%), PS -2 (-66,7%)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677,6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623,8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158,7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190,7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Syarah nur febriyani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 SUSILAWATI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Tuti Karmila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 adi widiana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supantra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PUTRA SANJAYA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Gde Agung Adhiaksa Pratama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Syarah nur febriyani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MOH. AZRILFIAN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GEDE ARI SUASTAWAN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Kristiana Liva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PUTRA SANJAYA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WAYAN DESNI 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Barthlomeus Mario Jeriko Pareira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SEPTIA RAVI 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ARI OKTAVIANI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Zulkarnain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Barthlomeus Mario Jeriko Pareira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SEPTIA RAVI 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ARI OKTAVIANI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Zulkarnain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