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73   Δ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65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46   Δ -7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1.073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1.126   Δ -53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64 (24,6%)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 (46,7%)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+12,3%
PS: 73 | MoM +12,3%
• Junior
  RE: 68 | Active 50,4% | MoM +13,3%
  PS: 59 | Active 43,7% | MoM +13,5%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-66,7%, Gap -2
• Grapari Ende: PS 0,0%, Gap 0
• Grapari Kalabahi: PS -38,5%, Gap -5
• Grapari Labuan Bajo: PS -30,0%,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-3
• Grapari Maumere: PS -14,3%, Gap -1
• Grapari Ruteng: PS +300,0%,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