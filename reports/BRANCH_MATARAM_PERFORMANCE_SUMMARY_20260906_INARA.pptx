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Sheet1!$A$2:$A$7</c:f>
              <c:strCache>
                <c:ptCount val="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120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+61,1%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33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+430,4%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247   Δ 1.063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489 (33,4%)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1.393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447 (90,7%)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1.762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CITRA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