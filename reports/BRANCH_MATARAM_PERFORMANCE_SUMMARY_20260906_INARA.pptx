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2.332,4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126   Δ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120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+24,3%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1.310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+26,1%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1.039   Δ 271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489 (33,4%)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1.395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447 (90,7%)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1.765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CITRA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