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04/08</c:v>
                </c:pt>
                <c:pt idx="1">
                  <c:v>05/08</c:v>
                </c:pt>
                <c:pt idx="2">
                  <c:v>06/08</c:v>
                </c:pt>
                <c:pt idx="3">
                  <c:v>07/08</c:v>
                </c:pt>
                <c:pt idx="4">
                  <c:v>08/08</c:v>
                </c:pt>
                <c:pt idx="5">
                  <c:v>09/08</c:v>
                </c:pt>
                <c:pt idx="6">
                  <c:v>10/08</c:v>
                </c:pt>
                <c:pt idx="7">
                  <c:v>11/08</c:v>
                </c:pt>
                <c:pt idx="8">
                  <c:v>12/08</c:v>
                </c:pt>
                <c:pt idx="9">
                  <c:v>13/08</c:v>
                </c:pt>
                <c:pt idx="10">
                  <c:v>14/08</c:v>
                </c:pt>
                <c:pt idx="11">
                  <c:v>15/08</c:v>
                </c:pt>
                <c:pt idx="12">
                  <c:v>16/08</c:v>
                </c:pt>
                <c:pt idx="13">
                  <c:v>17/08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366.0</c:v>
                </c:pt>
                <c:pt idx="1">
                  <c:v>348.0</c:v>
                </c:pt>
                <c:pt idx="2">
                  <c:v>348.0</c:v>
                </c:pt>
                <c:pt idx="3">
                  <c:v>296.0</c:v>
                </c:pt>
                <c:pt idx="4">
                  <c:v>235.0</c:v>
                </c:pt>
                <c:pt idx="5">
                  <c:v>209.0</c:v>
                </c:pt>
                <c:pt idx="6">
                  <c:v>341.0</c:v>
                </c:pt>
                <c:pt idx="7">
                  <c:v>320.0</c:v>
                </c:pt>
                <c:pt idx="8">
                  <c:v>325.0</c:v>
                </c:pt>
                <c:pt idx="9">
                  <c:v>270.0</c:v>
                </c:pt>
                <c:pt idx="10">
                  <c:v>263.0</c:v>
                </c:pt>
                <c:pt idx="11">
                  <c:v>214.0</c:v>
                </c:pt>
                <c:pt idx="12">
                  <c:v>214.0</c:v>
                </c:pt>
                <c:pt idx="13">
                  <c:v>218.0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04/08</c:v>
                </c:pt>
                <c:pt idx="1">
                  <c:v>05/08</c:v>
                </c:pt>
                <c:pt idx="2">
                  <c:v>06/08</c:v>
                </c:pt>
                <c:pt idx="3">
                  <c:v>07/08</c:v>
                </c:pt>
                <c:pt idx="4">
                  <c:v>08/08</c:v>
                </c:pt>
                <c:pt idx="5">
                  <c:v>09/08</c:v>
                </c:pt>
                <c:pt idx="6">
                  <c:v>10/08</c:v>
                </c:pt>
                <c:pt idx="7">
                  <c:v>11/08</c:v>
                </c:pt>
                <c:pt idx="8">
                  <c:v>12/08</c:v>
                </c:pt>
                <c:pt idx="9">
                  <c:v>13/08</c:v>
                </c:pt>
                <c:pt idx="10">
                  <c:v>14/08</c:v>
                </c:pt>
                <c:pt idx="11">
                  <c:v>15/08</c:v>
                </c:pt>
                <c:pt idx="12">
                  <c:v>16/08</c:v>
                </c:pt>
                <c:pt idx="13">
                  <c:v>17/08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323.0</c:v>
                </c:pt>
                <c:pt idx="1">
                  <c:v>282.0</c:v>
                </c:pt>
                <c:pt idx="2">
                  <c:v>292.0</c:v>
                </c:pt>
                <c:pt idx="3">
                  <c:v>227.0</c:v>
                </c:pt>
                <c:pt idx="4">
                  <c:v>243.0</c:v>
                </c:pt>
                <c:pt idx="5">
                  <c:v>150.0</c:v>
                </c:pt>
                <c:pt idx="6">
                  <c:v>272.0</c:v>
                </c:pt>
                <c:pt idx="7">
                  <c:v>275.0</c:v>
                </c:pt>
                <c:pt idx="8">
                  <c:v>235.0</c:v>
                </c:pt>
                <c:pt idx="9">
                  <c:v>263.0</c:v>
                </c:pt>
                <c:pt idx="10">
                  <c:v>217.0</c:v>
                </c:pt>
                <c:pt idx="11">
                  <c:v>162.0</c:v>
                </c:pt>
                <c:pt idx="12">
                  <c:v>151.0</c:v>
                </c:pt>
                <c:pt idx="13">
                  <c:v>148.0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-5,7% &amp; PS -6,2% MoM — Achievement Mencapai 42,0% (RE) / 40,0%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Agu 2026 vs MTD-1 01–17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Menjelang 17 Agustus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Agu 2026 vs MTD-1 01–17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01–17 Agustus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(0,0%), Kupang Terdalam (-16,7%)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Agu 2026 vs MTD-1 01–17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-0,2%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-13,2%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-16,7%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44,7%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42,6%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40,1%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29,9%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(+13,0%), Sumba Terdalam (-19,5%)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Agu 2026 vs MTD-1 01–17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Tabanan Penyumbang PS Absolut Terbesar (+58), Ngada Tumbuh Tertinggi (+50,0%)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Agu 2026 vs MTD-1 01–17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+120, Bottom 5 -191, dan perubahan PS regional -256.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(+18,5%), 50 Mbps Turun Terdalam (-21,0%)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Agu 2026 vs MTD-1 01–17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+5,3%, Aktivitas DJP +3,0% MoM — Registered SF 844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Agu 2026 vs MTD-1 01–17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18.605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14.456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28.897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82.151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3.849
Dikunjungi: 547 (14,2%)
Visit DJP: 1.188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760
Dikunjungi: 329 (43,3%)
Visit DJP: 663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Agu 2026 vs MTD-1 01–17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Agu 2026 vs MTD-1 01–17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ZAENUDDIN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YOHANIS GLORIA INRIJAYA DIRU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GUSTAF RIHI MANGNGI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LULU KARMILA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Zaharani Mustika Sonjaya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DWI PURNOMO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luh devi sinyayanti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VINSENSIUS JEMADA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BUDIONO HARSONO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GUSTAF RIHI MANGNGI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Agu 2026 vs MTD-1 01–17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Derry Prananda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STEFANI WEA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Hendra Tauhid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Alpani Muis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Jerry Aldo Wahjudi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STEFANI WEA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Hendra Tauhid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EKA PUTU WIGUNA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Yohanes gunawan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Alpani Muis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Agu 2026 vs MTD-1 01–17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01–17 Agu 2026 vs MTD-1 01–17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