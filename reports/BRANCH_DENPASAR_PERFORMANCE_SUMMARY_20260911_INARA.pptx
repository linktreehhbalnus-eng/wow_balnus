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73.0</c:v>
                </c:pt>
                <c:pt idx="1">
                  <c:v>78.0</c:v>
                </c:pt>
                <c:pt idx="2">
                  <c:v>67.0</c:v>
                </c:pt>
                <c:pt idx="3">
                  <c:v>61.0</c:v>
                </c:pt>
                <c:pt idx="4">
                  <c:v>59.0</c:v>
                </c:pt>
                <c:pt idx="5">
                  <c:v>57.0</c:v>
                </c:pt>
                <c:pt idx="6">
                  <c:v>69.0</c:v>
                </c:pt>
                <c:pt idx="7">
                  <c:v>61.0</c:v>
                </c:pt>
                <c:pt idx="8">
                  <c:v>67.0</c:v>
                </c:pt>
                <c:pt idx="9">
                  <c:v>62.0</c:v>
                </c:pt>
                <c:pt idx="10">
                  <c:v>45.0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23.0</c:v>
                </c:pt>
                <c:pt idx="1">
                  <c:v>22.0</c:v>
                </c:pt>
                <c:pt idx="2">
                  <c:v>20.0</c:v>
                </c:pt>
                <c:pt idx="3">
                  <c:v>19.0</c:v>
                </c:pt>
                <c:pt idx="4">
                  <c:v>18.0</c:v>
                </c:pt>
                <c:pt idx="5">
                  <c:v>15.0</c:v>
                </c:pt>
                <c:pt idx="6">
                  <c:v>16.0</c:v>
                </c:pt>
                <c:pt idx="7">
                  <c:v>15.0</c:v>
                </c:pt>
                <c:pt idx="8">
                  <c:v>17.0</c:v>
                </c:pt>
                <c:pt idx="9">
                  <c:v>21.0</c:v>
                </c:pt>
                <c:pt idx="10">
                  <c:v>10.0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16.0</c:v>
                </c:pt>
                <c:pt idx="1">
                  <c:v>21.0</c:v>
                </c:pt>
                <c:pt idx="2">
                  <c:v>17.0</c:v>
                </c:pt>
                <c:pt idx="3">
                  <c:v>13.0</c:v>
                </c:pt>
                <c:pt idx="4">
                  <c:v>13.0</c:v>
                </c:pt>
                <c:pt idx="5">
                  <c:v>17.0</c:v>
                </c:pt>
                <c:pt idx="6">
                  <c:v>17.0</c:v>
                </c:pt>
                <c:pt idx="7">
                  <c:v>19.0</c:v>
                </c:pt>
                <c:pt idx="8">
                  <c:v>18.0</c:v>
                </c:pt>
                <c:pt idx="9">
                  <c:v>9.0</c:v>
                </c:pt>
                <c:pt idx="10">
                  <c:v>14.0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</c:strCache>
            </c: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19.0</c:v>
                </c:pt>
                <c:pt idx="1">
                  <c:v>20.0</c:v>
                </c:pt>
                <c:pt idx="2">
                  <c:v>21.0</c:v>
                </c:pt>
                <c:pt idx="3">
                  <c:v>14.0</c:v>
                </c:pt>
                <c:pt idx="4">
                  <c:v>14.0</c:v>
                </c:pt>
                <c:pt idx="5">
                  <c:v>16.0</c:v>
                </c:pt>
                <c:pt idx="6">
                  <c:v>19.0</c:v>
                </c:pt>
                <c:pt idx="7">
                  <c:v>16.0</c:v>
                </c:pt>
                <c:pt idx="8">
                  <c:v>18.0</c:v>
                </c:pt>
                <c:pt idx="9">
                  <c:v>19.0</c:v>
                </c:pt>
                <c:pt idx="10">
                  <c:v>10.0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</c:strCache>
            </c:strRef>
          </c:cat>
          <c:val>
            <c:numRef>
              <c:f>Sheet1!$F$2:$F$12</c:f>
              <c:numCache>
                <c:formatCode>General</c:formatCode>
                <c:ptCount val="11"/>
                <c:pt idx="0">
                  <c:v>15.0</c:v>
                </c:pt>
                <c:pt idx="1">
                  <c:v>15.0</c:v>
                </c:pt>
                <c:pt idx="2">
                  <c:v>9.0</c:v>
                </c:pt>
                <c:pt idx="3">
                  <c:v>15.0</c:v>
                </c:pt>
                <c:pt idx="4">
                  <c:v>14.0</c:v>
                </c:pt>
                <c:pt idx="5">
                  <c:v>9.0</c:v>
                </c:pt>
                <c:pt idx="6">
                  <c:v>17.0</c:v>
                </c:pt>
                <c:pt idx="7">
                  <c:v>11.0</c:v>
                </c:pt>
                <c:pt idx="8">
                  <c:v>14.0</c:v>
                </c:pt>
                <c:pt idx="9">
                  <c:v>13.0</c:v>
                </c:pt>
                <c:pt idx="10">
                  <c:v>11.0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51.0</c:v>
                </c:pt>
                <c:pt idx="1">
                  <c:v>67.0</c:v>
                </c:pt>
                <c:pt idx="2">
                  <c:v>60.0</c:v>
                </c:pt>
                <c:pt idx="3">
                  <c:v>47.0</c:v>
                </c:pt>
                <c:pt idx="4">
                  <c:v>56.0</c:v>
                </c:pt>
                <c:pt idx="5">
                  <c:v>50.0</c:v>
                </c:pt>
                <c:pt idx="6">
                  <c:v>54.0</c:v>
                </c:pt>
                <c:pt idx="7">
                  <c:v>67.0</c:v>
                </c:pt>
                <c:pt idx="8">
                  <c:v>53.0</c:v>
                </c:pt>
                <c:pt idx="9">
                  <c:v>57.0</c:v>
                </c:pt>
                <c:pt idx="10">
                  <c:v>28.0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18.0</c:v>
                </c:pt>
                <c:pt idx="1">
                  <c:v>20.0</c:v>
                </c:pt>
                <c:pt idx="2">
                  <c:v>16.0</c:v>
                </c:pt>
                <c:pt idx="3">
                  <c:v>15.0</c:v>
                </c:pt>
                <c:pt idx="4">
                  <c:v>15.0</c:v>
                </c:pt>
                <c:pt idx="5">
                  <c:v>13.0</c:v>
                </c:pt>
                <c:pt idx="6">
                  <c:v>15.0</c:v>
                </c:pt>
                <c:pt idx="7">
                  <c:v>17.0</c:v>
                </c:pt>
                <c:pt idx="8">
                  <c:v>15.0</c:v>
                </c:pt>
                <c:pt idx="9">
                  <c:v>12.0</c:v>
                </c:pt>
                <c:pt idx="10">
                  <c:v>10.0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11.0</c:v>
                </c:pt>
                <c:pt idx="1">
                  <c:v>16.0</c:v>
                </c:pt>
                <c:pt idx="2">
                  <c:v>14.0</c:v>
                </c:pt>
                <c:pt idx="3">
                  <c:v>12.0</c:v>
                </c:pt>
                <c:pt idx="4">
                  <c:v>13.0</c:v>
                </c:pt>
                <c:pt idx="5">
                  <c:v>14.0</c:v>
                </c:pt>
                <c:pt idx="6">
                  <c:v>15.0</c:v>
                </c:pt>
                <c:pt idx="7">
                  <c:v>18.0</c:v>
                </c:pt>
                <c:pt idx="8">
                  <c:v>16.0</c:v>
                </c:pt>
                <c:pt idx="9">
                  <c:v>14.0</c:v>
                </c:pt>
                <c:pt idx="10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</c:strCache>
            </c: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15.0</c:v>
                </c:pt>
                <c:pt idx="1">
                  <c:v>14.0</c:v>
                </c:pt>
                <c:pt idx="2">
                  <c:v>20.0</c:v>
                </c:pt>
                <c:pt idx="3">
                  <c:v>15.0</c:v>
                </c:pt>
                <c:pt idx="4">
                  <c:v>12.0</c:v>
                </c:pt>
                <c:pt idx="5">
                  <c:v>12.0</c:v>
                </c:pt>
                <c:pt idx="6">
                  <c:v>12.0</c:v>
                </c:pt>
                <c:pt idx="7">
                  <c:v>18.0</c:v>
                </c:pt>
                <c:pt idx="8">
                  <c:v>13.0</c:v>
                </c:pt>
                <c:pt idx="9">
                  <c:v>19.0</c:v>
                </c:pt>
                <c:pt idx="10">
                  <c:v>9.0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</c:strCache>
            </c:strRef>
          </c:cat>
          <c:val>
            <c:numRef>
              <c:f>Sheet1!$F$2:$F$12</c:f>
              <c:numCache>
                <c:formatCode>General</c:formatCode>
                <c:ptCount val="11"/>
                <c:pt idx="0">
                  <c:v>7.0</c:v>
                </c:pt>
                <c:pt idx="1">
                  <c:v>17.0</c:v>
                </c:pt>
                <c:pt idx="2">
                  <c:v>10.0</c:v>
                </c:pt>
                <c:pt idx="3">
                  <c:v>5.0</c:v>
                </c:pt>
                <c:pt idx="4">
                  <c:v>16.0</c:v>
                </c:pt>
                <c:pt idx="5">
                  <c:v>11.0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Sep 2026 vs MTD-1 01–11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4.435,7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2.949,7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3.541,2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2.358,2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40,1%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Sep 2026 vs MTD-1 01–11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195   Δ -20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188   Δ -30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+37,8%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98   Δ 37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2.724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+80,6%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1.508   Δ 1.216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+145,8%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+92,0%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+128,9%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Sep 2026 vs MTD-1 01–11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Sep 2026 vs MTD-1 01–11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1.338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31.994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4.538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47.429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3.308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188 (5,7%)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711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434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109 (25,1%)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471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Sep 2026 vs MTD-1 01–11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175 | MoM -10,3%
PS: 158 | MoM -16,0%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138 | Active 44,7% | MoM -12,1%
  PS: 121 | Active 39,2% | MoM -19,9%
• Greenfield
  RE: 17 | Active 85,0% | MoM 0,0%
  PS: 17 | Active 85,0% | MoM +6,2%
• Junior Plus
  RE: 4 | Active 80,0% | MoM -20,0%
  PS: 4 | Active 80,0% | MoM -20,0%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N/A, Gap 1
• Grapari Gatsu Tengah: PS -100,0%, Gap -4
• Grapari Jimbaran: PS +12,5%, Gap 1
• Grapari Kuta: PS +300,0%, Gap 3
• Grapari Negara: PS +100,0%,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-40,0%, Gap -8
• Grapari Singaraja: PS -50,0%, Gap -2
• Grapari Tabanan: PS -20,0%, Gap -1
• Grapari Ubud: PS 0,0%, Gap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1: RE -44 (-12,6%), PS -58 (-18,9%)
• Bali Timur: RE -10 (-4,3%), PS -34 (-17,2%)
• Bali Tengah 2: RE -6 (-1,7%), PS -7 (-2,5%)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2: RE -27 (-45,8%), PS -26 (-54,2%)
• Bali Tengah 1: RE -10 (-22,2%), PS -9 (-26,5%)
• Bali Barat: RE -11 (-45,8%), PS -8 (-57,1%)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-1 (-12,5%), PS -5 (-71,4%)
• Bali Barat: RE -5 (-55,6%), PS -2 (-66,7%)
• Bali Tengah 1: RE 1 (+14,3%), PS -1 (-20,0%)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Sep 2026 vs MTD-1 01–11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Sep 2026 vs MTD-1 01–11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264,7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Sep 2026 vs MTD-1 01–11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Siska wulandari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ROBIL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Linda Ariyani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Ketut wijana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Adiyance Tes Lelo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ROBIL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GAGUS PUTU SUASA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Haryono Christanto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Linda Ariyani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Siska wulandari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MADE RIVAN ANDIKA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Sep 2026 vs MTD-1 01–11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KAMALUDIN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Elgard Adrian Tirta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WINDU ADI SUPUTRA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KAMALUDIN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KETUT SUPARIASIH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WINDU ADI SUPUTRA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