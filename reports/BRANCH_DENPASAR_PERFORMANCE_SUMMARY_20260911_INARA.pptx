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  <c:pt idx="9">
                  <c:v>62.0</c:v>
                </c:pt>
                <c:pt idx="10">
                  <c:v>64.0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  <c:pt idx="8">
                  <c:v>17.0</c:v>
                </c:pt>
                <c:pt idx="9">
                  <c:v>21.0</c:v>
                </c:pt>
                <c:pt idx="10">
                  <c:v>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  <c:pt idx="8">
                  <c:v>18.0</c:v>
                </c:pt>
                <c:pt idx="9">
                  <c:v>9.0</c:v>
                </c:pt>
                <c:pt idx="10">
                  <c:v>20.0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  <c:pt idx="8">
                  <c:v>18.0</c:v>
                </c:pt>
                <c:pt idx="9">
                  <c:v>19.0</c:v>
                </c:pt>
                <c:pt idx="10">
                  <c:v>12.0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  <c:pt idx="8">
                  <c:v>14.0</c:v>
                </c:pt>
                <c:pt idx="9">
                  <c:v>13.0</c:v>
                </c:pt>
                <c:pt idx="10">
                  <c:v>13.0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  <c:pt idx="9">
                  <c:v>57.0</c:v>
                </c:pt>
                <c:pt idx="10">
                  <c:v>64.0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  <c:pt idx="8">
                  <c:v>15.0</c:v>
                </c:pt>
                <c:pt idx="9">
                  <c:v>12.0</c:v>
                </c:pt>
                <c:pt idx="10">
                  <c:v>16.0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  <c:pt idx="8">
                  <c:v>16.0</c:v>
                </c:pt>
                <c:pt idx="9">
                  <c:v>14.0</c:v>
                </c:pt>
                <c:pt idx="10">
                  <c:v>17.0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  <c:pt idx="8">
                  <c:v>13.0</c:v>
                </c:pt>
                <c:pt idx="9">
                  <c:v>19.0</c:v>
                </c:pt>
                <c:pt idx="10">
                  <c:v>19.0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12.0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2.874,7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2.268,2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195   Δ -19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188   Δ -25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+32,1%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109   Δ 35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3.018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+67,2%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1.805   Δ 1.213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+96,9%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1.338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31.994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47.429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195 (5,9%)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739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110 (25,3%)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475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176 | MoM -9,7%
PS: 163 | MoM -13,3%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139 | Active 45,0% | MoM -11,5%
  PS: 126 | Active 40,8% | MoM -16,6%
• Greenfield
  RE: 17 | Active 85,0% | MoM 0,0%
  PS: 17 | Active 85,0% | MoM +6,2%
• Junior Plus
  RE: 4 | Active 80,0% | MoM -20,0%
  PS: 4 | Active 80,0% | MoM -20,0%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N/A, Gap 1
• Grapari Gatsu Tengah: PS -100,0%, Gap -4
• Grapari Jimbaran: PS +25,0%, Gap 2
• Grapari Kuta: PS +300,0%, Gap 3
• Grapari Negara: PS +100,0%,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-35,0%, Gap -7
• Grapari Singaraja: PS -50,0%, Gap -2
• Grapari Tabanan: PS -20,0%, Gap -1
• Grapari Ubud: PS +20,0%,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-33 (-9,5%), PS -37 (-12,1%)
• Bali Timur: RE 5 (+2,1%), PS -24 (-12,1%)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-27 (-45,8%), PS -24 (-50,0%)
• Bali Barat: RE -9 (-37,5%), PS -8 (-57,1%)
• Bali Tengah 1: RE -10 (-22,2%), PS -8 (-23,5%)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-1 (-12,5%), PS -4 (-57,1%)
• Bali Barat: RE -4 (-44,4%), PS -2 (-66,7%)
• Bali Tengah 1: RE 1 (+14,3%), PS -1 (-20,0%)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264,7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EMANUEL LAGA TIFAONA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Linda Ariyani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wijana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GAGUS PUTU SUASA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GAGUS PUTU SUASA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Haryono Christanto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Linda Ariyani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EMANUEL LAGA TIFAONA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Elgard Adrian Tirta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KETUT SUPARIASIH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