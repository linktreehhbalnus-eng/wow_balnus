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1.697,7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141   Δ 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134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96   Δ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2.109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1.916   Δ 193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258 (17,9%)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455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259 (51,9%)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158 | MoM +12,1%
PS: 142 | MoM +6,0%
• Performer
  RE: 1 | Active 100,0% | MoM 0,0%
  PS: 1 | Active 100,0% | MoM 0,0%
• Junior
  RE: 133 | Active 63,0% | MoM +10,8%
  PS: 119 | Active 56,4% | MoM +5,3%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14 | Active 87,5% | MoM +40,0%
  PS: 12 | Active 75,0% | MoM +20,0%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+20,0%, Gap 3
• Grapari Dompu: PS +150,0%, Gap 3
• Grapari Lombok Timur: PS 0,0%, Gap 0
• Grapari Lombok Utara: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-100,0%, Gap -1
• Grapari Mataram: PS -4,0%, Gap -1
• Grapari Sumbawa: PS +20,0%, Gap 1
• Grapari Taliwang: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3 (+14,3%), PS -1 (-5,6%)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-1 (-7,7%), PS -2 (-28,6%)
• Lombok: RE -2 (-50,0%), PS -1 (-33,3%)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(-75,0%),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dessy maharani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Bagindo nofan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HILUL AHYANI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Wahdatun aulia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Wika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