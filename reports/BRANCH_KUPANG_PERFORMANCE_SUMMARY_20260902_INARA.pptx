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1.503,5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+152,6%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   Δ 29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+70,8%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-80,9%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-95,6%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3.831   Δ -3.661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(23,2%)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416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120 (83,9%)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RYANTO AHMAD CHAHYADI YAMIN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PRIMA MANUEL TUMBUAN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ALDIAN YULEX LAYBOIS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MARKUS RUA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SYAFRUDIN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JANUARDO MAUKO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STEVENTIUS BE FALLO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Sep 2026 vs MTD-1 01–02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FABIANUS RIKARDO NAAT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FIRDA JAITUN SABRI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YOHANIS GLORIA INRIJAYA DIRU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FABIANUS RIKARDO NAAT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