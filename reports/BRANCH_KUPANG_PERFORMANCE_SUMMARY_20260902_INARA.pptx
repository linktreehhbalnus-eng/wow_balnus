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1.906,8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1.495,2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1.503,5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+152,6%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   Δ 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+70,8%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24   Δ 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687386"/>
                </a:solidFill>
                <a:latin typeface="Arial"/>
              </a:rPr>
              <a:t>N/A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0   Δ 23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687386"/>
                </a:solidFill>
                <a:latin typeface="Arial"/>
              </a:rPr>
              <a:t>N/A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0   Δ 264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6.828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100 (23,4%)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429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121 (84,6%)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SYAFRUDIN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ALDIAN YULEX LAYBOIS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MARKUS RUA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MIRANDA DODO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RYANTO AHMAD CHAHYADI YAMIN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PRIMA MANUEL TUMBUAN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JANUARDO MAUKO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ALDIAN YULEX LAYBOIS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MARKUS RUA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SYAFRUDIN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DEDI FILIPUS FAY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JACOB BESSIE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MARTHERNUS M SANBEIN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JANUARDO MAUKO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NICO ADRIAN RAMA AWANG MANSOPU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STEVENTIUS BE FALLO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NICO ADRIAN RAMA AWANG MANSOPU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YOHANIS GLORIA INRIJAYA DIRU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FABIANUS RIKARDO NAAT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DEDI FILIPUS FAY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Mulyandry malaikosa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FIRDA JAITUN SABRI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FIRDA JAITUN SABRI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MIRANDA DODO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YOHANIS GLORIA INRIJAYA DIRU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FABIANUS RIKARDO NAAT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Mulyandry malaikosa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