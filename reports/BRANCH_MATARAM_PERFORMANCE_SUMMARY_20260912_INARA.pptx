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152   Δ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149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2.122   Δ 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+18,2%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128 / 211 (60,7%)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152 / 238 (63,9%)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+1,3% | Turun 74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129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146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 / 82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 / 92 (70,7%)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211 (5,7%)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238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74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129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146 (9,6%)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92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281 (19,5%)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273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165 | MoM +8,6%
PS: 152 | MoM +2,0%
• Performer
  RE: 1 | Active 100,0% | MoM 0,0%
  PS: 1 | Active 100,0% | MoM 0,0%
• Junior
  RE: 140 | Active 66,4% | MoM +9,4%
  PS: 128 | Active 60,7% | MoM 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+7,7%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-18,2%, Gap -4
• Grapari Dompu: PS +66,7%, Gap 2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-7,4%, Gap -2
• Grapari Sumbawa: PS +20,0%, Gap 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63 (+18,4%), PS -4 (-1,4%)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(-33,3%), PS -1 (-33,3%)
• Sumbawa Barat - Sumbawa Timur: RE -2 (-14,3%),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