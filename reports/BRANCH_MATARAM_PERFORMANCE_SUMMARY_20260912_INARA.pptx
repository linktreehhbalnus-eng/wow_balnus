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152   Δ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149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41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2.443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2.122   Δ 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281 (19,5%)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497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273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165 | MoM +8,6%
PS: 152 | MoM +2,0%
• Performer
  RE: 1 | Active 100,0% | MoM 0,0%
  PS: 1 | Active 100,0% | MoM 0,0%
• Junior
  RE: 140 | Active 66,4% | MoM +9,4%
  PS: 128 | Active 60,7% | MoM +1,6%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+7,7%
  PS: 13 | Active 81,2% | MoM +8,3%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-18,2%, Gap -4
• Grapari Dompu: PS +66,7%, Gap 2
• Grapari Lombok Timur: PS 0,0%, Gap 0
• Grapari Lombok Utara: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-7,4%, Gap -2
• Grapari Sumbawa: PS +20,0%, Gap 1
• Grapari Taliwang: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63 (+18,4%), PS -4 (-1,4%)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-2 (-33,3%), PS -1 (-33,3%)
• Sumbawa Barat - Sumbawa Timur: RE -2 (-14,3%), PS -1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FIKA AYU PUSPITASARI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ANNISA SYAKIRAH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HILUL AHYANI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Sep 2026 vs MTD-1 01–12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