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1.320,1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152   Δ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149   Δ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+48,1%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104   Δ 50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2.672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+14,5%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2.333   Δ 339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1.048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+18,2%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128 / 211 (60,7%)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-0,8% | Turun 62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152 / 238 (63,9%)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+1,3% | Turun 74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11 (81,8%)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 / 129 (55,8%)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87 / 146 (59,6%)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+3,6%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56 / 82 (68,3%)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-1,8%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65 / 92 (70,7%)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-1,5%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668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 / 211 (5,7%)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 | Turun 62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10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238 (8,0%)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+18,8% | Turun 74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129 (7,0%)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146 (9,6%)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82 (3,7%)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92 (5,4%)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311 (21,6%)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549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303 (60,7%)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727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165 | MoM +8,6%
PS: 152 | MoM +2,0%
• Performer
  RE: 1 | Active 100,0% | MoM 0,0%
  PS: 1 | Active 100,0% | MoM 0,0%
• Junior
  RE: 140 | Active 66,4% | MoM +9,4%
  PS: 128 | Active 60,7% | MoM +1,6%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14 | Active 87,5% | MoM +7,7%
  PS: 13 | Active 81,2% | MoM +8,3%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-18,2%, Gap -4
• Grapari Dompu: PS +66,7%, Gap 2
• Grapari Lombok Timur: PS 0,0%, Gap 0
• Grapari Lombok Utara: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-100,0%, Gap -1
• Grapari Mataram: PS -7,4%, Gap -2
• Grapari Sumbawa: PS +20,0%, Gap 1
• Grapari Taliwang: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63 (+18,4%), PS -4 (-1,4%)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-2 (-33,3%), PS -1 (-33,3%)
• Sumbawa Barat - Sumbawa Timur: RE -2 (-14,3%), PS -1 (-14,3%)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 (-75,0%),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nilna audia oktapia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EFENDI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SULASTRI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nilna audia oktapia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EFENDI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 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HILUL AHYANI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Wahdatun aulia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