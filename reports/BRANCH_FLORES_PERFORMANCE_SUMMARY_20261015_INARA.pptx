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18.0</c:v>
                </c:pt>
                <c:pt idx="1">
                  <c:v>17.0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12.0</c:v>
                </c:pt>
                <c:pt idx="6">
                  <c:v>16.0</c:v>
                </c:pt>
                <c:pt idx="7">
                  <c:v>17.0</c:v>
                </c:pt>
                <c:pt idx="8">
                  <c:v>9.0</c:v>
                </c:pt>
                <c:pt idx="9">
                  <c:v>11.0</c:v>
                </c:pt>
                <c:pt idx="10">
                  <c:v>9.0</c:v>
                </c:pt>
                <c:pt idx="11">
                  <c:v>14.0</c:v>
                </c:pt>
                <c:pt idx="12">
                  <c:v>11.0</c:v>
                </c:pt>
                <c:pt idx="13">
                  <c:v>13.0</c:v>
                </c:pt>
                <c:pt idx="1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14.0</c:v>
                </c:pt>
                <c:pt idx="1">
                  <c:v>12.0</c:v>
                </c:pt>
                <c:pt idx="2">
                  <c:v>10.0</c:v>
                </c:pt>
                <c:pt idx="3">
                  <c:v>10.0</c:v>
                </c:pt>
                <c:pt idx="4">
                  <c:v>13.0</c:v>
                </c:pt>
                <c:pt idx="5">
                  <c:v>15.0</c:v>
                </c:pt>
                <c:pt idx="6">
                  <c:v>14.0</c:v>
                </c:pt>
                <c:pt idx="7">
                  <c:v>11.0</c:v>
                </c:pt>
                <c:pt idx="8">
                  <c:v>20.0</c:v>
                </c:pt>
                <c:pt idx="9">
                  <c:v>10.0</c:v>
                </c:pt>
                <c:pt idx="10">
                  <c:v>7.0</c:v>
                </c:pt>
                <c:pt idx="11">
                  <c:v>13.0</c:v>
                </c:pt>
                <c:pt idx="12">
                  <c:v>10.0</c:v>
                </c:pt>
                <c:pt idx="13">
                  <c:v>15.0</c:v>
                </c:pt>
                <c:pt idx="14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-678,0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-533,0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 / 136 (42,6%)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-12,1%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71 / 150 (47,3%)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-11,2%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72 (40,3%)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79 (44,3%)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64 (45,3%)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71 (50,7%)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136 (6,6%)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150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72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79 (15,2%)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71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74 | MoM -16,9%
PS: 71 | MoM -16,5%
• Junior
  RE: 61 | Active 44,9% | MoM -18,7%
  PS: 58 | Active 42,6% | MoM -18,3%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+25,0%, Gap 1
• Grapari Ende: PS +31,2%, Gap 5
• Grapari Kalabahi: PS +25,0%, Gap 3
• Grapari Labuan Bajo: PS -33,3%,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+100,0%, Gap 7
• Grapari Ruteng: PS -28,6%,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-47 (-13,0%), PS -19 (-6,8%)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(-14,3%), PS -5 (-55,6%)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2 (+66,7%), PS -4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NONG TONI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Laurensia Golang keraf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NONG TONI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Laurensia Golang keraf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