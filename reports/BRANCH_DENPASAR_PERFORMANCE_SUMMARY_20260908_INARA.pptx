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73.0</c:v>
                </c:pt>
                <c:pt idx="1">
                  <c:v>78.0</c:v>
                </c:pt>
                <c:pt idx="2">
                  <c:v>67.0</c:v>
                </c:pt>
                <c:pt idx="3">
                  <c:v>61.0</c:v>
                </c:pt>
                <c:pt idx="4">
                  <c:v>59.0</c:v>
                </c:pt>
                <c:pt idx="5">
                  <c:v>57.0</c:v>
                </c:pt>
                <c:pt idx="6">
                  <c:v>69.0</c:v>
                </c:pt>
                <c:pt idx="7">
                  <c:v>61.0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23.0</c:v>
                </c:pt>
                <c:pt idx="1">
                  <c:v>22.0</c:v>
                </c:pt>
                <c:pt idx="2">
                  <c:v>20.0</c:v>
                </c:pt>
                <c:pt idx="3">
                  <c:v>19.0</c:v>
                </c:pt>
                <c:pt idx="4">
                  <c:v>18.0</c:v>
                </c:pt>
                <c:pt idx="5">
                  <c:v>15.0</c:v>
                </c:pt>
                <c:pt idx="6">
                  <c:v>16.0</c:v>
                </c:pt>
                <c:pt idx="7">
                  <c:v>15.0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 1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16.0</c:v>
                </c:pt>
                <c:pt idx="1">
                  <c:v>21.0</c:v>
                </c:pt>
                <c:pt idx="2">
                  <c:v>17.0</c:v>
                </c:pt>
                <c:pt idx="3">
                  <c:v>13.0</c:v>
                </c:pt>
                <c:pt idx="4">
                  <c:v>13.0</c:v>
                </c:pt>
                <c:pt idx="5">
                  <c:v>17.0</c:v>
                </c:pt>
                <c:pt idx="6">
                  <c:v>17.0</c:v>
                </c:pt>
                <c:pt idx="7">
                  <c:v>19.0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Tengah 2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19.0</c:v>
                </c:pt>
                <c:pt idx="1">
                  <c:v>20.0</c:v>
                </c:pt>
                <c:pt idx="2">
                  <c:v>21.0</c:v>
                </c:pt>
                <c:pt idx="3">
                  <c:v>14.0</c:v>
                </c:pt>
                <c:pt idx="4">
                  <c:v>14.0</c:v>
                </c:pt>
                <c:pt idx="5">
                  <c:v>16.0</c:v>
                </c:pt>
                <c:pt idx="6">
                  <c:v>19.0</c:v>
                </c:pt>
                <c:pt idx="7">
                  <c:v>16.0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Sheet1!$F$2:$F$9</c:f>
              <c:numCache>
                <c:formatCode>General</c:formatCode>
                <c:ptCount val="8"/>
                <c:pt idx="0">
                  <c:v>15.0</c:v>
                </c:pt>
                <c:pt idx="1">
                  <c:v>15.0</c:v>
                </c:pt>
                <c:pt idx="2">
                  <c:v>9.0</c:v>
                </c:pt>
                <c:pt idx="3">
                  <c:v>15.0</c:v>
                </c:pt>
                <c:pt idx="4">
                  <c:v>14.0</c:v>
                </c:pt>
                <c:pt idx="5">
                  <c:v>9.0</c:v>
                </c:pt>
                <c:pt idx="6">
                  <c:v>17.0</c:v>
                </c:pt>
                <c:pt idx="7">
                  <c:v>11.0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51.0</c:v>
                </c:pt>
                <c:pt idx="1">
                  <c:v>67.0</c:v>
                </c:pt>
                <c:pt idx="2">
                  <c:v>60.0</c:v>
                </c:pt>
                <c:pt idx="3">
                  <c:v>47.0</c:v>
                </c:pt>
                <c:pt idx="4">
                  <c:v>56.0</c:v>
                </c:pt>
                <c:pt idx="5">
                  <c:v>50.0</c:v>
                </c:pt>
                <c:pt idx="6">
                  <c:v>54.0</c:v>
                </c:pt>
                <c:pt idx="7">
                  <c:v>67.0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18.0</c:v>
                </c:pt>
                <c:pt idx="1">
                  <c:v>20.0</c:v>
                </c:pt>
                <c:pt idx="2">
                  <c:v>16.0</c:v>
                </c:pt>
                <c:pt idx="3">
                  <c:v>15.0</c:v>
                </c:pt>
                <c:pt idx="4">
                  <c:v>15.0</c:v>
                </c:pt>
                <c:pt idx="5">
                  <c:v>13.0</c:v>
                </c:pt>
                <c:pt idx="6">
                  <c:v>15.0</c:v>
                </c:pt>
                <c:pt idx="7">
                  <c:v>17.0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 1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11.0</c:v>
                </c:pt>
                <c:pt idx="1">
                  <c:v>16.0</c:v>
                </c:pt>
                <c:pt idx="2">
                  <c:v>14.0</c:v>
                </c:pt>
                <c:pt idx="3">
                  <c:v>12.0</c:v>
                </c:pt>
                <c:pt idx="4">
                  <c:v>13.0</c:v>
                </c:pt>
                <c:pt idx="5">
                  <c:v>14.0</c:v>
                </c:pt>
                <c:pt idx="6">
                  <c:v>15.0</c:v>
                </c:pt>
                <c:pt idx="7">
                  <c:v>18.0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Tengah 2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15.0</c:v>
                </c:pt>
                <c:pt idx="1">
                  <c:v>14.0</c:v>
                </c:pt>
                <c:pt idx="2">
                  <c:v>20.0</c:v>
                </c:pt>
                <c:pt idx="3">
                  <c:v>15.0</c:v>
                </c:pt>
                <c:pt idx="4">
                  <c:v>12.0</c:v>
                </c:pt>
                <c:pt idx="5">
                  <c:v>12.0</c:v>
                </c:pt>
                <c:pt idx="6">
                  <c:v>12.0</c:v>
                </c:pt>
                <c:pt idx="7">
                  <c:v>18.0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Sheet1!$F$2:$F$9</c:f>
              <c:numCache>
                <c:formatCode>General</c:formatCode>
                <c:ptCount val="8"/>
                <c:pt idx="0">
                  <c:v>7.0</c:v>
                </c:pt>
                <c:pt idx="1">
                  <c:v>17.0</c:v>
                </c:pt>
                <c:pt idx="2">
                  <c:v>10.0</c:v>
                </c:pt>
                <c:pt idx="3">
                  <c:v>5.0</c:v>
                </c:pt>
                <c:pt idx="4">
                  <c:v>16.0</c:v>
                </c:pt>
                <c:pt idx="5">
                  <c:v>11.0</c:v>
                </c:pt>
                <c:pt idx="6">
                  <c:v>12.0</c:v>
                </c:pt>
                <c:pt idx="7">
                  <c:v>14.0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4.862,2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3.711,2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4.008,9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3.079,9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4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-0,3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3075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29,0%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30,7%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1.067,2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1.077,9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606,3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92040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85816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Badung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Gianyar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85816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Klungkung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Tabanan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347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160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-8,6%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175   Δ -15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147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-12,5%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168   Δ -21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221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687386"/>
                </a:solidFill>
                <a:latin typeface="Arial"/>
              </a:rPr>
              <a:t>0,0%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221   Δ 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6.451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687386"/>
                </a:solidFill>
                <a:latin typeface="Arial"/>
              </a:rPr>
              <a:t>0,0%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6.451   Δ 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1.339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1.339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1.999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1.999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1.822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1.822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498078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9686"/>
                <a:gridCol w="1558042"/>
                <a:gridCol w="1071154"/>
                <a:gridCol w="1558042"/>
                <a:gridCol w="1071154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Peak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Peak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2.382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32.040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4.548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3.315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47.412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3.315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573 (17,3%)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1.945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218 (51,1%)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800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935,0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196,8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181,7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DIANA TRI ANGGRAINI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ROBIL ANWAR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Sumiyati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Haryono Christanto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DJULEHA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EMANUEL LAGA TIFAONA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ANDREYANTO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Siska wulandari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GAGUS PUTU SUASA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Anak Agung Gde Agung Adhiaksa Pratama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DIANA TRI ANGGRAINI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EMANUEL LAGA TIFAONA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ROBIL ANWAR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Sumiyati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Siska wulandari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DJULEHA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MADE RIVAN ANDIKA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DWI PRADNYAWATI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PUTU SANTIKA PARAMITA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KAMALUDIN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EKA PANDI ASTAWAN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 IFA HANIFAH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EMILIA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Aditya Adhikara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BERTHA GANTI ROULI SILABAN AMKG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PUTU AYU WIRDANINGSIH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HAYAT ANSORI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PUTU SANTIKA PARAMITA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NURSIAH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KAMALUDIN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EKA PANDI ASTAWAN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MIRAH PADMINI,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 IFA HANIFAH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KETUT SUPARIASIH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EMILIA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BERTHA GANTI ROULI SILABAN AMKG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