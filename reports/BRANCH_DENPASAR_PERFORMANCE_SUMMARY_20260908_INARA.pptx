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3.079,9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47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297   Δ 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32 (1,0%)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14 (3,3%)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ARUM SITI JAMILAH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ARUM SITI JAMILAH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