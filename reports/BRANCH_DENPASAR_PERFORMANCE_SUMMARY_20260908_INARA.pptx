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3.079,9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1.165   Δ 968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152 (4,6%)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Sitti Hajirah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