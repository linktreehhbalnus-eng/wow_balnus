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cat>
            <c:strRef>
              <c:f>Sheet1!$A$2:$A$9</c:f>
              <c:strCache>
                <c:ptCount val="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73.0</c:v>
                </c:pt>
                <c:pt idx="1">
                  <c:v>78.0</c:v>
                </c:pt>
                <c:pt idx="2">
                  <c:v>67.0</c:v>
                </c:pt>
                <c:pt idx="3">
                  <c:v>61.0</c:v>
                </c:pt>
                <c:pt idx="4">
                  <c:v>59.0</c:v>
                </c:pt>
                <c:pt idx="5">
                  <c:v>57.0</c:v>
                </c:pt>
                <c:pt idx="6">
                  <c:v>69.0</c:v>
                </c:pt>
                <c:pt idx="7">
                  <c:v>61.0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Sheet1!$A$2:$A$9</c:f>
              <c:strCache>
                <c:ptCount val="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23.0</c:v>
                </c:pt>
                <c:pt idx="1">
                  <c:v>22.0</c:v>
                </c:pt>
                <c:pt idx="2">
                  <c:v>20.0</c:v>
                </c:pt>
                <c:pt idx="3">
                  <c:v>19.0</c:v>
                </c:pt>
                <c:pt idx="4">
                  <c:v>18.0</c:v>
                </c:pt>
                <c:pt idx="5">
                  <c:v>15.0</c:v>
                </c:pt>
                <c:pt idx="6">
                  <c:v>16.0</c:v>
                </c:pt>
                <c:pt idx="7">
                  <c:v>15.0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Sheet1!$A$2:$A$9</c:f>
              <c:strCache>
                <c:ptCount val="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16.0</c:v>
                </c:pt>
                <c:pt idx="1">
                  <c:v>21.0</c:v>
                </c:pt>
                <c:pt idx="2">
                  <c:v>17.0</c:v>
                </c:pt>
                <c:pt idx="3">
                  <c:v>13.0</c:v>
                </c:pt>
                <c:pt idx="4">
                  <c:v>13.0</c:v>
                </c:pt>
                <c:pt idx="5">
                  <c:v>17.0</c:v>
                </c:pt>
                <c:pt idx="6">
                  <c:v>17.0</c:v>
                </c:pt>
                <c:pt idx="7">
                  <c:v>19.0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Sheet1!$A$2:$A$9</c:f>
              <c:strCache>
                <c:ptCount val="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19.0</c:v>
                </c:pt>
                <c:pt idx="1">
                  <c:v>20.0</c:v>
                </c:pt>
                <c:pt idx="2">
                  <c:v>21.0</c:v>
                </c:pt>
                <c:pt idx="3">
                  <c:v>14.0</c:v>
                </c:pt>
                <c:pt idx="4">
                  <c:v>14.0</c:v>
                </c:pt>
                <c:pt idx="5">
                  <c:v>16.0</c:v>
                </c:pt>
                <c:pt idx="6">
                  <c:v>19.0</c:v>
                </c:pt>
                <c:pt idx="7">
                  <c:v>16.0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Sheet1!$A$2:$A$9</c:f>
              <c:strCache>
                <c:ptCount val="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</c:strCache>
            </c:strRef>
          </c:cat>
          <c:val>
            <c:numRef>
              <c:f>Sheet1!$F$2:$F$9</c:f>
              <c:numCache>
                <c:formatCode>General</c:formatCode>
                <c:ptCount val="8"/>
                <c:pt idx="0">
                  <c:v>15.0</c:v>
                </c:pt>
                <c:pt idx="1">
                  <c:v>15.0</c:v>
                </c:pt>
                <c:pt idx="2">
                  <c:v>9.0</c:v>
                </c:pt>
                <c:pt idx="3">
                  <c:v>15.0</c:v>
                </c:pt>
                <c:pt idx="4">
                  <c:v>14.0</c:v>
                </c:pt>
                <c:pt idx="5">
                  <c:v>9.0</c:v>
                </c:pt>
                <c:pt idx="6">
                  <c:v>17.0</c:v>
                </c:pt>
                <c:pt idx="7">
                  <c:v>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cat>
            <c:strRef>
              <c:f>Sheet1!$A$2:$A$9</c:f>
              <c:strCache>
                <c:ptCount val="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51.0</c:v>
                </c:pt>
                <c:pt idx="1">
                  <c:v>67.0</c:v>
                </c:pt>
                <c:pt idx="2">
                  <c:v>60.0</c:v>
                </c:pt>
                <c:pt idx="3">
                  <c:v>47.0</c:v>
                </c:pt>
                <c:pt idx="4">
                  <c:v>56.0</c:v>
                </c:pt>
                <c:pt idx="5">
                  <c:v>50.0</c:v>
                </c:pt>
                <c:pt idx="6">
                  <c:v>54.0</c:v>
                </c:pt>
                <c:pt idx="7">
                  <c:v>67.0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Sheet1!$A$2:$A$9</c:f>
              <c:strCache>
                <c:ptCount val="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18.0</c:v>
                </c:pt>
                <c:pt idx="1">
                  <c:v>20.0</c:v>
                </c:pt>
                <c:pt idx="2">
                  <c:v>16.0</c:v>
                </c:pt>
                <c:pt idx="3">
                  <c:v>15.0</c:v>
                </c:pt>
                <c:pt idx="4">
                  <c:v>15.0</c:v>
                </c:pt>
                <c:pt idx="5">
                  <c:v>13.0</c:v>
                </c:pt>
                <c:pt idx="6">
                  <c:v>15.0</c:v>
                </c:pt>
                <c:pt idx="7">
                  <c:v>17.0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Sheet1!$A$2:$A$9</c:f>
              <c:strCache>
                <c:ptCount val="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11.0</c:v>
                </c:pt>
                <c:pt idx="1">
                  <c:v>16.0</c:v>
                </c:pt>
                <c:pt idx="2">
                  <c:v>14.0</c:v>
                </c:pt>
                <c:pt idx="3">
                  <c:v>12.0</c:v>
                </c:pt>
                <c:pt idx="4">
                  <c:v>13.0</c:v>
                </c:pt>
                <c:pt idx="5">
                  <c:v>14.0</c:v>
                </c:pt>
                <c:pt idx="6">
                  <c:v>15.0</c:v>
                </c:pt>
                <c:pt idx="7">
                  <c:v>18.0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Sheet1!$A$2:$A$9</c:f>
              <c:strCache>
                <c:ptCount val="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15.0</c:v>
                </c:pt>
                <c:pt idx="1">
                  <c:v>14.0</c:v>
                </c:pt>
                <c:pt idx="2">
                  <c:v>20.0</c:v>
                </c:pt>
                <c:pt idx="3">
                  <c:v>15.0</c:v>
                </c:pt>
                <c:pt idx="4">
                  <c:v>12.0</c:v>
                </c:pt>
                <c:pt idx="5">
                  <c:v>12.0</c:v>
                </c:pt>
                <c:pt idx="6">
                  <c:v>12.0</c:v>
                </c:pt>
                <c:pt idx="7">
                  <c:v>18.0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Sheet1!$A$2:$A$9</c:f>
              <c:strCache>
                <c:ptCount val="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</c:strCache>
            </c:strRef>
          </c:cat>
          <c:val>
            <c:numRef>
              <c:f>Sheet1!$F$2:$F$9</c:f>
              <c:numCache>
                <c:formatCode>General</c:formatCode>
                <c:ptCount val="8"/>
                <c:pt idx="0">
                  <c:v>7.0</c:v>
                </c:pt>
                <c:pt idx="1">
                  <c:v>17.0</c:v>
                </c:pt>
                <c:pt idx="2">
                  <c:v>10.0</c:v>
                </c:pt>
                <c:pt idx="3">
                  <c:v>5.0</c:v>
                </c:pt>
                <c:pt idx="4">
                  <c:v>16.0</c:v>
                </c:pt>
                <c:pt idx="5">
                  <c:v>11.0</c:v>
                </c:pt>
                <c:pt idx="6">
                  <c:v>12.0</c:v>
                </c:pt>
                <c:pt idx="7">
                  <c:v>14.0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4.862,2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3.711,2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4.008,9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3.079,9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-0,3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1.067,2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1.077,9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-8,6%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175   Δ -15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-12,5%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168   Δ -21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+29,0%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31   Δ 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270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+138,9%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113   Δ 157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+276,5%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498078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9686"/>
                <a:gridCol w="1558042"/>
                <a:gridCol w="1071154"/>
                <a:gridCol w="1558042"/>
                <a:gridCol w="1071154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Peak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Peak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2.382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32.040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47.412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3.315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25 (0,8%)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80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23 (5,4%)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196,8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ROBIL ANWAR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Haryono Christanto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ANDREYANTO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EMANUEL LAGA TIFAONA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Siska wulandari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GAGUS PUTU SUASA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Gde Agung Adhiaksa Pratama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ROBIL ANWAR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EMANUEL LAGA TIFAONA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Siska wulandari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MADE RIVAN ANDIKA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DWI PRADNYAWATI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Sep 2026 vs MTD-1 01–08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KAMALUDIN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PUTRA SANJAYA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ARUM SITI JAMILAH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Zulkarnain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NURSIAH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MIRAH PADMINI,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KETUT SUPARIASIH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KAMALUDIN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ARUM SITI JAMILAH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