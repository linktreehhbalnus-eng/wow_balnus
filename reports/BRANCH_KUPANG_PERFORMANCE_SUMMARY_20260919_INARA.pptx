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97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-8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2.732   Δ -620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+7,1%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109 (71,6%)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87 / 120 (72,5%)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109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120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32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(22,3%)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467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(70,8%)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105 | MoM +9,4%
PS: 105 | MoM +8,2%
• Junior
  RE: 94 | Active 67,6% | MoM +9,3%
  PS: 94 | Active 67,6% | MoM +9,3%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+16,7%
  PS: 7 | Active 77,8%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+16,7%, Gap 1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3
• Grapari Soe: PS +50,0%, Gap 1
• Grapari Waikabubak: PS 0,0%, Gap 0
• Grapari Waingapu: PS +25,0%,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-24 (-5,0%), PS -21 (-5,0%)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-11 (-33,3%), PS -8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EDGARD ERENST MICHENLEY ALLE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Sep 2026 vs MTD-1 01–19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