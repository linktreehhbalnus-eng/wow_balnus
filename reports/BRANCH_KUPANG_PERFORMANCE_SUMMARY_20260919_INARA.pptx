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28.0</c:v>
                </c:pt>
                <c:pt idx="17">
                  <c:v>24.0</c:v>
                </c:pt>
                <c:pt idx="18">
                  <c:v>18.0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  <c:pt idx="17">
                  <c:v>19.0</c:v>
                </c:pt>
                <c:pt idx="18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6.0</c:v>
                </c:pt>
                <c:pt idx="17">
                  <c:v>5.0</c:v>
                </c:pt>
                <c:pt idx="18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  <c:pt idx="18">
                  <c:v>17.0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  <c:pt idx="17">
                  <c:v>19.0</c:v>
                </c:pt>
                <c:pt idx="18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  <c:pt idx="17">
                  <c:v>7.0</c:v>
                </c:pt>
                <c:pt idx="18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96   Δ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97   Δ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76   Δ -7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1.970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-20,6%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2.480   Δ -510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94 / 139 (67,6%)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+8,0%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105 / 152 (69,1%)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+7,1%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 / 109 (71,6%)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+6,8%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 / 120 (72,5%)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+4,8%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32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139 (7,2%)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 / 152 (9,2%)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109 (5,5%)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120 (7,5%)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30 (13,3%)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32 (15,6%)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92 (21,6%)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108 (70,1%)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105 | MoM +9,4%
PS: 105 | MoM +8,2%
• Junior
  RE: 94 | Active 67,6% | MoM +9,3%
  PS: 94 | Active 67,6% | MoM +9,3%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+16,7%
  PS: 7 | Active 77,8% | MoM 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+200,0%, Gap 2
• Grapari Kefamenanu: PS +16,7%, Gap 1
• Grapari Kupang: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3
• Grapari Soe: PS +50,0%, Gap 1
• Grapari Waikabubak: PS 0,0%, Gap 0
• Grapari Waingapu: PS +25,0%,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-24 (-5,0%), PS -21 (-5,0%)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-11 (-33,3%), PS -8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YULIUS LEDE NGONGO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EDGARD ERENST MICHENLEY ALLE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Sep 2026 vs MTD-1 01–19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