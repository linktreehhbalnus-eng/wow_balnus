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1.367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-36,2%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2.144   Δ -777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9 (55,6%)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83 / 114 (72,8%)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92 / 127 (72,4%)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+4,5%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8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 / 84 (81,0%)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+1,5%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 / 95 (78,9%)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30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32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114 (2,6%)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127 (3,9%)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84 (2,4%)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95 (3,2%)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30 (3,3%)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32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65 (15,0%)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270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54 (36,0%)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95 | MoM +2,2%
PS: 92 | MoM +5,7%
• Junior
  RE: 84 | Active 73,7% | MoM -1,2%
  PS: 83 | Active 72,8% | MoM +5,1%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+75,0%
  PS: 5 | Active 55,6% | MoM +25,0%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N/A, Gap 2
• Grapari Kefamenanu: PS +400,0%, Gap 4
• Grapari Kupang: PS -44,4%,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1
• Grapari Soe: PS 0,0%, Gap 0
• Grapari Waikabubak: PS -50,0%, Gap -1
• Grapari Waingapu: PS +33,3%,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-28 (-8,7%), PS -11 (-4,1%)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-9 (-47,4%), PS -4 (-44,4%)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