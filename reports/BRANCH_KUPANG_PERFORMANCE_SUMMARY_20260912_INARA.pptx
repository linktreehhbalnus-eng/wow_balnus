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-34,9%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2.030   Δ -708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(14,4%)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263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 (29,3%)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95 | MoM +2,2%
PS: 92 | MoM +5,7%
• Junior
  RE: 84 | Active 73,7% | MoM -1,2%
  PS: 83 | Active 72,8% | MoM +5,1%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5 | Active 55,6% | MoM +25,0%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N/A, Gap 2
• Grapari Kefamenanu: PS +400,0%, Gap 4
• Grapari Kupang: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1
• Grapari Soe: PS 0,0%, Gap 0
• Grapari Waikabubak: PS -50,0%, Gap -1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-28 (-8,7%), PS -11 (-4,1%)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-9 (-47,4%),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