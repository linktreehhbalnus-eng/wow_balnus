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215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215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+18,9%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33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4.347   Δ 699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156 / 310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195 / 351 (55,6%)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122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68 (54,4%)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-17,8%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80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85 (54,1%)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93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93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77 (51,9%)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85 (56,5%)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 / 310 (7,7%)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 / 351 (13,7%)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80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85 (7,1%)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93 (14,0%)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80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77 (6,5%)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85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414 (12,4%)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1.229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234 (45,4%)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195 | MoM -9,3%
PS: 195 | MoM -9,3%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156 | Active 50,3% | MoM -12,4%
  PS: 156 | Active 50,3% | MoM -12,4%
• Greenfield
  RE: 19 | Active 95,0% | MoM +18,8%
  PS: 19 | Active 95,0% | MoM +18,8%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+33,3%, Gap 4
• Grapari Kuta: PS +200,0%, Gap 4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-19,4%, Gap -6
• Grapari Singaraja: PS -20,0%, Gap -1
• Grapari Tabanan: PS -16,7%, Gap -1
• Grapari Ubud: PS +42,9%,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-94 (-17,4%), PS -94 (-17,4%)
• Bali Tengah 2: RE -70 (-13,0%), PS -70 (-13,0%)
• Bali Timur: RE -64 (-18,8%), PS -64 (-18,8%)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-37 (-44,6%), PS -37 (-44,6%)
• Bali Tengah 1: RE -13 (-24,1%), PS -13 (-24,1%)
• Bali Barat: RE -9 (-45,0%), PS -9 (-45,0%)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 (-60,0%), PS -3 (-60,0%)
• Bali Tengah 1: RE -3 (-27,3%), PS -3 (-27,3%)
• Bali Timur: RE -3 (-37,5%),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