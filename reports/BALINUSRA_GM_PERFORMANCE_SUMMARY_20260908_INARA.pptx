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348.0</c:v>
                </c:pt>
                <c:pt idx="1">
                  <c:v>307.0</c:v>
                </c:pt>
                <c:pt idx="2">
                  <c:v>339.0</c:v>
                </c:pt>
                <c:pt idx="3">
                  <c:v>270.0</c:v>
                </c:pt>
                <c:pt idx="4">
                  <c:v>203.0</c:v>
                </c:pt>
                <c:pt idx="5">
                  <c:v>311.0</c:v>
                </c:pt>
                <c:pt idx="6">
                  <c:v>407.0</c:v>
                </c:pt>
                <c:pt idx="7">
                  <c:v>359.0</c:v>
                </c:pt>
                <c:pt idx="8">
                  <c:v>334.0</c:v>
                </c:pt>
                <c:pt idx="9">
                  <c:v>324.0</c:v>
                </c:pt>
                <c:pt idx="10">
                  <c:v>279.0</c:v>
                </c:pt>
                <c:pt idx="11">
                  <c:v>198.0</c:v>
                </c:pt>
                <c:pt idx="12">
                  <c:v>362.0</c:v>
                </c:pt>
                <c:pt idx="13">
                  <c:v>351.0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298.0</c:v>
                </c:pt>
                <c:pt idx="2">
                  <c:v>255.0</c:v>
                </c:pt>
                <c:pt idx="3">
                  <c:v>238.0</c:v>
                </c:pt>
                <c:pt idx="4">
                  <c:v>142.0</c:v>
                </c:pt>
                <c:pt idx="5">
                  <c:v>250.0</c:v>
                </c:pt>
                <c:pt idx="6">
                  <c:v>271.0</c:v>
                </c:pt>
                <c:pt idx="7">
                  <c:v>315.0</c:v>
                </c:pt>
                <c:pt idx="8">
                  <c:v>270.0</c:v>
                </c:pt>
                <c:pt idx="9">
                  <c:v>255.0</c:v>
                </c:pt>
                <c:pt idx="10">
                  <c:v>185.0</c:v>
                </c:pt>
                <c:pt idx="11">
                  <c:v>159.0</c:v>
                </c:pt>
                <c:pt idx="12">
                  <c:v>256.0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+3,2% &amp; PS -1,3% MoM — Achievement Mencapai 23,4% (RE) / 21,7%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8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(+6,7%), Flores Terdalam (-5,1%)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(+40,8%), Bali Tengah 1 Terdalam (-15,3%)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(+73), Rote Ndao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+142, Bottom 5 -160, dan perubahan PS regional -27.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(+108,6%), TSEL One &gt;30 Mbps Turun Terdalam (-63,6%)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-1,6%, Aktivitas DJP +10,3%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442 (8,1%)
Visit DJP: 1.144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379 (32,6%)
Visit DJP: 1.069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