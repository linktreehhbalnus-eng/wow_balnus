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9"/>
    <p:sldId id="269" r:id="rId20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26/08</c:v>
                </c:pt>
                <c:pt idx="1">
                  <c:v>27/08</c:v>
                </c:pt>
                <c:pt idx="2">
                  <c:v>28/08</c:v>
                </c:pt>
                <c:pt idx="3">
                  <c:v>29/08</c:v>
                </c:pt>
                <c:pt idx="4">
                  <c:v>30/08</c:v>
                </c:pt>
                <c:pt idx="5">
                  <c:v>31/08</c:v>
                </c:pt>
                <c:pt idx="6">
                  <c:v>01/09</c:v>
                </c:pt>
                <c:pt idx="7">
                  <c:v>02/09</c:v>
                </c:pt>
                <c:pt idx="8">
                  <c:v>03/09</c:v>
                </c:pt>
                <c:pt idx="9">
                  <c:v>04/09</c:v>
                </c:pt>
                <c:pt idx="10">
                  <c:v>05/09</c:v>
                </c:pt>
                <c:pt idx="11">
                  <c:v>06/09</c:v>
                </c:pt>
                <c:pt idx="12">
                  <c:v>07/09</c:v>
                </c:pt>
                <c:pt idx="13">
                  <c:v>08/09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348.0</c:v>
                </c:pt>
                <c:pt idx="1">
                  <c:v>307.0</c:v>
                </c:pt>
                <c:pt idx="2">
                  <c:v>339.0</c:v>
                </c:pt>
                <c:pt idx="3">
                  <c:v>270.0</c:v>
                </c:pt>
                <c:pt idx="4">
                  <c:v>203.0</c:v>
                </c:pt>
                <c:pt idx="5">
                  <c:v>311.0</c:v>
                </c:pt>
                <c:pt idx="6">
                  <c:v>407.0</c:v>
                </c:pt>
                <c:pt idx="7">
                  <c:v>359.0</c:v>
                </c:pt>
                <c:pt idx="8">
                  <c:v>334.0</c:v>
                </c:pt>
                <c:pt idx="9">
                  <c:v>324.0</c:v>
                </c:pt>
                <c:pt idx="10">
                  <c:v>279.0</c:v>
                </c:pt>
                <c:pt idx="11">
                  <c:v>198.0</c:v>
                </c:pt>
                <c:pt idx="12">
                  <c:v>362.0</c:v>
                </c:pt>
                <c:pt idx="13">
                  <c:v>351.0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26/08</c:v>
                </c:pt>
                <c:pt idx="1">
                  <c:v>27/08</c:v>
                </c:pt>
                <c:pt idx="2">
                  <c:v>28/08</c:v>
                </c:pt>
                <c:pt idx="3">
                  <c:v>29/08</c:v>
                </c:pt>
                <c:pt idx="4">
                  <c:v>30/08</c:v>
                </c:pt>
                <c:pt idx="5">
                  <c:v>31/08</c:v>
                </c:pt>
                <c:pt idx="6">
                  <c:v>01/09</c:v>
                </c:pt>
                <c:pt idx="7">
                  <c:v>02/09</c:v>
                </c:pt>
                <c:pt idx="8">
                  <c:v>03/09</c:v>
                </c:pt>
                <c:pt idx="9">
                  <c:v>04/09</c:v>
                </c:pt>
                <c:pt idx="10">
                  <c:v>05/09</c:v>
                </c:pt>
                <c:pt idx="11">
                  <c:v>06/09</c:v>
                </c:pt>
                <c:pt idx="12">
                  <c:v>07/09</c:v>
                </c:pt>
                <c:pt idx="13">
                  <c:v>08/09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230.0</c:v>
                </c:pt>
                <c:pt idx="1">
                  <c:v>298.0</c:v>
                </c:pt>
                <c:pt idx="2">
                  <c:v>255.0</c:v>
                </c:pt>
                <c:pt idx="3">
                  <c:v>238.0</c:v>
                </c:pt>
                <c:pt idx="4">
                  <c:v>142.0</c:v>
                </c:pt>
                <c:pt idx="5">
                  <c:v>250.0</c:v>
                </c:pt>
                <c:pt idx="6">
                  <c:v>271.0</c:v>
                </c:pt>
                <c:pt idx="7">
                  <c:v>315.0</c:v>
                </c:pt>
                <c:pt idx="8">
                  <c:v>270.0</c:v>
                </c:pt>
                <c:pt idx="9">
                  <c:v>255.0</c:v>
                </c:pt>
                <c:pt idx="10">
                  <c:v>185.0</c:v>
                </c:pt>
                <c:pt idx="11">
                  <c:v>159.0</c:v>
                </c:pt>
                <c:pt idx="12">
                  <c:v>256.0</c:v>
                </c:pt>
                <c:pt idx="13">
                  <c:v>283.0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+3,2% &amp; PS -1,3% MoM — Achievement Mencapai 23,4% (RE) / 21,7%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Sep 2026 vs MTD-1 01–08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-3,5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Menguat pada 8 September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Sep 2026 vs MTD-1 01–08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01–08 September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 Pendorong Utama PS (+6,7%), Flores Terdalam (-5,1%)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Sep 2026 vs MTD-1 01–08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-0,3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-5,5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+1,3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+6,7%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+2,1%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-4,2%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-5,1%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23,2%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22,5%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20,8%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17,2%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Sumba Tertinggi (+40,8%), Bali Tengah 1 Terdalam (-15,3%) — 10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Sep 2026 vs MTD-1 01–08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10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Buleleng Penyumbang PS Absolut Terbesar (+73), Rote Ndao Tumbuh Tertinggi (+150,0%)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Sep 2026 vs MTD-1 01–08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+142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+142, Bottom 5 -160, dan perubahan PS regional -27.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≥100 Mbps Tumbuh Tertinggi (+108,6%), TSEL One &gt;30 Mbps Turun Terdalam (-63,6%)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Sep 2026 vs MTD-1 01–08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-1,6%, Aktivitas DJP 0,0% MoM — Registered SF 858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Sep 2026 vs MTD-1 01–08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18.093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18.093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Active &amp; DJP by Branch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5.817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5.817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4.838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9.913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55.955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7.095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5.434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83.235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5.434
Dikunjungi: 1.231 (22,7%)
Visit DJP: 3.548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1.162
Dikunjungi: 844 (72,6%)
Visit DJP: 2.594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Sep 2026 vs MTD-1 01–08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Sep 2026 vs MTD-1 01–08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lestari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DIANA TRI ANGGRAINI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ROBIL ANWAR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JEPRIANUS MUJI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PUTU LINGGAR GERRY KUSUMA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MARTHERNUS M SANBEIN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Sumiyati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Haryono Christanto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lestari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PUTU LINGGAR GERRY KUSUMA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Utami muji kristina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Anak Agung Gde Agung Adhiaksa Pratama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DIANA TRI ANGGRAINI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EMANUEL LAGA TIFAONA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ROBIL ANWAR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MARTHERNUS M SANBEIN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ADRIANUS MARIOLIANUS OWON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Sep 2026 vs MTD-1 01–08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LITA MELIANA HUSEN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MARTINUS YONGKI MANGGO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NICO ADRIAN RAMA AWANG MANSOPU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PUSPITA 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YANTI 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KAMALUDIN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 JENIATI BETI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PUSPITA 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NURSIAH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Marianus Hilton Raja reda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YANTI 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KAMALUDIN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 JENIATI BETI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ERNY JUMRIANTY AGUSTIN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Samsul 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10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Sep 2026 vs MTD-1 01–08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10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Sep 2026 vs MTD-1 01–08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01–08 Sep 2026 vs MTD-1 01–08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+560,0%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2.021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1.994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01–08 Sep 2026 vs MTD-1 01–08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136,3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58,2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89,8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45,0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+410,2%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426,2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196,8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60,4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