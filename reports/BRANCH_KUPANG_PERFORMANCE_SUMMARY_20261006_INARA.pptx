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18.0</c:v>
                </c:pt>
                <c:pt idx="1">
                  <c:v>18.0</c:v>
                </c:pt>
                <c:pt idx="2">
                  <c:v>12.0</c:v>
                </c:pt>
                <c:pt idx="3">
                  <c:v>9.0</c:v>
                </c:pt>
                <c:pt idx="4">
                  <c:v>27.0</c:v>
                </c:pt>
                <c:pt idx="5">
                  <c:v>30.0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14.0</c:v>
                </c:pt>
                <c:pt idx="1">
                  <c:v>13.0</c:v>
                </c:pt>
                <c:pt idx="2">
                  <c:v>10.0</c:v>
                </c:pt>
                <c:pt idx="3">
                  <c:v>13.0</c:v>
                </c:pt>
                <c:pt idx="4">
                  <c:v>18.0</c:v>
                </c:pt>
                <c:pt idx="5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-238,0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-173,0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78   Δ -7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76   Δ 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2.606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3.542   Δ -936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9 (44,4%)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55 / 139 (39,6%)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-20,3%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63 / 152 (41,4%)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8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109 (42,2%)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-16,4%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 / 120 (44,2%)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-14,5%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30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32 (31,2%)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139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152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109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120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(27,6%)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131 (82,9%)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540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71 | MoM -9,0%
PS: 63 | MoM -17,1%
• Junior
  RE: 62 | Active 44,6% | MoM -12,7%
  PS: 55 | Active 39,6% | MoM -19,1%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5 | Active 55,6% | MoM +66,7%
  PS: 4 | Active 44,4% | MoM 0,0%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0,0%, Gap 0
• Grapari Kefamenanu: PS 0,0%, Gap 0
• Grapari Kupang: PS -33,3%,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-100,0%, Gap -1
• Grapari Soe: PS +100,0%, Gap 1
• Grapari Waikabubak: PS +100,0%, Gap 1
• Grapari Waingapu: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3 (+2,1%), PS -12 (-9,4%)
• Sumba: RE -16 (-30,2%), PS -12 (-27,9%)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1 (+100,0%), PS -2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VONNY MIRNAWATY RISSI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FIRDA JAITUN SABRI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01–06 Oct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YUNESTI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YUNESTI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