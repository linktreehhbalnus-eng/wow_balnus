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4.862,2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3.457,2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4.008,9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2.860,9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192   Δ -20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184   Δ -27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+37,0%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81   Δ 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2.133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+83,1%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1.165   Δ 968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+178,9%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1.240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2.382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152 (4,6%)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580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96 (22,5%)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395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172 | MoM -10,4%
PS: 157 | MoM -14,7%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135 | Active 43,7% | MoM -12,3%
  PS: 121 | Active 39,2% | MoM -17,7%
• Greenfield
  RE: 17 | Active 85,0% | MoM 0,0%
  PS: 16 | Active 80,0% | MoM 0,0%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N/A, Gap 1
• Grapari Gatsu Tengah: PS -100,0%, Gap -4
• Grapari Jimbaran: PS +28,6%, Gap 2
• Grapari Kuta: PS +300,0%, Gap 3
• Grapari Negara: PS +300,0%, Gap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-36,8%, Gap -7
• Grapari Singaraja: PS -50,0%, Gap -2
• Grapari Tabanan: PS -20,0%, Gap -1
• Grapari Ubud: PS +66,7%,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-40 (-12,2%), PS -38 (-13,5%)
• Bali Timur: RE -6 (-2,8%), PS -17 (-9,7%)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-24 (-42,9%), PS -25 (-54,3%)
• Bali Barat: RE -9 (-42,9%), PS -8 (-57,1%)
• Bali Tengah 1: RE -9 (-22,0%), PS -8 (-24,2%)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-1 (-12,5%), PS -4 (-66,7%)
• Bali Barat: RE -5 (-55,6%), PS -2 (-66,7%)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240,2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Adiyance Tes Lelo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ANDREYANTO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Haryono Christanto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Linda Ariyani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ANDREYANTO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Elgard Adrian Tirta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KETUT SUPARIASIH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