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  <c:pt idx="25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  <c:pt idx="25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  <c:pt idx="25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  <c:pt idx="25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86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1.737   Δ 649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+13,4%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+24,0%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+23,5%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64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71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101 (43,3%)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183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102 (86,4%)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94 | MoM +9,3%
PS: 93 | MoM +13,4%
• Junior
  RE: 80 | Active 58,8% | MoM +9,6%
  PS: 79 | Active 58,1% | MoM +14,5%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6
• Grapari Ende: PS +40,7%, Gap 11
• Grapari Kalabahi: PS -26,9%, Gap -7
• Grapari Labuan Bajo: PS -11,1%,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+44,4%, Gap 4
• Grapari Maumere: PS -16,7%, Gap -3
• Grapari Ruteng: PS +25,0%,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