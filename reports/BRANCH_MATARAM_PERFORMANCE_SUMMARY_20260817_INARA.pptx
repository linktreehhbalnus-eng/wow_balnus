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Aug 2026 vs MTD-1 01–17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1.668,5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Aug 2026 vs MTD-1 01–17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154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145   Δ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105   Δ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2.228   Δ 383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Aug 2026 vs MTD-1 01–17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4.771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994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220 (22,1%)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336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136 (34,3%)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