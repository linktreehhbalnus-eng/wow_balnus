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4.862,2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3.583,2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4.008,9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187   Δ -20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175   Δ -24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+37,0%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2.133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+83,1%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1.165   Δ 968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+178,9%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+134,9%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47.412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152 (4,6%)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580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96 (22,5%)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395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1810512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3273552"/>
            <a:ext cx="1627632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730752"/>
            <a:ext cx="1627632" cy="15727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Bali Tengah 1: RE -30, PS -25
Bali Timur: RE 4, PS -17
Bali Tengah 2: RE 0, PS 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9424" y="3182112"/>
            <a:ext cx="1810512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40864" y="3273552"/>
            <a:ext cx="1627632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0864" y="3730752"/>
            <a:ext cx="1627632" cy="15727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Junior Plus: Active PS -20,0%
Junior: Active PS -16,7%
Elite: Active PS 0,0%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8807" y="3182112"/>
            <a:ext cx="1810512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7" y="3273552"/>
            <a:ext cx="1627632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7" y="3730752"/>
            <a:ext cx="1627632" cy="15727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Grapari Renon: PS -7
Grapari Gatsu Tengah: PS -4
Grapari Singaraja: PS -1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182112"/>
            <a:ext cx="1810512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1" y="3273552"/>
            <a:ext cx="1627632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1" y="3730752"/>
            <a:ext cx="1627632" cy="15727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Bali Tengah 2: RE -24, PS -21
Bali Tengah 1: RE -8, PS -8
Bali Barat: RE -8, PS -6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5" y="3182112"/>
            <a:ext cx="1810512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9015" y="3273552"/>
            <a:ext cx="1627632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5" y="3730752"/>
            <a:ext cx="1627632" cy="15727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Bali Timur: RE -1, PS -3
Bali Barat: RE -3, PS -2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59" y="3182112"/>
            <a:ext cx="1810512" cy="233172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399" y="3273552"/>
            <a:ext cx="1627632" cy="38404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399" y="3730752"/>
            <a:ext cx="1627632" cy="1572768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715000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menunjukkan perubahan absolut MTD terhadap MTD-1 pada periode tanggal yang sama.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998464"/>
            <a:ext cx="114300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50" b="1" i="0">
                <a:solidFill>
                  <a:srgbClr val="102C50"/>
                </a:solidFill>
                <a:latin typeface="Arial"/>
              </a:rPr>
              <a:t>Insight lapangan: ____________________________________   Event/gangguan: ____________________   Action plan/PIC: ____________________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ANDREYANTO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FATMAH HADINATA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Gde Agung Adhiaksa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01–09 Sep 2026 vs MTD-1 01–09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Elgard Adrian Tirta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KETUT SUPARIASIH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