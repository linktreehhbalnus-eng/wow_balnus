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29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1.994   Δ 582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+30,8%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72 (13,9%)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79 (17,7%)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64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71 (12,7%)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100 (43,7%)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34 | MoM +17,2%
PS: 23 | MoM +15,0%
• Junior
  RE: 23 | Active 16,9% | MoM +9,5%
  PS: 17 | Active 12,5% | MoM +30,8%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11 | Active 84,6% | MoM +57,1%
  PS: 6 | Active 46,2%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+66,7%, Gap 2
• Grapari Kalabahi: PS +100,0%, Gap 1
• Grapari Labuan Bajo: PS -100,0%,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N/A, Gap 2
• Grapari Ruteng: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-3 (-100,0%), PS -1 (-100,0%)
• Manggarai: RE -1 (-100,0%),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Vinsensius brian luther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Vinsensius brian luther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Ferdinandus rengo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