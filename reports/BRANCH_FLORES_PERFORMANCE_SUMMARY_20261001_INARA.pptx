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-38,0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50,8%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29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2.576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+29,2%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1.994   Δ 582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136 (12,5%)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+30,8%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150 (15,3%)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+15,0% | Turun 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72 (13,9%)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79 (17,7%)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 (28,6%)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64 (10,9%)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71 (12,7%)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150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(43,7%)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(89,9%)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34 | MoM +17,2%
PS: 23 | MoM +15,0%
• Junior
  RE: 23 | Active 16,9% | MoM +9,5%
  PS: 17 | Active 12,5% | MoM +30,8%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11 | Active 84,6% | MoM +57,1%
  PS: 6 | Active 46,2%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0,0%, Gap 0
• Grapari Ende: PS +66,7%, Gap 2
• Grapari Kalabahi: PS +100,0%, Gap 1
• Grapari Labuan Bajo: PS -100,0%,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N/A, Gap 2
• Grapari Ruteng: PS N/A,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-3 (-100,0%), PS -1 (-100,0%)
• Manggarai: RE -1 (-100,0%), PS -1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Vinsensius brian luther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AGUSTINO OSWALDUS SUDIN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Vinsensius brian luther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Ferdinandus rengo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paskarini dua gokun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NDAGANG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