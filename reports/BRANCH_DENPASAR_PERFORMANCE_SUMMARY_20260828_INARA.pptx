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Aug 2026 vs MTD-1 01–28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3.764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3.661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5.284,9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69,3%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4.403,8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Aug 2026 vs MTD-1 01–28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230   Δ 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221   Δ 19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207   Δ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6.012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-5,3%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6.349   Δ -337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645152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919472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373368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Aug 2026 vs MTD-1 01–28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3.192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2.261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32.130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546 (16,6%)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1.806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201 (61,3%)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651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