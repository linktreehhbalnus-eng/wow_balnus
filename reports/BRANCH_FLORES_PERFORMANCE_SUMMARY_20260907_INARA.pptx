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67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35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631   Δ -146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89 (36,5%)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72 (85,7%)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