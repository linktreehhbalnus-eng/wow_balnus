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67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631   Δ -146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 (16,0%)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25 (29,1%)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