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67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1.994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1.994   Δ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86 (35,4%)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66 (76,7%)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