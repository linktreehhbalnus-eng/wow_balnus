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67   Δ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60   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1.994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1.994   Δ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86 (35,4%)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133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66 (76,7%)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stewon liwun fernandez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MAGDALENA JULIANITA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