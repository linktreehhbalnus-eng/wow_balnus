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220   Δ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215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4.884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5.132   Δ -248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483 (14,6%)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160 (58,2%)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