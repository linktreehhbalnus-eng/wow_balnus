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</c:strCache>
            </c: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60.0</c:v>
                </c:pt>
                <c:pt idx="1">
                  <c:v>57.0</c:v>
                </c:pt>
                <c:pt idx="2">
                  <c:v>49.0</c:v>
                </c:pt>
                <c:pt idx="3">
                  <c:v>49.0</c:v>
                </c:pt>
                <c:pt idx="4">
                  <c:v>49.0</c:v>
                </c:pt>
                <c:pt idx="5">
                  <c:v>38.0</c:v>
                </c:pt>
                <c:pt idx="6">
                  <c:v>59.0</c:v>
                </c:pt>
                <c:pt idx="7">
                  <c:v>61.0</c:v>
                </c:pt>
                <c:pt idx="8">
                  <c:v>48.0</c:v>
                </c:pt>
                <c:pt idx="9">
                  <c:v>51.0</c:v>
                </c:pt>
                <c:pt idx="10">
                  <c:v>57.0</c:v>
                </c:pt>
                <c:pt idx="11">
                  <c:v>51.0</c:v>
                </c:pt>
                <c:pt idx="12">
                  <c:v>32.0</c:v>
                </c:pt>
                <c:pt idx="13">
                  <c:v>63.0</c:v>
                </c:pt>
                <c:pt idx="14">
                  <c:v>64.0</c:v>
                </c:pt>
                <c:pt idx="15">
                  <c:v>55.0</c:v>
                </c:pt>
                <c:pt idx="16">
                  <c:v>49.0</c:v>
                </c:pt>
                <c:pt idx="17">
                  <c:v>54.0</c:v>
                </c:pt>
                <c:pt idx="18">
                  <c:v>55.0</c:v>
                </c:pt>
                <c:pt idx="19">
                  <c:v>37.0</c:v>
                </c:pt>
                <c:pt idx="20">
                  <c:v>63.0</c:v>
                </c:pt>
                <c:pt idx="21">
                  <c:v>51.0</c:v>
                </c:pt>
                <c:pt idx="22">
                  <c:v>50.0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</c:strCache>
            </c: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36.0</c:v>
                </c:pt>
                <c:pt idx="1">
                  <c:v>34.0</c:v>
                </c:pt>
                <c:pt idx="2">
                  <c:v>28.0</c:v>
                </c:pt>
                <c:pt idx="3">
                  <c:v>22.0</c:v>
                </c:pt>
                <c:pt idx="4">
                  <c:v>29.0</c:v>
                </c:pt>
                <c:pt idx="5">
                  <c:v>23.0</c:v>
                </c:pt>
                <c:pt idx="6">
                  <c:v>36.0</c:v>
                </c:pt>
                <c:pt idx="7">
                  <c:v>28.0</c:v>
                </c:pt>
                <c:pt idx="8">
                  <c:v>31.0</c:v>
                </c:pt>
                <c:pt idx="9">
                  <c:v>35.0</c:v>
                </c:pt>
                <c:pt idx="10">
                  <c:v>26.0</c:v>
                </c:pt>
                <c:pt idx="11">
                  <c:v>28.0</c:v>
                </c:pt>
                <c:pt idx="12">
                  <c:v>21.0</c:v>
                </c:pt>
                <c:pt idx="13">
                  <c:v>33.0</c:v>
                </c:pt>
                <c:pt idx="14">
                  <c:v>41.0</c:v>
                </c:pt>
                <c:pt idx="15">
                  <c:v>35.0</c:v>
                </c:pt>
                <c:pt idx="16">
                  <c:v>29.0</c:v>
                </c:pt>
                <c:pt idx="17">
                  <c:v>30.0</c:v>
                </c:pt>
                <c:pt idx="18">
                  <c:v>31.0</c:v>
                </c:pt>
                <c:pt idx="19">
                  <c:v>22.0</c:v>
                </c:pt>
                <c:pt idx="20">
                  <c:v>30.0</c:v>
                </c:pt>
                <c:pt idx="21">
                  <c:v>28.0</c:v>
                </c:pt>
                <c:pt idx="22">
                  <c:v>30.0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</c:strCache>
            </c:strRef>
          </c:cat>
          <c:val>
            <c:numRef>
              <c:f>Sheet1!$D$2:$D$24</c:f>
              <c:numCache>
                <c:formatCode>General</c:formatCode>
                <c:ptCount val="23"/>
                <c:pt idx="0">
                  <c:v>24.0</c:v>
                </c:pt>
                <c:pt idx="1">
                  <c:v>23.0</c:v>
                </c:pt>
                <c:pt idx="2">
                  <c:v>21.0</c:v>
                </c:pt>
                <c:pt idx="3">
                  <c:v>27.0</c:v>
                </c:pt>
                <c:pt idx="4">
                  <c:v>20.0</c:v>
                </c:pt>
                <c:pt idx="5">
                  <c:v>15.0</c:v>
                </c:pt>
                <c:pt idx="6">
                  <c:v>23.0</c:v>
                </c:pt>
                <c:pt idx="7">
                  <c:v>33.0</c:v>
                </c:pt>
                <c:pt idx="8">
                  <c:v>17.0</c:v>
                </c:pt>
                <c:pt idx="9">
                  <c:v>16.0</c:v>
                </c:pt>
                <c:pt idx="10">
                  <c:v>31.0</c:v>
                </c:pt>
                <c:pt idx="11">
                  <c:v>23.0</c:v>
                </c:pt>
                <c:pt idx="12">
                  <c:v>11.0</c:v>
                </c:pt>
                <c:pt idx="13">
                  <c:v>30.0</c:v>
                </c:pt>
                <c:pt idx="14">
                  <c:v>23.0</c:v>
                </c:pt>
                <c:pt idx="15">
                  <c:v>20.0</c:v>
                </c:pt>
                <c:pt idx="16">
                  <c:v>20.0</c:v>
                </c:pt>
                <c:pt idx="17">
                  <c:v>24.0</c:v>
                </c:pt>
                <c:pt idx="18">
                  <c:v>24.0</c:v>
                </c:pt>
                <c:pt idx="19">
                  <c:v>15.0</c:v>
                </c:pt>
                <c:pt idx="20">
                  <c:v>33.0</c:v>
                </c:pt>
                <c:pt idx="21">
                  <c:v>23.0</c:v>
                </c:pt>
                <c:pt idx="22">
                  <c:v>20.0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</c:strCache>
            </c: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44.0</c:v>
                </c:pt>
                <c:pt idx="1">
                  <c:v>44.0</c:v>
                </c:pt>
                <c:pt idx="2">
                  <c:v>40.0</c:v>
                </c:pt>
                <c:pt idx="3">
                  <c:v>34.0</c:v>
                </c:pt>
                <c:pt idx="4">
                  <c:v>34.0</c:v>
                </c:pt>
                <c:pt idx="5">
                  <c:v>21.0</c:v>
                </c:pt>
                <c:pt idx="6">
                  <c:v>44.0</c:v>
                </c:pt>
                <c:pt idx="7">
                  <c:v>56.0</c:v>
                </c:pt>
                <c:pt idx="8">
                  <c:v>54.0</c:v>
                </c:pt>
                <c:pt idx="9">
                  <c:v>38.0</c:v>
                </c:pt>
                <c:pt idx="10">
                  <c:v>33.0</c:v>
                </c:pt>
                <c:pt idx="11">
                  <c:v>43.0</c:v>
                </c:pt>
                <c:pt idx="12">
                  <c:v>25.0</c:v>
                </c:pt>
                <c:pt idx="13">
                  <c:v>50.0</c:v>
                </c:pt>
                <c:pt idx="14">
                  <c:v>55.0</c:v>
                </c:pt>
                <c:pt idx="15">
                  <c:v>58.0</c:v>
                </c:pt>
                <c:pt idx="16">
                  <c:v>46.0</c:v>
                </c:pt>
                <c:pt idx="17">
                  <c:v>41.0</c:v>
                </c:pt>
                <c:pt idx="18">
                  <c:v>45.0</c:v>
                </c:pt>
                <c:pt idx="19">
                  <c:v>32.0</c:v>
                </c:pt>
                <c:pt idx="20">
                  <c:v>56.0</c:v>
                </c:pt>
                <c:pt idx="21">
                  <c:v>50.0</c:v>
                </c:pt>
                <c:pt idx="22">
                  <c:v>42.0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</c:strCache>
            </c: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23.0</c:v>
                </c:pt>
                <c:pt idx="1">
                  <c:v>29.0</c:v>
                </c:pt>
                <c:pt idx="2">
                  <c:v>23.0</c:v>
                </c:pt>
                <c:pt idx="3">
                  <c:v>18.0</c:v>
                </c:pt>
                <c:pt idx="4">
                  <c:v>19.0</c:v>
                </c:pt>
                <c:pt idx="5">
                  <c:v>12.0</c:v>
                </c:pt>
                <c:pt idx="6">
                  <c:v>32.0</c:v>
                </c:pt>
                <c:pt idx="7">
                  <c:v>29.0</c:v>
                </c:pt>
                <c:pt idx="8">
                  <c:v>31.0</c:v>
                </c:pt>
                <c:pt idx="9">
                  <c:v>19.0</c:v>
                </c:pt>
                <c:pt idx="10">
                  <c:v>21.0</c:v>
                </c:pt>
                <c:pt idx="11">
                  <c:v>25.0</c:v>
                </c:pt>
                <c:pt idx="12">
                  <c:v>18.0</c:v>
                </c:pt>
                <c:pt idx="13">
                  <c:v>33.0</c:v>
                </c:pt>
                <c:pt idx="14">
                  <c:v>32.0</c:v>
                </c:pt>
                <c:pt idx="15">
                  <c:v>37.0</c:v>
                </c:pt>
                <c:pt idx="16">
                  <c:v>29.0</c:v>
                </c:pt>
                <c:pt idx="17">
                  <c:v>25.0</c:v>
                </c:pt>
                <c:pt idx="18">
                  <c:v>26.0</c:v>
                </c:pt>
                <c:pt idx="19">
                  <c:v>20.0</c:v>
                </c:pt>
                <c:pt idx="20">
                  <c:v>32.0</c:v>
                </c:pt>
                <c:pt idx="21">
                  <c:v>25.0</c:v>
                </c:pt>
                <c:pt idx="22">
                  <c:v>26.0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</c:strCache>
            </c:strRef>
          </c:cat>
          <c:val>
            <c:numRef>
              <c:f>Sheet1!$D$2:$D$24</c:f>
              <c:numCache>
                <c:formatCode>General</c:formatCode>
                <c:ptCount val="23"/>
                <c:pt idx="0">
                  <c:v>21.0</c:v>
                </c:pt>
                <c:pt idx="1">
                  <c:v>15.0</c:v>
                </c:pt>
                <c:pt idx="2">
                  <c:v>17.0</c:v>
                </c:pt>
                <c:pt idx="3">
                  <c:v>16.0</c:v>
                </c:pt>
                <c:pt idx="4">
                  <c:v>15.0</c:v>
                </c:pt>
                <c:pt idx="5">
                  <c:v>9.0</c:v>
                </c:pt>
                <c:pt idx="6">
                  <c:v>12.0</c:v>
                </c:pt>
                <c:pt idx="7">
                  <c:v>27.0</c:v>
                </c:pt>
                <c:pt idx="8">
                  <c:v>23.0</c:v>
                </c:pt>
                <c:pt idx="9">
                  <c:v>19.0</c:v>
                </c:pt>
                <c:pt idx="10">
                  <c:v>12.0</c:v>
                </c:pt>
                <c:pt idx="11">
                  <c:v>18.0</c:v>
                </c:pt>
                <c:pt idx="12">
                  <c:v>7.0</c:v>
                </c:pt>
                <c:pt idx="13">
                  <c:v>17.0</c:v>
                </c:pt>
                <c:pt idx="14">
                  <c:v>23.0</c:v>
                </c:pt>
                <c:pt idx="15">
                  <c:v>21.0</c:v>
                </c:pt>
                <c:pt idx="16">
                  <c:v>17.0</c:v>
                </c:pt>
                <c:pt idx="17">
                  <c:v>16.0</c:v>
                </c:pt>
                <c:pt idx="18">
                  <c:v>19.0</c:v>
                </c:pt>
                <c:pt idx="19">
                  <c:v>12.0</c:v>
                </c:pt>
                <c:pt idx="20">
                  <c:v>24.0</c:v>
                </c:pt>
                <c:pt idx="21">
                  <c:v>25.0</c:v>
                </c:pt>
                <c:pt idx="22">
                  <c:v>16.0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Sep 2026 vs MTD-1 01–23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2.094,1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74,9%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65,5%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Sep 2026 vs MTD-1 01–23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182   Δ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176   Δ 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+26,8%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149   Δ 40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4.267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-11,0%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4.795   Δ -528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1.896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1.856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2.899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2.411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Sep 2026 vs MTD-1 01–23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 / 16 (93,8%)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+25,0%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158 / 213 (74,2%)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+1,9% | Turun 66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184 / 240 (76,7%)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+4,0% | Turun 79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11 (90,9%)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95 / 131 (72,5%)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+5,6% | Turun 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111 / 148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+7,8% | Turun 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63 / 82 (76,8%)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-3,1%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73 / 92 (79,3%)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-1,4%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+26,9%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982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222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1.365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804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16 (25,0%)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31 / 213 (14,6%)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+6,9% | Turun 66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46 / 240 (19,2%)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+7,0% | Turun 79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11 (27,3%)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 / 131 (15,3%)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+5,3% | Turun 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 / 148 (19,6%)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+11,5% | Turun 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82 (13,4%)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92 (18,5%)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Sep 2026 vs MTD-1 01–23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Sep 2026 vs MTD-1 01–23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1.676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2.994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19.784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419 (30,4%)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987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433 (81,7%)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1.330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Sep 2026 vs MTD-1 01–23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401,5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347,3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194 | MoM +6,6%
PS: 184 | MoM +4,5%
• Performer
  RE: 1 | Active 100,0% | MoM 0,0%
  PS: 1 | Active 100,0% | MoM 0,0%
• Junior
  RE: 167 | Active 78,4% | MoM +7,1%
  PS: 158 | Active 74,2% | MoM +5,3%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16 | Active 100,0% | MoM +6,7%
  PS: 15 | Active 93,8% | MoM 0,0%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+9,4%, Gap 3
• Grapari Dompu: PS +12,5%, Gap 1
• Grapari Lombok Timur: PS 0,0%, Gap 0
• Grapari Lombok Utara: PS -50,0%,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-66,7%, Gap -2
• Grapari Mataram: PS -14,6%, Gap -7
• Grapari Sumbawa: PS +50,0%, Gap 3
• Grapari Taliwang: PS +16,7%,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Barat - Sumbawa Timur: RE -3 (-11,1%), PS -1 (-11,1%)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-3 (-50,0%), PS -2 (-100,0%)
• Sumbawa Barat - Sumbawa Timur: RE 1 (+25,0%), PS -1 (-33,3%)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Sep 2026 vs MTD-1 01–23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Sep 2026 vs MTD-1 01–23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375,5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401,5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237,4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Sep 2026 vs MTD-1 01–23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Ismail Marzuki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ANNISA SYAKIRAH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Ismail Marzuki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FIKA AYU PUSPITASARI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NIA RAHMAWATI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GEORANO INDRIANTO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LINGGAR GERRY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Sep 2026 vs MTD-1 01–23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SAIRIN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Riskia nur komalasari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Arianda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Sofyan ali alkodri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Nizma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SOPIAN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RIRIN DWI APRILIANTI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IHSAN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Riskia nur komalasari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Arianda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Sofyan ali alkodri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