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182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176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+26,2%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149   Δ 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4.546   Δ -379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158 / 213 (74,2%)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+1,9% | Turun 66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184 / 240 (76,7%)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+4,0%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 / 131 (72,5%)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 / 148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63 / 82 (76,8%)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 / 92 (79,3%)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1.365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213 (14,6%)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+6,9% | Turun 66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 / 240 (19,2%)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+7,0%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131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148 (19,6%)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+11,5%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82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92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11.902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420 (29,0%)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432 (81,5%)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1.283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194 | MoM +6,6%
PS: 184 | MoM +4,5%
• Performer
  RE: 1 | Active 100,0% | MoM 0,0%
  PS: 1 | Active 100,0% | MoM 0,0%
• Junior
  RE: 167 | Active 78,4% | MoM +7,1%
  PS: 158 | Active 74,2% | MoM +5,3%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+6,7%
  PS: 15 | Active 93,8%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+9,4%, Gap 3
• Grapari Dompu: PS +12,5%, Gap 1
• Grapari Lombok Timur: PS 0,0%, Gap 0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-66,7%, Gap -2
• Grapari Mataram: PS -14,6%, Gap -7
• Grapari Sumbawa: PS +50,0%, Gap 3
• Grapari Taliwang: PS +16,7%,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-3 (-11,1%), PS -1 (-11,1%)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(-50,0%), PS -2 (-100,0%)
• Sumbawa Barat - Sumbawa Timur: RE 1 (+25,0%), PS -1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SOPIAN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