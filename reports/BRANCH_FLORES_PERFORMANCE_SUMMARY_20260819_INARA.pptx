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Aug 2026 vs MTD-1 01–19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1.387,3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51,1%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678,3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1.156,0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50,3%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575,0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+6,8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52,6%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51,3%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48,6%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266,8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48,6%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Ngada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Alor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Aug 2026 vs MTD-1 01–19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142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+6,3%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79   Δ 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+8,0%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75   Δ 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-10,5%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57   Δ -6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1.462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-14,7%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1.713   Δ -251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3986784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261104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715000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Aug 2026 vs MTD-1 01–19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3.591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6.006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10,3%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251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79 (31,5%)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111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81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51 (63,0%)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