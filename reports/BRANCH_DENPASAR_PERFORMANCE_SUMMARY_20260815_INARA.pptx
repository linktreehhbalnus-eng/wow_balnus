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3.207,9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2.693,8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194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130   Δ -4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2.504   Δ -109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8.388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7.638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46.738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2.404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203 (8,4%)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60 (33,3%)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