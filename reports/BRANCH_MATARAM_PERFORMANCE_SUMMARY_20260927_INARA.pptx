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  <c:pt idx="16">
                  <c:v>49.0</c:v>
                </c:pt>
                <c:pt idx="17">
                  <c:v>54.0</c:v>
                </c:pt>
                <c:pt idx="18">
                  <c:v>55.0</c:v>
                </c:pt>
                <c:pt idx="19">
                  <c:v>37.0</c:v>
                </c:pt>
                <c:pt idx="20">
                  <c:v>63.0</c:v>
                </c:pt>
                <c:pt idx="21">
                  <c:v>51.0</c:v>
                </c:pt>
                <c:pt idx="22">
                  <c:v>50.0</c:v>
                </c:pt>
                <c:pt idx="23">
                  <c:v>53.0</c:v>
                </c:pt>
                <c:pt idx="24">
                  <c:v>54.0</c:v>
                </c:pt>
                <c:pt idx="25">
                  <c:v>48.0</c:v>
                </c:pt>
                <c:pt idx="26">
                  <c:v>33.0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  <c:pt idx="15">
                  <c:v>35.0</c:v>
                </c:pt>
                <c:pt idx="16">
                  <c:v>29.0</c:v>
                </c:pt>
                <c:pt idx="17">
                  <c:v>30.0</c:v>
                </c:pt>
                <c:pt idx="18">
                  <c:v>31.0</c:v>
                </c:pt>
                <c:pt idx="19">
                  <c:v>22.0</c:v>
                </c:pt>
                <c:pt idx="20">
                  <c:v>30.0</c:v>
                </c:pt>
                <c:pt idx="21">
                  <c:v>28.0</c:v>
                </c:pt>
                <c:pt idx="22">
                  <c:v>30.0</c:v>
                </c:pt>
                <c:pt idx="23">
                  <c:v>35.0</c:v>
                </c:pt>
                <c:pt idx="24">
                  <c:v>30.0</c:v>
                </c:pt>
                <c:pt idx="25">
                  <c:v>25.0</c:v>
                </c:pt>
                <c:pt idx="26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  <c:pt idx="15">
                  <c:v>20.0</c:v>
                </c:pt>
                <c:pt idx="16">
                  <c:v>20.0</c:v>
                </c:pt>
                <c:pt idx="17">
                  <c:v>24.0</c:v>
                </c:pt>
                <c:pt idx="18">
                  <c:v>24.0</c:v>
                </c:pt>
                <c:pt idx="19">
                  <c:v>15.0</c:v>
                </c:pt>
                <c:pt idx="20">
                  <c:v>33.0</c:v>
                </c:pt>
                <c:pt idx="21">
                  <c:v>23.0</c:v>
                </c:pt>
                <c:pt idx="22">
                  <c:v>20.0</c:v>
                </c:pt>
                <c:pt idx="23">
                  <c:v>18.0</c:v>
                </c:pt>
                <c:pt idx="24">
                  <c:v>24.0</c:v>
                </c:pt>
                <c:pt idx="25">
                  <c:v>23.0</c:v>
                </c:pt>
                <c:pt idx="26">
                  <c:v>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  <c:pt idx="16">
                  <c:v>46.0</c:v>
                </c:pt>
                <c:pt idx="17">
                  <c:v>41.0</c:v>
                </c:pt>
                <c:pt idx="18">
                  <c:v>45.0</c:v>
                </c:pt>
                <c:pt idx="19">
                  <c:v>32.0</c:v>
                </c:pt>
                <c:pt idx="20">
                  <c:v>56.0</c:v>
                </c:pt>
                <c:pt idx="21">
                  <c:v>50.0</c:v>
                </c:pt>
                <c:pt idx="22">
                  <c:v>42.0</c:v>
                </c:pt>
                <c:pt idx="23">
                  <c:v>48.0</c:v>
                </c:pt>
                <c:pt idx="24">
                  <c:v>45.0</c:v>
                </c:pt>
                <c:pt idx="25">
                  <c:v>38.0</c:v>
                </c:pt>
                <c:pt idx="26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  <c:pt idx="15">
                  <c:v>37.0</c:v>
                </c:pt>
                <c:pt idx="16">
                  <c:v>29.0</c:v>
                </c:pt>
                <c:pt idx="17">
                  <c:v>25.0</c:v>
                </c:pt>
                <c:pt idx="18">
                  <c:v>26.0</c:v>
                </c:pt>
                <c:pt idx="19">
                  <c:v>20.0</c:v>
                </c:pt>
                <c:pt idx="20">
                  <c:v>32.0</c:v>
                </c:pt>
                <c:pt idx="21">
                  <c:v>25.0</c:v>
                </c:pt>
                <c:pt idx="22">
                  <c:v>26.0</c:v>
                </c:pt>
                <c:pt idx="23">
                  <c:v>26.0</c:v>
                </c:pt>
                <c:pt idx="24">
                  <c:v>26.0</c:v>
                </c:pt>
                <c:pt idx="25">
                  <c:v>25.0</c:v>
                </c:pt>
                <c:pt idx="26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  <c:pt idx="15">
                  <c:v>21.0</c:v>
                </c:pt>
                <c:pt idx="16">
                  <c:v>17.0</c:v>
                </c:pt>
                <c:pt idx="17">
                  <c:v>16.0</c:v>
                </c:pt>
                <c:pt idx="18">
                  <c:v>19.0</c:v>
                </c:pt>
                <c:pt idx="19">
                  <c:v>12.0</c:v>
                </c:pt>
                <c:pt idx="20">
                  <c:v>24.0</c:v>
                </c:pt>
                <c:pt idx="21">
                  <c:v>25.0</c:v>
                </c:pt>
                <c:pt idx="22">
                  <c:v>16.0</c:v>
                </c:pt>
                <c:pt idx="23">
                  <c:v>22.0</c:v>
                </c:pt>
                <c:pt idx="24">
                  <c:v>19.0</c:v>
                </c:pt>
                <c:pt idx="25">
                  <c:v>13.0</c:v>
                </c:pt>
                <c:pt idx="26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193   Δ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186   Δ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173   Δ 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4.643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-15,4%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5.489   Δ -846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2.049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3.251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+15,4%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164 / 213 (77,0%)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+0,6% | Turun 80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190 / 240 (79,2%)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+2,2% | Turun 93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11 (90,9%)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99 / 131 (75,6%)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+3,1%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115 / 148 (77,7%)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+5,5% | Turun 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65 / 82 (79,3%)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-3,0%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75 / 92 (81,5%)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-2,6%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1.120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1.573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16 (31,2%)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34 / 213 (16,0%)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-24,4% | Turun 80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50 / 240 (20,8%)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-18,0% | Turun 93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11 (36,4%)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 / 131 (16,8%)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-21,4%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148 (21,6%)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82 (14,6%)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-29,4%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92 (19,6%)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-28,0%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3.036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437 (31,5%)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1.077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459 (84,1%)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1.461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196 | MoM +1,6%
PS: 190 | MoM +2,2%
• Performer
  RE: 1 | Active 100,0% | MoM 0,0%
  PS: 1 | Active 100,0% | MoM 0,0%
• Junior
  RE: 169 | Active 79,3% | MoM +1,8%
  PS: 164 | Active 77,0% | MoM +3,1%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16 | Active 100,0% | MoM 0,0%
  PS: 15 | Active 93,8% | MoM -6,2%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-4,9%, Gap -2
• Grapari Dompu: PS +11,1%, Gap 1
• Grapari Lombok Timur: PS 0,0%, Gap 0
• Grapari Lombok Utara: PS -50,0%,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-50,0%, Gap -2
• Grapari Mataram: PS -22,8%, Gap -13
• Grapari Sumbawa: PS +42,9%, Gap 3
• Grapari Taliwang: PS +28,6%,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-96 (-7,6%), PS -63 (-6,4%)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-2 (-6,2%), PS -1 (-8,3%)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-5 (-62,5%), PS -3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480,0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304,2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Wahyu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SAPUTRA WIJAYA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GEORANO INDRIANTO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Wahyu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Sep 2026 vs MTD-1 01–27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SAIRIN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Erwin Tri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Humairoh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Nizma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Erwin Tri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Humairoh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