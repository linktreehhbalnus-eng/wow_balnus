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73.0</c:v>
                </c:pt>
                <c:pt idx="1">
                  <c:v>78.0</c:v>
                </c:pt>
                <c:pt idx="2">
                  <c:v>67.0</c:v>
                </c:pt>
                <c:pt idx="3">
                  <c:v>61.0</c:v>
                </c:pt>
                <c:pt idx="4">
                  <c:v>59.0</c:v>
                </c:pt>
                <c:pt idx="5">
                  <c:v>57.0</c:v>
                </c:pt>
                <c:pt idx="6">
                  <c:v>69.0</c:v>
                </c:pt>
                <c:pt idx="7">
                  <c:v>61.0</c:v>
                </c:pt>
                <c:pt idx="8">
                  <c:v>67.0</c:v>
                </c:pt>
                <c:pt idx="9">
                  <c:v>62.0</c:v>
                </c:pt>
                <c:pt idx="10">
                  <c:v>64.0</c:v>
                </c:pt>
                <c:pt idx="11">
                  <c:v>51.0</c:v>
                </c:pt>
                <c:pt idx="12">
                  <c:v>49.0</c:v>
                </c:pt>
                <c:pt idx="13">
                  <c:v>64.0</c:v>
                </c:pt>
                <c:pt idx="14">
                  <c:v>67.0</c:v>
                </c:pt>
                <c:pt idx="15">
                  <c:v>67.0</c:v>
                </c:pt>
                <c:pt idx="16">
                  <c:v>71.0</c:v>
                </c:pt>
                <c:pt idx="17">
                  <c:v>50.0</c:v>
                </c:pt>
                <c:pt idx="18">
                  <c:v>58.0</c:v>
                </c:pt>
                <c:pt idx="19">
                  <c:v>52.0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23.0</c:v>
                </c:pt>
                <c:pt idx="1">
                  <c:v>22.0</c:v>
                </c:pt>
                <c:pt idx="2">
                  <c:v>20.0</c:v>
                </c:pt>
                <c:pt idx="3">
                  <c:v>19.0</c:v>
                </c:pt>
                <c:pt idx="4">
                  <c:v>18.0</c:v>
                </c:pt>
                <c:pt idx="5">
                  <c:v>15.0</c:v>
                </c:pt>
                <c:pt idx="6">
                  <c:v>16.0</c:v>
                </c:pt>
                <c:pt idx="7">
                  <c:v>15.0</c:v>
                </c:pt>
                <c:pt idx="8">
                  <c:v>17.0</c:v>
                </c:pt>
                <c:pt idx="9">
                  <c:v>21.0</c:v>
                </c:pt>
                <c:pt idx="10">
                  <c:v>19.0</c:v>
                </c:pt>
                <c:pt idx="11">
                  <c:v>15.0</c:v>
                </c:pt>
                <c:pt idx="12">
                  <c:v>16.0</c:v>
                </c:pt>
                <c:pt idx="13">
                  <c:v>16.0</c:v>
                </c:pt>
                <c:pt idx="14">
                  <c:v>21.0</c:v>
                </c:pt>
                <c:pt idx="15">
                  <c:v>21.0</c:v>
                </c:pt>
                <c:pt idx="16">
                  <c:v>21.0</c:v>
                </c:pt>
                <c:pt idx="17">
                  <c:v>19.0</c:v>
                </c:pt>
                <c:pt idx="18">
                  <c:v>18.0</c:v>
                </c:pt>
                <c:pt idx="19">
                  <c:v>19.0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16.0</c:v>
                </c:pt>
                <c:pt idx="1">
                  <c:v>21.0</c:v>
                </c:pt>
                <c:pt idx="2">
                  <c:v>17.0</c:v>
                </c:pt>
                <c:pt idx="3">
                  <c:v>13.0</c:v>
                </c:pt>
                <c:pt idx="4">
                  <c:v>13.0</c:v>
                </c:pt>
                <c:pt idx="5">
                  <c:v>17.0</c:v>
                </c:pt>
                <c:pt idx="6">
                  <c:v>17.0</c:v>
                </c:pt>
                <c:pt idx="7">
                  <c:v>19.0</c:v>
                </c:pt>
                <c:pt idx="8">
                  <c:v>18.0</c:v>
                </c:pt>
                <c:pt idx="9">
                  <c:v>9.0</c:v>
                </c:pt>
                <c:pt idx="10">
                  <c:v>20.0</c:v>
                </c:pt>
                <c:pt idx="11">
                  <c:v>12.0</c:v>
                </c:pt>
                <c:pt idx="12">
                  <c:v>13.0</c:v>
                </c:pt>
                <c:pt idx="13">
                  <c:v>20.0</c:v>
                </c:pt>
                <c:pt idx="14">
                  <c:v>17.0</c:v>
                </c:pt>
                <c:pt idx="15">
                  <c:v>17.0</c:v>
                </c:pt>
                <c:pt idx="16">
                  <c:v>17.0</c:v>
                </c:pt>
                <c:pt idx="17">
                  <c:v>13.0</c:v>
                </c:pt>
                <c:pt idx="18">
                  <c:v>11.0</c:v>
                </c:pt>
                <c:pt idx="19">
                  <c:v>12.0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</c:strCache>
            </c: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19.0</c:v>
                </c:pt>
                <c:pt idx="1">
                  <c:v>20.0</c:v>
                </c:pt>
                <c:pt idx="2">
                  <c:v>21.0</c:v>
                </c:pt>
                <c:pt idx="3">
                  <c:v>14.0</c:v>
                </c:pt>
                <c:pt idx="4">
                  <c:v>14.0</c:v>
                </c:pt>
                <c:pt idx="5">
                  <c:v>16.0</c:v>
                </c:pt>
                <c:pt idx="6">
                  <c:v>19.0</c:v>
                </c:pt>
                <c:pt idx="7">
                  <c:v>16.0</c:v>
                </c:pt>
                <c:pt idx="8">
                  <c:v>18.0</c:v>
                </c:pt>
                <c:pt idx="9">
                  <c:v>19.0</c:v>
                </c:pt>
                <c:pt idx="10">
                  <c:v>12.0</c:v>
                </c:pt>
                <c:pt idx="11">
                  <c:v>15.0</c:v>
                </c:pt>
                <c:pt idx="12">
                  <c:v>12.0</c:v>
                </c:pt>
                <c:pt idx="13">
                  <c:v>15.0</c:v>
                </c:pt>
                <c:pt idx="14">
                  <c:v>16.0</c:v>
                </c:pt>
                <c:pt idx="15">
                  <c:v>16.0</c:v>
                </c:pt>
                <c:pt idx="16">
                  <c:v>18.0</c:v>
                </c:pt>
                <c:pt idx="17">
                  <c:v>11.0</c:v>
                </c:pt>
                <c:pt idx="18">
                  <c:v>16.0</c:v>
                </c:pt>
                <c:pt idx="19">
                  <c:v>11.0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</c:strCache>
            </c:strRef>
          </c:cat>
          <c:val>
            <c:numRef>
              <c:f>Sheet1!$F$2:$F$21</c:f>
              <c:numCache>
                <c:formatCode>General</c:formatCode>
                <c:ptCount val="20"/>
                <c:pt idx="0">
                  <c:v>15.0</c:v>
                </c:pt>
                <c:pt idx="1">
                  <c:v>15.0</c:v>
                </c:pt>
                <c:pt idx="2">
                  <c:v>9.0</c:v>
                </c:pt>
                <c:pt idx="3">
                  <c:v>15.0</c:v>
                </c:pt>
                <c:pt idx="4">
                  <c:v>14.0</c:v>
                </c:pt>
                <c:pt idx="5">
                  <c:v>9.0</c:v>
                </c:pt>
                <c:pt idx="6">
                  <c:v>17.0</c:v>
                </c:pt>
                <c:pt idx="7">
                  <c:v>11.0</c:v>
                </c:pt>
                <c:pt idx="8">
                  <c:v>14.0</c:v>
                </c:pt>
                <c:pt idx="9">
                  <c:v>13.0</c:v>
                </c:pt>
                <c:pt idx="10">
                  <c:v>13.0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  <c:pt idx="14">
                  <c:v>13.0</c:v>
                </c:pt>
                <c:pt idx="15">
                  <c:v>13.0</c:v>
                </c:pt>
                <c:pt idx="16">
                  <c:v>16.0</c:v>
                </c:pt>
                <c:pt idx="17">
                  <c:v>7.0</c:v>
                </c:pt>
                <c:pt idx="18">
                  <c:v>13.0</c:v>
                </c:pt>
                <c:pt idx="19">
                  <c:v>10.0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51.0</c:v>
                </c:pt>
                <c:pt idx="1">
                  <c:v>67.0</c:v>
                </c:pt>
                <c:pt idx="2">
                  <c:v>60.0</c:v>
                </c:pt>
                <c:pt idx="3">
                  <c:v>47.0</c:v>
                </c:pt>
                <c:pt idx="4">
                  <c:v>56.0</c:v>
                </c:pt>
                <c:pt idx="5">
                  <c:v>50.0</c:v>
                </c:pt>
                <c:pt idx="6">
                  <c:v>54.0</c:v>
                </c:pt>
                <c:pt idx="7">
                  <c:v>67.0</c:v>
                </c:pt>
                <c:pt idx="8">
                  <c:v>53.0</c:v>
                </c:pt>
                <c:pt idx="9">
                  <c:v>57.0</c:v>
                </c:pt>
                <c:pt idx="10">
                  <c:v>64.0</c:v>
                </c:pt>
                <c:pt idx="11">
                  <c:v>54.0</c:v>
                </c:pt>
                <c:pt idx="12">
                  <c:v>45.0</c:v>
                </c:pt>
                <c:pt idx="13">
                  <c:v>51.0</c:v>
                </c:pt>
                <c:pt idx="14">
                  <c:v>58.0</c:v>
                </c:pt>
                <c:pt idx="15">
                  <c:v>59.0</c:v>
                </c:pt>
                <c:pt idx="16">
                  <c:v>59.0</c:v>
                </c:pt>
                <c:pt idx="17">
                  <c:v>55.0</c:v>
                </c:pt>
                <c:pt idx="18">
                  <c:v>46.0</c:v>
                </c:pt>
                <c:pt idx="19">
                  <c:v>52.0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18.0</c:v>
                </c:pt>
                <c:pt idx="1">
                  <c:v>20.0</c:v>
                </c:pt>
                <c:pt idx="2">
                  <c:v>16.0</c:v>
                </c:pt>
                <c:pt idx="3">
                  <c:v>15.0</c:v>
                </c:pt>
                <c:pt idx="4">
                  <c:v>15.0</c:v>
                </c:pt>
                <c:pt idx="5">
                  <c:v>13.0</c:v>
                </c:pt>
                <c:pt idx="6">
                  <c:v>15.0</c:v>
                </c:pt>
                <c:pt idx="7">
                  <c:v>17.0</c:v>
                </c:pt>
                <c:pt idx="8">
                  <c:v>15.0</c:v>
                </c:pt>
                <c:pt idx="9">
                  <c:v>12.0</c:v>
                </c:pt>
                <c:pt idx="10">
                  <c:v>16.0</c:v>
                </c:pt>
                <c:pt idx="11">
                  <c:v>16.0</c:v>
                </c:pt>
                <c:pt idx="12">
                  <c:v>16.0</c:v>
                </c:pt>
                <c:pt idx="13">
                  <c:v>15.0</c:v>
                </c:pt>
                <c:pt idx="14">
                  <c:v>15.0</c:v>
                </c:pt>
                <c:pt idx="15">
                  <c:v>17.0</c:v>
                </c:pt>
                <c:pt idx="16">
                  <c:v>18.0</c:v>
                </c:pt>
                <c:pt idx="17">
                  <c:v>14.0</c:v>
                </c:pt>
                <c:pt idx="18">
                  <c:v>15.0</c:v>
                </c:pt>
                <c:pt idx="19">
                  <c:v>16.0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11.0</c:v>
                </c:pt>
                <c:pt idx="1">
                  <c:v>16.0</c:v>
                </c:pt>
                <c:pt idx="2">
                  <c:v>14.0</c:v>
                </c:pt>
                <c:pt idx="3">
                  <c:v>12.0</c:v>
                </c:pt>
                <c:pt idx="4">
                  <c:v>13.0</c:v>
                </c:pt>
                <c:pt idx="5">
                  <c:v>14.0</c:v>
                </c:pt>
                <c:pt idx="6">
                  <c:v>15.0</c:v>
                </c:pt>
                <c:pt idx="7">
                  <c:v>18.0</c:v>
                </c:pt>
                <c:pt idx="8">
                  <c:v>16.0</c:v>
                </c:pt>
                <c:pt idx="9">
                  <c:v>14.0</c:v>
                </c:pt>
                <c:pt idx="10">
                  <c:v>17.0</c:v>
                </c:pt>
                <c:pt idx="11">
                  <c:v>14.0</c:v>
                </c:pt>
                <c:pt idx="12">
                  <c:v>13.0</c:v>
                </c:pt>
                <c:pt idx="13">
                  <c:v>13.0</c:v>
                </c:pt>
                <c:pt idx="14">
                  <c:v>18.0</c:v>
                </c:pt>
                <c:pt idx="15">
                  <c:v>15.0</c:v>
                </c:pt>
                <c:pt idx="16">
                  <c:v>14.0</c:v>
                </c:pt>
                <c:pt idx="17">
                  <c:v>16.0</c:v>
                </c:pt>
                <c:pt idx="18">
                  <c:v>12.0</c:v>
                </c:pt>
                <c:pt idx="19">
                  <c:v>10.0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</c:strCache>
            </c: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15.0</c:v>
                </c:pt>
                <c:pt idx="1">
                  <c:v>14.0</c:v>
                </c:pt>
                <c:pt idx="2">
                  <c:v>20.0</c:v>
                </c:pt>
                <c:pt idx="3">
                  <c:v>15.0</c:v>
                </c:pt>
                <c:pt idx="4">
                  <c:v>12.0</c:v>
                </c:pt>
                <c:pt idx="5">
                  <c:v>12.0</c:v>
                </c:pt>
                <c:pt idx="6">
                  <c:v>12.0</c:v>
                </c:pt>
                <c:pt idx="7">
                  <c:v>18.0</c:v>
                </c:pt>
                <c:pt idx="8">
                  <c:v>13.0</c:v>
                </c:pt>
                <c:pt idx="9">
                  <c:v>19.0</c:v>
                </c:pt>
                <c:pt idx="10">
                  <c:v>19.0</c:v>
                </c:pt>
                <c:pt idx="11">
                  <c:v>15.0</c:v>
                </c:pt>
                <c:pt idx="12">
                  <c:v>11.0</c:v>
                </c:pt>
                <c:pt idx="13">
                  <c:v>14.0</c:v>
                </c:pt>
                <c:pt idx="14">
                  <c:v>12.0</c:v>
                </c:pt>
                <c:pt idx="15">
                  <c:v>15.0</c:v>
                </c:pt>
                <c:pt idx="16">
                  <c:v>17.0</c:v>
                </c:pt>
                <c:pt idx="17">
                  <c:v>17.0</c:v>
                </c:pt>
                <c:pt idx="18">
                  <c:v>10.0</c:v>
                </c:pt>
                <c:pt idx="19">
                  <c:v>17.0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</c:strCache>
            </c:strRef>
          </c:cat>
          <c:val>
            <c:numRef>
              <c:f>Sheet1!$F$2:$F$21</c:f>
              <c:numCache>
                <c:formatCode>General</c:formatCode>
                <c:ptCount val="20"/>
                <c:pt idx="0">
                  <c:v>7.0</c:v>
                </c:pt>
                <c:pt idx="1">
                  <c:v>17.0</c:v>
                </c:pt>
                <c:pt idx="2">
                  <c:v>10.0</c:v>
                </c:pt>
                <c:pt idx="3">
                  <c:v>5.0</c:v>
                </c:pt>
                <c:pt idx="4">
                  <c:v>16.0</c:v>
                </c:pt>
                <c:pt idx="5">
                  <c:v>11.0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12.0</c:v>
                </c:pt>
                <c:pt idx="11">
                  <c:v>9.0</c:v>
                </c:pt>
                <c:pt idx="12">
                  <c:v>5.0</c:v>
                </c:pt>
                <c:pt idx="13">
                  <c:v>9.0</c:v>
                </c:pt>
                <c:pt idx="14">
                  <c:v>13.0</c:v>
                </c:pt>
                <c:pt idx="15">
                  <c:v>12.0</c:v>
                </c:pt>
                <c:pt idx="16">
                  <c:v>10.0</c:v>
                </c:pt>
                <c:pt idx="17">
                  <c:v>8.0</c:v>
                </c:pt>
                <c:pt idx="18">
                  <c:v>10.0</c:v>
                </c:pt>
                <c:pt idx="19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4.435,7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58,7%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1.831,7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3.541,2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74,4%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78,5%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58,6%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51,8%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219   Δ -8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-4,8%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210   Δ -10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+18,9%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175   Δ 33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5.046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+16,1%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4.347   Δ 699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1.078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1.481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1.488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+74,2%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1.060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+18,8%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161 / 310 (51,9%)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-10,1% | Turun 102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200 / 351 (57,0%)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-5,7% | Turun 121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 / 68 (55,9%)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-15,6%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48 / 80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46 / 85 (54,1%)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-11,5% | Turun 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54 / 93 (58,1%)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-8,5% | Turun 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 / 80 (45,0%)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-5,3%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49 / 93 (52,7%)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-2,0%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41 / 77 (53,2%)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-6,8%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49 / 85 (57,6%)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+4,3%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922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+454,1%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509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1.903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662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493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 / 20 (25,0%)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26 / 310 (8,4%)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-21,2% | Turun 102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+33,3%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51 / 351 (14,5%)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-3,8% | Turun 121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6 (16,7%)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68 (16,2%)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80 (21,2%)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+6,2%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85 (7,1%)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 / 93 (14,0%)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-18,8% | Turun 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6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80 (5,0%)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93 (14,0%)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+8,3%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77 (6,5%)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-37,5%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85 (9,4%)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2.284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2.492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31.994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47.524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3.348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414 (12,4%)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1.229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234 (45,4%)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774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2.599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426,7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363,0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211 | MoM -3,7%
PS: 200 | MoM -4,8%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172 | Active 55,5% | MoM -5,0%
  PS: 161 | Active 51,9% | MoM -6,9%
• Greenfield
  RE: 19 | Active 95,0% | MoM +11,8%
  PS: 19 | Active 95,0% | MoM +18,8%
• Junior Plus
  RE: 4 | Active 80,0% | MoM -20,0%
  PS: 4 | Active 80,0% | MoM -20,0%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-66,7%, Gap -4
• Grapari Jimbaran: PS +33,3%, Gap 4
• Grapari Kuta: PS +200,0%, Gap 4
• Grapari Negara: PS +100,0%,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0,0%, Gap 0
• Grapari Singaraja: PS -20,0%, Gap -1
• Grapari Tabanan: PS -16,7%, Gap -1
• Grapari Ubud: PS +83,3%, Gap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1: RE -70 (-11,6%), PS -54 (-10,5%)
• Bali Timur: RE 5 (+1,3%), PS -37 (-11,3%)
• Bali Tengah 2: RE -44 (-7,1%), PS -19 (-3,7%)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2: RE -39 (-39,4%), PS -32 (-40,5%)
• Bali Tengah 1: RE -11 (-16,2%), PS -10 (-18,5%)
• Bali Barat: RE -17 (-44,7%), PS -8 (-40,0%)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0 (0,0%), PS -3 (-37,5%)
• Bali Barat: RE -5 (-38,5%), PS -2 (-50,0%)
• Bali Tengah 1: RE 3 (+21,4%), PS -2 (-20,0%)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446,1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427,2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124,2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139,9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Herzza Rahmadhani Duha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 SUSILAWATI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PUTRA SANJAYA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MOH. AZRILFIAN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Khusairi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GAGUS PUTU SUASA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Gede staria utama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Gde Agung Adhiaksa Pratama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IBNU MAULANA MAHENDRA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Herzza Rahmadhani Duha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MADE RIVAN ANDIKA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GAGUS PUTU SUASA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KETUT TINA ARYANI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Linda Ariyani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PUTU ARIANI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Andi Setiawan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WINDU ADI SUPUTRA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WYN ARYANITI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Andi Setiawan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WINDU ADI SUPUTRA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WYN ARYANITI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