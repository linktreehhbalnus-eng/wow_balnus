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-8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210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+18,9%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33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4.347   Δ 699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161 / 310 (51,9%)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 | Turun 102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200 / 351 (57,0%)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68 (55,9%)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85 (54,1%)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93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80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 / 93 (52,7%)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77 (53,2%)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85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1.903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20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310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-21,2% | Turun 102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 / 351 (14,5%)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68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80 (21,2%)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85 (7,1%)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93 (14,0%)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93 (14,0%)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77 (6,5%)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85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419 (12,5%)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1.252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234 (45,4%)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211 | MoM -3,7%
PS: 200 | MoM -4,8%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172 | Active 55,5% | MoM -5,0%
  PS: 161 | Active 51,9% | MoM -6,9%
• Greenfield
  RE: 19 | Active 95,0% | MoM +11,8%
  PS: 19 | Active 95,0% | MoM +18,8%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+33,3%, Gap 4
• Grapari Kuta: PS +200,0%, Gap 4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-20,0%, Gap -1
• Grapari Tabanan: PS -16,7%, Gap -1
• Grapari Ubud: PS +83,3%,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-70 (-11,6%), PS -54 (-10,5%)
• Bali Timur: RE 5 (+1,3%), PS -37 (-11,3%)
• Bali Tengah 2: RE -44 (-7,1%), PS -19 (-3,7%)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-39 (-39,4%), PS -32 (-40,5%)
• Bali Tengah 1: RE -11 (-16,2%), PS -10 (-18,5%)
• Bali Barat: RE -17 (-44,7%), PS -8 (-40,0%)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0 (0,0%), PS -3 (-37,5%)
• Bali Barat: RE -5 (-38,5%), PS -2 (-50,0%)
• Bali Tengah 1: RE 3 (+21,4%), PS -2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