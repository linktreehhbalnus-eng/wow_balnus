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170   Δ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164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+36,8%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133   Δ 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3.824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3.504   Δ 320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151 / 213 (70,9%)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176 / 240 (73,3%)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 / 131 (68,7%)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148 (70,9%)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 / 82 (74,4%)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92 (77,2%)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 / 213 (11,3%)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 / 240 (15,8%)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131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148 (15,5%)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82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92 (16,3%)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398 (27,4%)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408 (78,5%)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188 | MoM +10,6%
PS: 176 | MoM +7,3%
• Performer
  RE: 1 | Active 100,0% | MoM 0,0%
  PS: 1 | Active 100,0% | MoM 0,0%
• Junior
  RE: 162 | Active 76,1% | MoM +11,0%
  PS: 151 | Active 70,9% | MoM +7,9%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-6,9%, Gap -2
• Grapari Dompu: PS +16,7%, Gap 1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-1
• Grapari Mataram: PS -20,0%, Gap -8
• Grapari Sumbawa: PS +80,0%, Gap 4
• Grapari Taliwang: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-2 (-8,7%),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ASWAD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Abriyansyah Agung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Hudian Rifsi Oktasoliawan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