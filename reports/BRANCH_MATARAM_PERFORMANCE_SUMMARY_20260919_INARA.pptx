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  <c:pt idx="16">
                  <c:v>29.0</c:v>
                </c:pt>
                <c:pt idx="17">
                  <c:v>30.0</c:v>
                </c:pt>
                <c:pt idx="18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  <c:pt idx="16">
                  <c:v>20.0</c:v>
                </c:pt>
                <c:pt idx="17">
                  <c:v>24.0</c:v>
                </c:pt>
                <c:pt idx="18">
                  <c:v>24.0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  <c:pt idx="17">
                  <c:v>25.0</c:v>
                </c:pt>
                <c:pt idx="18">
                  <c:v>26.0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  <c:pt idx="17">
                  <c:v>16.0</c:v>
                </c:pt>
                <c:pt idx="18">
                  <c:v>19.0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170   Δ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164   Δ 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+41,7%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127   Δ 53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3.584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3.189   Δ 395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1.701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151 / 213 (70,9%)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176 / 240 (73,3%)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+6,7%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 / 131 (68,7%)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+8,4%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148 (70,9%)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 / 82 (74,4%)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+1,7%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92 (77,2%)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 / 213 (11,3%)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 / 240 (15,8%)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+8,6%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11 (18,2%)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131 (11,5%)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148 (15,5%)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82 (11,0%)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92 (16,3%)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373 (25,7%)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787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385 (74,0%)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1.075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188 | MoM +10,6%
PS: 176 | MoM +7,3%
• Performer
  RE: 1 | Active 100,0% | MoM 0,0%
  PS: 1 | Active 100,0% | MoM 0,0%
• Junior
  RE: 162 | Active 76,1% | MoM +11,0%
  PS: 151 | Active 70,9% | MoM +7,9%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15 | Active 93,8% | MoM +15,4%
  PS: 14 | Active 87,5% | MoM +7,7%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-6,9%, Gap -2
• Grapari Dompu: PS +16,7%, Gap 1
• Grapari Lombok Timur: PS -50,0%, Gap -1
• Grapari Lombok Utara: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-50,0%, Gap -1
• Grapari Mataram: PS -20,0%, Gap -8
• Grapari Sumbawa: PS +80,0%, Gap 4
• Grapari Taliwang: PS +25,0%,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-2 (-8,7%), PS -1 (-11,1%)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NIA RAHMAWATI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ASWAD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Sofyan ali alkodri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Abriyansyah Agung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Hudian Rifsi Oktasoliawan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