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Aug 2026 vs MTD-1 01–28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2.045,7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53,8%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1.704,6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52,2%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815,6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-3,2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51,0%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49,6%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67,5%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64,6%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Timor Tengah Selatan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Rote Ndao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Aug 2026 vs MTD-1 01–28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129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0,0%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104   Δ 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+1,0%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102   Δ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+2,4%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84   Δ 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3.408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-26,6%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4.640   Δ -1.232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3.944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2.854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3986784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261104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715000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Aug 2026 vs MTD-1 01–28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1.001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6.861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9.999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6,8%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93 (21,9%)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358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143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109 (76,2%)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330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