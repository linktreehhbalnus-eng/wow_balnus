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46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+47,5%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40   Δ 19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   Δ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+145,9%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133   Δ 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100 (23,4%)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441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121 (83,4%)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SYAFRUDIN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NIMROT SUAN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JACOB BESSIE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ANUGERAH MELKISEDEK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SYAFRUDIN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JACOB BESSIE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ANUGERAH MELKISEDEK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MARKUS RUA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Ipradictus Fransis Adipapa Blegur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FABIANUS RIKARDO NAAT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THADEUS NGEWI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Ipradictus Fransis Adipapa Blegur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FABIANUS RIKARDO NAAT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FREDERIKUS FRANSISKUS LAKE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