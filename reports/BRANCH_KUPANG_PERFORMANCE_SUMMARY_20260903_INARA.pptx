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1.776,8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1.572,2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1.483,5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+26,1%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46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+47,5%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40   Δ 19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+33,3%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   Δ 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+145,9%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133   Δ 194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6.814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100 (23,4%)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441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121 (83,4%)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369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SYAFRUDIN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NIMROT SUAN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JANUARDO MAUKO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JACOB BESSIE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HARMAN NDAJANG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ANUGERAH MELKISEDEK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GUSTAF RIHI MANGNGI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SYAFRUDIN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JACOB BESSIE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ALDIAN YULEX LAYBOIS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MARTHERNUS M SANBEIN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ANUGERAH MELKISEDEK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MARKUS RUA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JANUARDO MAUKO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Sep 2026 vs MTD-1 01–03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NICO ADRIAN RAMA AWANG MANSOPU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Ipradictus Fransis Adipapa Blegur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RAFIKI ABDURAHMAN PUA JENDO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FABIANUS RIKARDO NAAT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THADEUS NGEWI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Ipradictus Fransis Adipapa Blegur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RAFIKI ABDURAHMAN PUA JENDO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FABIANUS RIKARDO NAAT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FREDERIKUS FRANSISKUS LAKE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