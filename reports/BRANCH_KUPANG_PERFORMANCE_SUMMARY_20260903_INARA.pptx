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46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133   Δ 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(23,4%)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441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121 (83,4%)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&amp;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77240"/>
            <a:ext cx="7772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786384"/>
            <a:ext cx="38862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Format sel: MTD-1 → MTD  |  MoM | Contribution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67" cy="13990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 → 42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+44,8% | 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 → 17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-61,4% | 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 → 36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+500,0% | 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 → 14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+366,7% | 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 → –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 → 112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+36,6%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 → 25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+25,0% | 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 → 14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-64,1% | 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 → 30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+400,0% | 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 → 12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+300,0% | 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 → –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 → 83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+22,1%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 → 17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+88,9% | 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 → 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-40,0% | 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 → –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 → 29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+107,1%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70632"/>
            <a:ext cx="8686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Revenue New Sales by Speed — Total Branch &amp;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770632"/>
            <a:ext cx="41148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072384"/>
          <a:ext cx="11548867" cy="13990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5,5 Jt → Rp 7,9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+44,2% | 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10,9 Jt → Rp 4,1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-62,4% | 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1,7 Jt → Rp 9,1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+440,8% | 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1,2 Jt → Rp 4,1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+243,5% | 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870,0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19,2 Jt → Rp 26,0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+35,4%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3,8 Jt → Rp 4,7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+24,1% | 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9,5 Jt → Rp 3,4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-64,7% | 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1,7 Jt → Rp 7,4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+338,7% | 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1,2 Jt → Rp 3,5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+195,4% | 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560,0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 → Rp 19,5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+20,6%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1,7 Jt → Rp 3,2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+88,3% | 49,3%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1,4 Jt → Rp 720,0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-46,7% | 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1,7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570,0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310,0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3,1 Jt → Rp 6,5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+113,6%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FREDERIKUS FRANSISKUS LAKE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