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28/08</c:v>
                </c:pt>
                <c:pt idx="1">
                  <c:v>29/08</c:v>
                </c:pt>
                <c:pt idx="2">
                  <c:v>30/08</c:v>
                </c:pt>
                <c:pt idx="3">
                  <c:v>31/08</c:v>
                </c:pt>
                <c:pt idx="4">
                  <c:v>01/09</c:v>
                </c:pt>
                <c:pt idx="5">
                  <c:v>02/09</c:v>
                </c:pt>
                <c:pt idx="6">
                  <c:v>03/09</c:v>
                </c:pt>
                <c:pt idx="7">
                  <c:v>04/09</c:v>
                </c:pt>
                <c:pt idx="8">
                  <c:v>05/09</c:v>
                </c:pt>
                <c:pt idx="9">
                  <c:v>06/09</c:v>
                </c:pt>
                <c:pt idx="10">
                  <c:v>07/09</c:v>
                </c:pt>
                <c:pt idx="11">
                  <c:v>08/09</c:v>
                </c:pt>
                <c:pt idx="12">
                  <c:v>09/09</c:v>
                </c:pt>
                <c:pt idx="13">
                  <c:v>10/09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339.0</c:v>
                </c:pt>
                <c:pt idx="1">
                  <c:v>270.0</c:v>
                </c:pt>
                <c:pt idx="2">
                  <c:v>203.0</c:v>
                </c:pt>
                <c:pt idx="3">
                  <c:v>311.0</c:v>
                </c:pt>
                <c:pt idx="4">
                  <c:v>407.0</c:v>
                </c:pt>
                <c:pt idx="5">
                  <c:v>359.0</c:v>
                </c:pt>
                <c:pt idx="6">
                  <c:v>334.0</c:v>
                </c:pt>
                <c:pt idx="7">
                  <c:v>324.0</c:v>
                </c:pt>
                <c:pt idx="8">
                  <c:v>279.0</c:v>
                </c:pt>
                <c:pt idx="9">
                  <c:v>198.0</c:v>
                </c:pt>
                <c:pt idx="10">
                  <c:v>362.0</c:v>
                </c:pt>
                <c:pt idx="11">
                  <c:v>351.0</c:v>
                </c:pt>
                <c:pt idx="12">
                  <c:v>315.0</c:v>
                </c:pt>
                <c:pt idx="13">
                  <c:v>312.0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28/08</c:v>
                </c:pt>
                <c:pt idx="1">
                  <c:v>29/08</c:v>
                </c:pt>
                <c:pt idx="2">
                  <c:v>30/08</c:v>
                </c:pt>
                <c:pt idx="3">
                  <c:v>31/08</c:v>
                </c:pt>
                <c:pt idx="4">
                  <c:v>01/09</c:v>
                </c:pt>
                <c:pt idx="5">
                  <c:v>02/09</c:v>
                </c:pt>
                <c:pt idx="6">
                  <c:v>03/09</c:v>
                </c:pt>
                <c:pt idx="7">
                  <c:v>04/09</c:v>
                </c:pt>
                <c:pt idx="8">
                  <c:v>05/09</c:v>
                </c:pt>
                <c:pt idx="9">
                  <c:v>06/09</c:v>
                </c:pt>
                <c:pt idx="10">
                  <c:v>07/09</c:v>
                </c:pt>
                <c:pt idx="11">
                  <c:v>08/09</c:v>
                </c:pt>
                <c:pt idx="12">
                  <c:v>09/09</c:v>
                </c:pt>
                <c:pt idx="13">
                  <c:v>10/09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255.0</c:v>
                </c:pt>
                <c:pt idx="1">
                  <c:v>238.0</c:v>
                </c:pt>
                <c:pt idx="2">
                  <c:v>142.0</c:v>
                </c:pt>
                <c:pt idx="3">
                  <c:v>250.0</c:v>
                </c:pt>
                <c:pt idx="4">
                  <c:v>271.0</c:v>
                </c:pt>
                <c:pt idx="5">
                  <c:v>315.0</c:v>
                </c:pt>
                <c:pt idx="6">
                  <c:v>270.0</c:v>
                </c:pt>
                <c:pt idx="7">
                  <c:v>255.0</c:v>
                </c:pt>
                <c:pt idx="8">
                  <c:v>185.0</c:v>
                </c:pt>
                <c:pt idx="9">
                  <c:v>159.0</c:v>
                </c:pt>
                <c:pt idx="10">
                  <c:v>256.0</c:v>
                </c:pt>
                <c:pt idx="11">
                  <c:v>285.0</c:v>
                </c:pt>
                <c:pt idx="12">
                  <c:v>266.0</c:v>
                </c:pt>
                <c:pt idx="13">
                  <c:v>237.0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+5,1% &amp; PS +2,3% MoM — Achievement Mencapai 29,0% (RE) / 27,1%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10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01–10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 Pendorong Utama PS (+14,0%), Denpasar Terdalam (-3,4%)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+0,9%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28,4%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26,7%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(+48,3%), Bali Tengah 1 Terdalam (-15,0%)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(+81), Rote Ndao Tumbuh Tertinggi (+200,0%)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+175, Bottom 5 -155, dan perubahan PS regional +56.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(+122,3%), TSEL One &gt;30 Mbps Turun Terdalam (-68,3%)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+0,2%, Aktivitas DJP +10,3% MoM — Registered SF 864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55.955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5.434
Dikunjungi: 442 (8,1%)
Visit DJP: 1.144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1.162
Dikunjungi: 379 (32,6%)
Visit DJP: 1.069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dessy maharani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EFENDI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SULASTRI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 Bonita Ndaomanu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Sep 2026 vs MTD-1 01–10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01–10 Sep 2026 vs MTD-1 01–10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2.443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2.499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01–10 Sep 2026 vs MTD-1 01–10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01–10 Sep 2026 vs MTD-1 01–10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3.084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3.241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2.443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2.499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550,9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2.555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2.087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468,1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+296,2%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504 | MoM +3,3%
PS: 462 | MoM +0,2%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417 | Active 54,2% | MoM +1,7%
  PS: 380 | Active 49,4% | MoM -0,8%
• Greenfield
  RE: 51 | Active 87,9% | MoM +24,4%
  PS: 46 | Active 79,3% | MoM +12,2%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-6,8%, Gap -3
• Flores: PS -20,8%, Gap -11
• Kupang: PS +33,3%, Gap +5
• Mataram: PS +10,0%, Gap +5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Gatsu Tengah (Denpasar): -100,0%, Gap -4
• Grapari Maluk (Mataram): -100,0%, Gap -1
• Grapari Bajawa (Flores): -66,7%, Gap -2
• Grapari Larantuka (Flores): -60,0%, Gap -3
• Grapari Singaraja (Denpasar): -50,0%,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-40 (-12,2%), PS -38 (-13,5%)
• Bali Timur: RE -6 (-2,8%), PS -17 (-9,7%)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-24 (-42,9%), PS -25 (-54,3%)
• Bali Barat: RE -9 (-42,9%), PS -8 (-57,1%)
• Bali Tengah 1: RE -9 (-22,0%), PS -8 (-24,2%)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(-12,5%), PS -4 (-66,7%)
• Bali Barat: RE -5 (-55,6%), PS -2 (-66,7%)
• Sumbawa Barat - Sumbawa Timur: RE -1 (-7,7%), PS -2 (-28,6%)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