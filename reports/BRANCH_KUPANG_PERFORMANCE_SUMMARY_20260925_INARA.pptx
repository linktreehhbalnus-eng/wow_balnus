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  <c:pt idx="21">
                  <c:v>37.0</c:v>
                </c:pt>
                <c:pt idx="22">
                  <c:v>29.0</c:v>
                </c:pt>
                <c:pt idx="23">
                  <c:v>26.0</c:v>
                </c:pt>
                <c:pt idx="24">
                  <c:v>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  <c:pt idx="20">
                  <c:v>37.0</c:v>
                </c:pt>
                <c:pt idx="21">
                  <c:v>31.0</c:v>
                </c:pt>
                <c:pt idx="22">
                  <c:v>23.0</c:v>
                </c:pt>
                <c:pt idx="23">
                  <c:v>20.0</c:v>
                </c:pt>
                <c:pt idx="24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  <c:pt idx="20">
                  <c:v>8.0</c:v>
                </c:pt>
                <c:pt idx="21">
                  <c:v>6.0</c:v>
                </c:pt>
                <c:pt idx="22">
                  <c:v>6.0</c:v>
                </c:pt>
                <c:pt idx="23">
                  <c:v>6.0</c:v>
                </c:pt>
                <c:pt idx="24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  <c:pt idx="20">
                  <c:v>34.0</c:v>
                </c:pt>
                <c:pt idx="21">
                  <c:v>34.0</c:v>
                </c:pt>
                <c:pt idx="22">
                  <c:v>28.0</c:v>
                </c:pt>
                <c:pt idx="23">
                  <c:v>26.0</c:v>
                </c:pt>
                <c:pt idx="24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10.0</c:v>
                </c:pt>
                <c:pt idx="20">
                  <c:v>28.0</c:v>
                </c:pt>
                <c:pt idx="21">
                  <c:v>28.0</c:v>
                </c:pt>
                <c:pt idx="22">
                  <c:v>22.0</c:v>
                </c:pt>
                <c:pt idx="23">
                  <c:v>22.0</c:v>
                </c:pt>
                <c:pt idx="24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1.0</c:v>
                </c:pt>
                <c:pt idx="20">
                  <c:v>6.0</c:v>
                </c:pt>
                <c:pt idx="21">
                  <c:v>6.0</c:v>
                </c:pt>
                <c:pt idx="22">
                  <c:v>6.0</c:v>
                </c:pt>
                <c:pt idx="23">
                  <c:v>4.0</c:v>
                </c:pt>
                <c:pt idx="24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2.238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-23,8%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2.936   Δ -698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100 / 139 (71,9%)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+12,4%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111 / 152 (73,0%)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+9,9%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 / 109 (77,1%)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120 (77,5%)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+8,1%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139 (16,5%)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+21,1%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 / 152 (17,8%)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+17,4%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109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120 (15,8%)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32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(25,7%)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489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113 (73,4%)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114 | MoM +11,8%
PS: 111 | MoM +11,0%
• Junior
  RE: 103 | Active 74,1% | MoM +14,4%
  PS: 100 | Active 71,9% | MoM +13,6%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-12,5%
  PS: 7 | Active 77,8% | MoM -12,5%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+200,0%, Gap 2
• Grapari Kefamenanu: PS 0,0%, Gap 0
• Grapari Kupang: PS +18,2%,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+66,7%, Gap 2
• Grapari Waikabubak: PS +33,3%, Gap 1
• Grapari Waingapu: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-24 (-3,7%), PS -6 (-1,1%)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 (-2,6%), PS -1 (-4,3%)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-15 (-34,9%), PS -7 (-38,9%)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MELISA PRATAMI ALSYATRI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ATRY TAHUN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