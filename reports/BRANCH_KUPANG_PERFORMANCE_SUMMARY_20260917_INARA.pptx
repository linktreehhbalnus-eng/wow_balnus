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94   Δ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-9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1.746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2.431   Δ -685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92 / 139 (66,2%)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+8,2%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103 / 152 (67,8%)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+9,6%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 / 109 (69,7%)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120 (70,8%)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+7,6%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139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152 (7,2%)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109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120 (5,8%)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32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79 (18,5%)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329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89 (57,8%)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105 | MoM +11,7%
PS: 103 | MoM +10,8%
• Junior
  RE: 94 | Active 67,6% | MoM +10,6%
  PS: 92 | Active 66,2% | MoM +9,5%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+40,0%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+200,0%, Gap 2
• Grapari Kefamenanu: PS +40,0%, Gap 2
• Grapari Kupang: PS +11,1%,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3
• Grapari Soe: PS +50,0%, Gap 1
• Grapari Waikabubak: PS 0,0%, Gap 0
• Grapari Waingapu: PS +66,7%,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-10 (-37,0%), PS -6 (-46,2%)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