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  <c:pt idx="6">
                  <c:v>38.0</c:v>
                </c:pt>
                <c:pt idx="7">
                  <c:v>28.0</c:v>
                </c:pt>
                <c:pt idx="8">
                  <c:v>27.0</c:v>
                </c:pt>
                <c:pt idx="9">
                  <c:v>26.0</c:v>
                </c:pt>
                <c:pt idx="10">
                  <c:v>23.0</c:v>
                </c:pt>
                <c:pt idx="11">
                  <c:v>17.0</c:v>
                </c:pt>
                <c:pt idx="12">
                  <c:v>11.0</c:v>
                </c:pt>
                <c:pt idx="13">
                  <c:v>35.0</c:v>
                </c:pt>
                <c:pt idx="14">
                  <c:v>28.0</c:v>
                </c:pt>
                <c:pt idx="15">
                  <c:v>34.0</c:v>
                </c:pt>
                <c:pt idx="16">
                  <c:v>27.0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29.0</c:v>
                </c:pt>
                <c:pt idx="1">
                  <c:v>21.0</c:v>
                </c:pt>
                <c:pt idx="2">
                  <c:v>16.0</c:v>
                </c:pt>
                <c:pt idx="3">
                  <c:v>26.0</c:v>
                </c:pt>
                <c:pt idx="4">
                  <c:v>12.0</c:v>
                </c:pt>
                <c:pt idx="5">
                  <c:v>13.0</c:v>
                </c:pt>
                <c:pt idx="6">
                  <c:v>30.0</c:v>
                </c:pt>
                <c:pt idx="7">
                  <c:v>19.0</c:v>
                </c:pt>
                <c:pt idx="8">
                  <c:v>23.0</c:v>
                </c:pt>
                <c:pt idx="9">
                  <c:v>19.0</c:v>
                </c:pt>
                <c:pt idx="10">
                  <c:v>16.0</c:v>
                </c:pt>
                <c:pt idx="11">
                  <c:v>14.0</c:v>
                </c:pt>
                <c:pt idx="12">
                  <c:v>9.0</c:v>
                </c:pt>
                <c:pt idx="13">
                  <c:v>29.0</c:v>
                </c:pt>
                <c:pt idx="14">
                  <c:v>22.0</c:v>
                </c:pt>
                <c:pt idx="15">
                  <c:v>28.0</c:v>
                </c:pt>
                <c:pt idx="16">
                  <c:v>22.0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7.0</c:v>
                </c:pt>
                <c:pt idx="1">
                  <c:v>8.0</c:v>
                </c:pt>
                <c:pt idx="2">
                  <c:v>6.0</c:v>
                </c:pt>
                <c:pt idx="3">
                  <c:v>6.0</c:v>
                </c:pt>
                <c:pt idx="4">
                  <c:v>8.0</c:v>
                </c:pt>
                <c:pt idx="5">
                  <c:v>3.0</c:v>
                </c:pt>
                <c:pt idx="6">
                  <c:v>8.0</c:v>
                </c:pt>
                <c:pt idx="7">
                  <c:v>9.0</c:v>
                </c:pt>
                <c:pt idx="8">
                  <c:v>4.0</c:v>
                </c:pt>
                <c:pt idx="9">
                  <c:v>7.0</c:v>
                </c:pt>
                <c:pt idx="10">
                  <c:v>7.0</c:v>
                </c:pt>
                <c:pt idx="11">
                  <c:v>3.0</c:v>
                </c:pt>
                <c:pt idx="12">
                  <c:v>2.0</c:v>
                </c:pt>
                <c:pt idx="13">
                  <c:v>6.0</c:v>
                </c:pt>
                <c:pt idx="14">
                  <c:v>6.0</c:v>
                </c:pt>
                <c:pt idx="15">
                  <c:v>6.0</c:v>
                </c:pt>
                <c:pt idx="16">
                  <c:v>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  <c:pt idx="6">
                  <c:v>27.0</c:v>
                </c:pt>
                <c:pt idx="7">
                  <c:v>27.0</c:v>
                </c:pt>
                <c:pt idx="8">
                  <c:v>24.0</c:v>
                </c:pt>
                <c:pt idx="9">
                  <c:v>24.0</c:v>
                </c:pt>
                <c:pt idx="10">
                  <c:v>25.0</c:v>
                </c:pt>
                <c:pt idx="11">
                  <c:v>15.0</c:v>
                </c:pt>
                <c:pt idx="12">
                  <c:v>7.0</c:v>
                </c:pt>
                <c:pt idx="13">
                  <c:v>26.0</c:v>
                </c:pt>
                <c:pt idx="14">
                  <c:v>29.0</c:v>
                </c:pt>
                <c:pt idx="15">
                  <c:v>30.0</c:v>
                </c:pt>
                <c:pt idx="16">
                  <c:v>25.0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23.0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11.0</c:v>
                </c:pt>
                <c:pt idx="5">
                  <c:v>12.0</c:v>
                </c:pt>
                <c:pt idx="6">
                  <c:v>19.0</c:v>
                </c:pt>
                <c:pt idx="7">
                  <c:v>20.0</c:v>
                </c:pt>
                <c:pt idx="8">
                  <c:v>16.0</c:v>
                </c:pt>
                <c:pt idx="9">
                  <c:v>18.0</c:v>
                </c:pt>
                <c:pt idx="10">
                  <c:v>19.0</c:v>
                </c:pt>
                <c:pt idx="11">
                  <c:v>11.0</c:v>
                </c:pt>
                <c:pt idx="12">
                  <c:v>6.0</c:v>
                </c:pt>
                <c:pt idx="13">
                  <c:v>20.0</c:v>
                </c:pt>
                <c:pt idx="14">
                  <c:v>23.0</c:v>
                </c:pt>
                <c:pt idx="15">
                  <c:v>22.0</c:v>
                </c:pt>
                <c:pt idx="16">
                  <c:v>21.0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4.0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7.0</c:v>
                </c:pt>
                <c:pt idx="5">
                  <c:v>2.0</c:v>
                </c:pt>
                <c:pt idx="6">
                  <c:v>8.0</c:v>
                </c:pt>
                <c:pt idx="7">
                  <c:v>7.0</c:v>
                </c:pt>
                <c:pt idx="8">
                  <c:v>8.0</c:v>
                </c:pt>
                <c:pt idx="9">
                  <c:v>6.0</c:v>
                </c:pt>
                <c:pt idx="10">
                  <c:v>6.0</c:v>
                </c:pt>
                <c:pt idx="11">
                  <c:v>4.0</c:v>
                </c:pt>
                <c:pt idx="12">
                  <c:v>1.0</c:v>
                </c:pt>
                <c:pt idx="13">
                  <c:v>6.0</c:v>
                </c:pt>
                <c:pt idx="14">
                  <c:v>6.0</c:v>
                </c:pt>
                <c:pt idx="15">
                  <c:v>8.0</c:v>
                </c:pt>
                <c:pt idx="16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94   Δ 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+10,8%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93   Δ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76   Δ -7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1.970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-20,6%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2.480   Δ -510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1.641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92 / 139 (66,2%)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+8,2%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103 / 152 (67,8%)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+9,6% | Turun 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8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76 / 109 (69,7%)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85 / 120 (70,8%)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+7,6%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30 (53,3%)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32 (56,2%)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414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139 (5,0%)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 / 152 (7,2%)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109 (3,7%)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120 (5,8%)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32 (12,5%)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92 (21,6%)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421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108 (70,1%)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105 | MoM +11,7%
PS: 103 | MoM +10,8%
• Junior
  RE: 94 | Active 67,6% | MoM +10,6%
  PS: 92 | Active 66,2% | MoM +9,5%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7 | Active 77,8% | MoM +40,0%
  PS: 7 | Active 77,8% | MoM +40,0%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-33,3%, Gap -1
• Grapari Baa Rote: PS +200,0%, Gap 2
• Grapari Kefamenanu: PS +40,0%, Gap 2
• Grapari Kupang: PS +11,1%, Gap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N/A, Gap 3
• Grapari Soe: PS +50,0%, Gap 1
• Grapari Waikabubak: PS 0,0%, Gap 0
• Grapari Waingapu: PS +66,7%,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-10 (-37,0%), PS -6 (-46,2%)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+483,6%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WIHELMINA DAFROSA BATA BESU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GUSTAF RIHI MANGNGI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YULIUS LEDE NGONGO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WIHELMINA DAFROSA BATA BESU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ALVIONA CHETERINA RIZNAWATY MAU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FERDY ARYANDO JARA JUTALO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eliafnir costa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Mulyandry malaikosa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Charlie Apryanto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Dewito Yuliarti Adu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