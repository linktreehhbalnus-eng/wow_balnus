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  <c:pt idx="17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  <c:pt idx="16">
                  <c:v>14.0</c:v>
                </c:pt>
                <c:pt idx="17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  <c:pt idx="16">
                  <c:v>12.0</c:v>
                </c:pt>
                <c:pt idx="17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  <c:pt idx="17">
                  <c:v>23.0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  <c:pt idx="16">
                  <c:v>14.0</c:v>
                </c:pt>
                <c:pt idx="17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  <c:pt idx="16">
                  <c:v>8.0</c:v>
                </c:pt>
                <c:pt idx="17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+21,6%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51   Δ 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1.899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+31,2%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1.447   Δ 452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74 / 136 (54,4%)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+10,4% | Turun 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88 / 150 (58,7%)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+8,6%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72 (55,6%)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+2,6%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79 (59,5%)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 / 64 (53,1%)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+21,4%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71 (57,7%)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+17,1%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136 (10,3%)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+55,6% | Turun 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 / 150 (14,0%)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72 (13,9%)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+42,9%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79 (17,7%)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7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64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71 (9,9%)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93 (36,2%)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163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90 (76,9%)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90 | MoM +7,1%
PS: 88 | MoM +8,6%
• Junior
  RE: 76 | Active 55,9% | MoM +7,0%
  PS: 74 | Active 54,4% | MoM +8,8%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+60,0%, Gap 3
• Grapari Ende: PS +14,3%, Gap 3
• Grapari Kalabahi: PS -30,0%, Gap -6
• Grapari Labuan Bajo: PS -41,2%, Gap 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+20,0%, Gap 1
• Grapari Maumere: PS -53,3%, Gap -8
• Grapari Ruteng: PS +33,3%,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gunawan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