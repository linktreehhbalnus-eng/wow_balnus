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23/09</c:v>
                </c:pt>
                <c:pt idx="1">
                  <c:v>24/09</c:v>
                </c:pt>
                <c:pt idx="2">
                  <c:v>25/09</c:v>
                </c:pt>
                <c:pt idx="3">
                  <c:v>26/09</c:v>
                </c:pt>
                <c:pt idx="4">
                  <c:v>27/09</c:v>
                </c:pt>
                <c:pt idx="5">
                  <c:v>28/09</c:v>
                </c:pt>
                <c:pt idx="6">
                  <c:v>29/09</c:v>
                </c:pt>
                <c:pt idx="7">
                  <c:v>30/09</c:v>
                </c:pt>
                <c:pt idx="8">
                  <c:v>01/10</c:v>
                </c:pt>
                <c:pt idx="9">
                  <c:v>02/10</c:v>
                </c:pt>
                <c:pt idx="10">
                  <c:v>03/10</c:v>
                </c:pt>
                <c:pt idx="11">
                  <c:v>04/10</c:v>
                </c:pt>
                <c:pt idx="12">
                  <c:v>05/10</c:v>
                </c:pt>
                <c:pt idx="13">
                  <c:v>06/10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299.0</c:v>
                </c:pt>
                <c:pt idx="1">
                  <c:v>309.0</c:v>
                </c:pt>
                <c:pt idx="2">
                  <c:v>303.0</c:v>
                </c:pt>
                <c:pt idx="3">
                  <c:v>248.0</c:v>
                </c:pt>
                <c:pt idx="4">
                  <c:v>150.0</c:v>
                </c:pt>
                <c:pt idx="5">
                  <c:v>315.0</c:v>
                </c:pt>
                <c:pt idx="6">
                  <c:v>321.0</c:v>
                </c:pt>
                <c:pt idx="7">
                  <c:v>271.0</c:v>
                </c:pt>
                <c:pt idx="8">
                  <c:v>352.0</c:v>
                </c:pt>
                <c:pt idx="9">
                  <c:v>332.0</c:v>
                </c:pt>
                <c:pt idx="10">
                  <c:v>257.0</c:v>
                </c:pt>
                <c:pt idx="11">
                  <c:v>184.0</c:v>
                </c:pt>
                <c:pt idx="12">
                  <c:v>335.0</c:v>
                </c:pt>
                <c:pt idx="13">
                  <c:v>304.0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23/09</c:v>
                </c:pt>
                <c:pt idx="1">
                  <c:v>24/09</c:v>
                </c:pt>
                <c:pt idx="2">
                  <c:v>25/09</c:v>
                </c:pt>
                <c:pt idx="3">
                  <c:v>26/09</c:v>
                </c:pt>
                <c:pt idx="4">
                  <c:v>27/09</c:v>
                </c:pt>
                <c:pt idx="5">
                  <c:v>28/09</c:v>
                </c:pt>
                <c:pt idx="6">
                  <c:v>29/09</c:v>
                </c:pt>
                <c:pt idx="7">
                  <c:v>30/09</c:v>
                </c:pt>
                <c:pt idx="8">
                  <c:v>01/10</c:v>
                </c:pt>
                <c:pt idx="9">
                  <c:v>02/10</c:v>
                </c:pt>
                <c:pt idx="10">
                  <c:v>03/10</c:v>
                </c:pt>
                <c:pt idx="11">
                  <c:v>04/10</c:v>
                </c:pt>
                <c:pt idx="12">
                  <c:v>05/10</c:v>
                </c:pt>
                <c:pt idx="13">
                  <c:v>06/10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247.0</c:v>
                </c:pt>
                <c:pt idx="1">
                  <c:v>254.0</c:v>
                </c:pt>
                <c:pt idx="2">
                  <c:v>239.0</c:v>
                </c:pt>
                <c:pt idx="3">
                  <c:v>173.0</c:v>
                </c:pt>
                <c:pt idx="4">
                  <c:v>131.0</c:v>
                </c:pt>
                <c:pt idx="5">
                  <c:v>241.0</c:v>
                </c:pt>
                <c:pt idx="6">
                  <c:v>240.0</c:v>
                </c:pt>
                <c:pt idx="7">
                  <c:v>239.0</c:v>
                </c:pt>
                <c:pt idx="8">
                  <c:v>238.0</c:v>
                </c:pt>
                <c:pt idx="9">
                  <c:v>225.0</c:v>
                </c:pt>
                <c:pt idx="10">
                  <c:v>205.0</c:v>
                </c:pt>
                <c:pt idx="11">
                  <c:v>154.0</c:v>
                </c:pt>
                <c:pt idx="12">
                  <c:v>237.0</c:v>
                </c:pt>
                <c:pt idx="13">
                  <c:v>221.0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-7,2% &amp; PS -12,0% MoM — Achievement Mencapai — (RE) / —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6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01–06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(+0,5%), Denpasar Terdalam (-19,2%)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+0,5%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-6,9%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-8,9%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-19,2%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 Tengah 1 Tertinggi (+7,0%), Bali Barat Terdalam (-49,0%)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 Denpasar Penyumbang PS Absolut Terbesar (+12), Karang Asem Tumbuh Tertinggi (+66,7%)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+40, Bottom 5 -169, dan perubahan PS regional -175.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(+2,8%), TSEL One ≤30 Mbps Turun Terdalam (-23,6%)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-4,6%, Aktivitas DJP -3,1%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5.255
Dikunjungi: 1.406 (26,8%)
Visit DJP: 3.859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1.375
Dikunjungi: 1.181 (85,9%)
Visit DJP: 3.630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AWANG DARMAWAN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Novi Rohmatul hazijah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HILDEGARDIS SALLY DOMAKING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USAMAH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Handoko Priadtmono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Septian Adiputra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MARIANIS TAPIN WOKAL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Anmisa putrianingsih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BUDIYANSYAH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JANUARIUS PAULUS KOPONG HADA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MAWAYANA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YUSUF MARIO BENNY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JEVRIANUS DIMA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Fanny Aulia Andita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SHINTIA SRIGANTINY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Mulyandry malaikosa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 Susilo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USWATUN HASANAH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MISION NARIS POIK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 Susilo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MISION NARIS POIK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DWI PRADNYAWATI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ZEFERINO DOS REIS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Yanuri Nona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 dwi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Minhaq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01–06 Okt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01–06 Okt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01–06 Okt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1.901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1.764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1.455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286,3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1.608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1.264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242,0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-77,2%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389 | MoM -6,3%
PS: 356 | MoM -4,6%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313 | Active 39,2% | MoM -7,4%
  PS: 281 | Active 35,2% | MoM -5,7%
• Greenfield
  RE: 41 | Active 70,7% | MoM 0,0%
  PS: 40 | Active 69,0% | MoM +2,6%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-23,1%, Gap -6
• Flores: PS +15,4%, Gap +4
• Kupang: PS 0,0%, Gap 0
• Mataram: PS -37,5%, Gap 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Singaraja (Denpasar): -100,0%, Gap -1
• Grapari Malaka (Kupang): -100,0%, Gap -1
• Grapari Mataram (Mataram): -81,2%, Gap -13
• Grapari Tabanan (Denpasar): -66,7%, Gap -2
• Grapari Ubud (Denpasar): -66,7%, Gap 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-101 (-38,1%), PS -117 (-51,3%)
• Bali Timur: RE -23 (-18,3%), PS -22 (-23,2%)
• Lombok: RE -23 (-9,4%), PS -15 (-8,5%)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-2 (-9,5%), PS -5 (-38,5%)
• Manggarai: RE 0 (0,0%), PS -3 (-100,0%)
• Lombok: RE 0 (0,0%), PS -2 (-18,2%)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-1 (-16,7%), PS -2 (-66,7%)
• Bali Tengah 2: RE -1 (-14,3%), PS -2 (-33,3%)
• Ende Sikka - Flores Timur: RE +2 (—), PS -2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0 (0,0%), PS -1 (-100,0%)
• Bali Timur: RE -1 (-100,0%), PS -1 (-100,0%)
• Manggarai: RE 0 (0,0%),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01–06 Okt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20 (70,0%)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 / 310 (28,7%)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-10,1%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 / 351 (35,0%)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-3,1%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136 (30,9%)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 | Turun 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 / 150 (36,0%)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9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 / 139 (39,6%)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-20,3%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 / 152 (41,4%)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16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95 / 213 (44,6%)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 / 240 (48,3%)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+10,5%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 / 58 (69,0%)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+21,2% | Turun 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281 / 798 (35,2%)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-7,0% | Turun 177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356 / 924 (38,5%)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-4,8% | Turun 217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+160,0%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351 (3,1%)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240 (0,4%)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58 (3,4%)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798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177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7 (28,6%)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924 (1,3%)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217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