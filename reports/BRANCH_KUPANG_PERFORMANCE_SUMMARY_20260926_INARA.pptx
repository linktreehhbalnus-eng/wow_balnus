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36.0</c:v>
                </c:pt>
                <c:pt idx="1">
                  <c:v>29.0</c:v>
                </c:pt>
                <c:pt idx="2">
                  <c:v>22.0</c:v>
                </c:pt>
                <c:pt idx="3">
                  <c:v>32.0</c:v>
                </c:pt>
                <c:pt idx="4">
                  <c:v>20.0</c:v>
                </c:pt>
                <c:pt idx="5">
                  <c:v>16.0</c:v>
                </c:pt>
                <c:pt idx="6">
                  <c:v>38.0</c:v>
                </c:pt>
                <c:pt idx="7">
                  <c:v>28.0</c:v>
                </c:pt>
                <c:pt idx="8">
                  <c:v>27.0</c:v>
                </c:pt>
                <c:pt idx="9">
                  <c:v>26.0</c:v>
                </c:pt>
                <c:pt idx="10">
                  <c:v>23.0</c:v>
                </c:pt>
                <c:pt idx="11">
                  <c:v>17.0</c:v>
                </c:pt>
                <c:pt idx="12">
                  <c:v>11.0</c:v>
                </c:pt>
                <c:pt idx="13">
                  <c:v>35.0</c:v>
                </c:pt>
                <c:pt idx="14">
                  <c:v>28.0</c:v>
                </c:pt>
                <c:pt idx="15">
                  <c:v>34.0</c:v>
                </c:pt>
                <c:pt idx="16">
                  <c:v>28.0</c:v>
                </c:pt>
                <c:pt idx="17">
                  <c:v>24.0</c:v>
                </c:pt>
                <c:pt idx="18">
                  <c:v>18.0</c:v>
                </c:pt>
                <c:pt idx="19">
                  <c:v>13.0</c:v>
                </c:pt>
                <c:pt idx="20">
                  <c:v>45.0</c:v>
                </c:pt>
                <c:pt idx="21">
                  <c:v>37.0</c:v>
                </c:pt>
                <c:pt idx="22">
                  <c:v>29.0</c:v>
                </c:pt>
                <c:pt idx="23">
                  <c:v>26.0</c:v>
                </c:pt>
                <c:pt idx="24">
                  <c:v>21.0</c:v>
                </c:pt>
                <c:pt idx="25">
                  <c:v>22.0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29.0</c:v>
                </c:pt>
                <c:pt idx="1">
                  <c:v>21.0</c:v>
                </c:pt>
                <c:pt idx="2">
                  <c:v>16.0</c:v>
                </c:pt>
                <c:pt idx="3">
                  <c:v>26.0</c:v>
                </c:pt>
                <c:pt idx="4">
                  <c:v>12.0</c:v>
                </c:pt>
                <c:pt idx="5">
                  <c:v>13.0</c:v>
                </c:pt>
                <c:pt idx="6">
                  <c:v>30.0</c:v>
                </c:pt>
                <c:pt idx="7">
                  <c:v>19.0</c:v>
                </c:pt>
                <c:pt idx="8">
                  <c:v>23.0</c:v>
                </c:pt>
                <c:pt idx="9">
                  <c:v>19.0</c:v>
                </c:pt>
                <c:pt idx="10">
                  <c:v>16.0</c:v>
                </c:pt>
                <c:pt idx="11">
                  <c:v>14.0</c:v>
                </c:pt>
                <c:pt idx="12">
                  <c:v>9.0</c:v>
                </c:pt>
                <c:pt idx="13">
                  <c:v>29.0</c:v>
                </c:pt>
                <c:pt idx="14">
                  <c:v>22.0</c:v>
                </c:pt>
                <c:pt idx="15">
                  <c:v>28.0</c:v>
                </c:pt>
                <c:pt idx="16">
                  <c:v>22.0</c:v>
                </c:pt>
                <c:pt idx="17">
                  <c:v>19.0</c:v>
                </c:pt>
                <c:pt idx="18">
                  <c:v>11.0</c:v>
                </c:pt>
                <c:pt idx="19">
                  <c:v>11.0</c:v>
                </c:pt>
                <c:pt idx="20">
                  <c:v>37.0</c:v>
                </c:pt>
                <c:pt idx="21">
                  <c:v>31.0</c:v>
                </c:pt>
                <c:pt idx="22">
                  <c:v>23.0</c:v>
                </c:pt>
                <c:pt idx="23">
                  <c:v>20.0</c:v>
                </c:pt>
                <c:pt idx="24">
                  <c:v>17.0</c:v>
                </c:pt>
                <c:pt idx="25">
                  <c:v>18.0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7.0</c:v>
                </c:pt>
                <c:pt idx="1">
                  <c:v>8.0</c:v>
                </c:pt>
                <c:pt idx="2">
                  <c:v>6.0</c:v>
                </c:pt>
                <c:pt idx="3">
                  <c:v>6.0</c:v>
                </c:pt>
                <c:pt idx="4">
                  <c:v>8.0</c:v>
                </c:pt>
                <c:pt idx="5">
                  <c:v>3.0</c:v>
                </c:pt>
                <c:pt idx="6">
                  <c:v>8.0</c:v>
                </c:pt>
                <c:pt idx="7">
                  <c:v>9.0</c:v>
                </c:pt>
                <c:pt idx="8">
                  <c:v>4.0</c:v>
                </c:pt>
                <c:pt idx="9">
                  <c:v>7.0</c:v>
                </c:pt>
                <c:pt idx="10">
                  <c:v>7.0</c:v>
                </c:pt>
                <c:pt idx="11">
                  <c:v>3.0</c:v>
                </c:pt>
                <c:pt idx="12">
                  <c:v>2.0</c:v>
                </c:pt>
                <c:pt idx="13">
                  <c:v>6.0</c:v>
                </c:pt>
                <c:pt idx="14">
                  <c:v>6.0</c:v>
                </c:pt>
                <c:pt idx="15">
                  <c:v>6.0</c:v>
                </c:pt>
                <c:pt idx="16">
                  <c:v>6.0</c:v>
                </c:pt>
                <c:pt idx="17">
                  <c:v>5.0</c:v>
                </c:pt>
                <c:pt idx="18">
                  <c:v>7.0</c:v>
                </c:pt>
                <c:pt idx="19">
                  <c:v>2.0</c:v>
                </c:pt>
                <c:pt idx="20">
                  <c:v>8.0</c:v>
                </c:pt>
                <c:pt idx="21">
                  <c:v>6.0</c:v>
                </c:pt>
                <c:pt idx="22">
                  <c:v>6.0</c:v>
                </c:pt>
                <c:pt idx="23">
                  <c:v>6.0</c:v>
                </c:pt>
                <c:pt idx="24">
                  <c:v>4.0</c:v>
                </c:pt>
                <c:pt idx="25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27.0</c:v>
                </c:pt>
                <c:pt idx="1">
                  <c:v>24.0</c:v>
                </c:pt>
                <c:pt idx="2">
                  <c:v>25.0</c:v>
                </c:pt>
                <c:pt idx="3">
                  <c:v>27.0</c:v>
                </c:pt>
                <c:pt idx="4">
                  <c:v>18.0</c:v>
                </c:pt>
                <c:pt idx="5">
                  <c:v>14.0</c:v>
                </c:pt>
                <c:pt idx="6">
                  <c:v>27.0</c:v>
                </c:pt>
                <c:pt idx="7">
                  <c:v>27.0</c:v>
                </c:pt>
                <c:pt idx="8">
                  <c:v>24.0</c:v>
                </c:pt>
                <c:pt idx="9">
                  <c:v>24.0</c:v>
                </c:pt>
                <c:pt idx="10">
                  <c:v>25.0</c:v>
                </c:pt>
                <c:pt idx="11">
                  <c:v>15.0</c:v>
                </c:pt>
                <c:pt idx="12">
                  <c:v>7.0</c:v>
                </c:pt>
                <c:pt idx="13">
                  <c:v>26.0</c:v>
                </c:pt>
                <c:pt idx="14">
                  <c:v>29.0</c:v>
                </c:pt>
                <c:pt idx="15">
                  <c:v>30.0</c:v>
                </c:pt>
                <c:pt idx="16">
                  <c:v>25.0</c:v>
                </c:pt>
                <c:pt idx="17">
                  <c:v>26.0</c:v>
                </c:pt>
                <c:pt idx="18">
                  <c:v>17.0</c:v>
                </c:pt>
                <c:pt idx="19">
                  <c:v>11.0</c:v>
                </c:pt>
                <c:pt idx="20">
                  <c:v>34.0</c:v>
                </c:pt>
                <c:pt idx="21">
                  <c:v>34.0</c:v>
                </c:pt>
                <c:pt idx="22">
                  <c:v>28.0</c:v>
                </c:pt>
                <c:pt idx="23">
                  <c:v>26.0</c:v>
                </c:pt>
                <c:pt idx="24">
                  <c:v>25.0</c:v>
                </c:pt>
                <c:pt idx="25">
                  <c:v>14.0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 - 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23.0</c:v>
                </c:pt>
                <c:pt idx="1">
                  <c:v>20.0</c:v>
                </c:pt>
                <c:pt idx="2">
                  <c:v>18.0</c:v>
                </c:pt>
                <c:pt idx="3">
                  <c:v>20.0</c:v>
                </c:pt>
                <c:pt idx="4">
                  <c:v>11.0</c:v>
                </c:pt>
                <c:pt idx="5">
                  <c:v>12.0</c:v>
                </c:pt>
                <c:pt idx="6">
                  <c:v>19.0</c:v>
                </c:pt>
                <c:pt idx="7">
                  <c:v>20.0</c:v>
                </c:pt>
                <c:pt idx="8">
                  <c:v>16.0</c:v>
                </c:pt>
                <c:pt idx="9">
                  <c:v>18.0</c:v>
                </c:pt>
                <c:pt idx="10">
                  <c:v>19.0</c:v>
                </c:pt>
                <c:pt idx="11">
                  <c:v>11.0</c:v>
                </c:pt>
                <c:pt idx="12">
                  <c:v>6.0</c:v>
                </c:pt>
                <c:pt idx="13">
                  <c:v>20.0</c:v>
                </c:pt>
                <c:pt idx="14">
                  <c:v>23.0</c:v>
                </c:pt>
                <c:pt idx="15">
                  <c:v>22.0</c:v>
                </c:pt>
                <c:pt idx="16">
                  <c:v>21.0</c:v>
                </c:pt>
                <c:pt idx="17">
                  <c:v>19.0</c:v>
                </c:pt>
                <c:pt idx="18">
                  <c:v>13.0</c:v>
                </c:pt>
                <c:pt idx="19">
                  <c:v>10.0</c:v>
                </c:pt>
                <c:pt idx="20">
                  <c:v>28.0</c:v>
                </c:pt>
                <c:pt idx="21">
                  <c:v>28.0</c:v>
                </c:pt>
                <c:pt idx="22">
                  <c:v>22.0</c:v>
                </c:pt>
                <c:pt idx="23">
                  <c:v>22.0</c:v>
                </c:pt>
                <c:pt idx="24">
                  <c:v>19.0</c:v>
                </c:pt>
                <c:pt idx="25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Sheet1!$A$2:$A$27</c:f>
              <c:strCache>
                <c:ptCount val="26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  <c:pt idx="12">
                  <c:v>13 Sep</c:v>
                </c:pt>
                <c:pt idx="13">
                  <c:v>14 Sep</c:v>
                </c:pt>
                <c:pt idx="14">
                  <c:v>15 Sep</c:v>
                </c:pt>
                <c:pt idx="15">
                  <c:v>16 Sep</c:v>
                </c:pt>
                <c:pt idx="16">
                  <c:v>17 Sep</c:v>
                </c:pt>
                <c:pt idx="17">
                  <c:v>18 Sep</c:v>
                </c:pt>
                <c:pt idx="18">
                  <c:v>19 Sep</c:v>
                </c:pt>
                <c:pt idx="19">
                  <c:v>20 Sep</c:v>
                </c:pt>
                <c:pt idx="20">
                  <c:v>21 Sep</c:v>
                </c:pt>
                <c:pt idx="21">
                  <c:v>22 Sep</c:v>
                </c:pt>
                <c:pt idx="22">
                  <c:v>23 Sep</c:v>
                </c:pt>
                <c:pt idx="23">
                  <c:v>24 Sep</c:v>
                </c:pt>
                <c:pt idx="24">
                  <c:v>25 Sep</c:v>
                </c:pt>
                <c:pt idx="25">
                  <c:v>26 Sep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4.0</c:v>
                </c:pt>
                <c:pt idx="1">
                  <c:v>4.0</c:v>
                </c:pt>
                <c:pt idx="2">
                  <c:v>7.0</c:v>
                </c:pt>
                <c:pt idx="3">
                  <c:v>7.0</c:v>
                </c:pt>
                <c:pt idx="4">
                  <c:v>7.0</c:v>
                </c:pt>
                <c:pt idx="5">
                  <c:v>2.0</c:v>
                </c:pt>
                <c:pt idx="6">
                  <c:v>8.0</c:v>
                </c:pt>
                <c:pt idx="7">
                  <c:v>7.0</c:v>
                </c:pt>
                <c:pt idx="8">
                  <c:v>8.0</c:v>
                </c:pt>
                <c:pt idx="9">
                  <c:v>6.0</c:v>
                </c:pt>
                <c:pt idx="10">
                  <c:v>6.0</c:v>
                </c:pt>
                <c:pt idx="11">
                  <c:v>4.0</c:v>
                </c:pt>
                <c:pt idx="12">
                  <c:v>1.0</c:v>
                </c:pt>
                <c:pt idx="13">
                  <c:v>6.0</c:v>
                </c:pt>
                <c:pt idx="14">
                  <c:v>6.0</c:v>
                </c:pt>
                <c:pt idx="15">
                  <c:v>8.0</c:v>
                </c:pt>
                <c:pt idx="16">
                  <c:v>4.0</c:v>
                </c:pt>
                <c:pt idx="17">
                  <c:v>7.0</c:v>
                </c:pt>
                <c:pt idx="18">
                  <c:v>4.0</c:v>
                </c:pt>
                <c:pt idx="19">
                  <c:v>1.0</c:v>
                </c:pt>
                <c:pt idx="20">
                  <c:v>6.0</c:v>
                </c:pt>
                <c:pt idx="21">
                  <c:v>6.0</c:v>
                </c:pt>
                <c:pt idx="22">
                  <c:v>6.0</c:v>
                </c:pt>
                <c:pt idx="23">
                  <c:v>4.0</c:v>
                </c:pt>
                <c:pt idx="24">
                  <c:v>6.0</c:v>
                </c:pt>
                <c:pt idx="25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1.388,7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659,0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84,9%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+12,7%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13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101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84   Δ -11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2.330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-26,8%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3.181   Δ -851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004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+9,4%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2.628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1.878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133088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407408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861304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7 / 9 (77,8%)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-22,2%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 / 139 (71,9%)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+12,4%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111 / 152 (73,0%)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+8,8%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6 / 8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 / 109 (77,1%)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93 / 120 (77,5%)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+8,1%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30 (53,3%)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+14,3%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32 (56,2%)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747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788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 / 139 (16,5%)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+21,1%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 / 152 (17,8%)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+17,4%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8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109 (14,7%)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120 (15,8%)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+5,6% | Turun 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004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30 (23,3%)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32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971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2.397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24,0%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389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107 (27,5%)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528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117 (76,0%)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175,2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+420,8%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115 | MoM +12,7%
PS: 111 | MoM +9,9%
• Junior
  RE: 103 | Active 74,1% | MoM +14,4%
  PS: 100 | Active 71,9% | MoM +12,4%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0,0%
  PS: 7 | Active 77,8% | MoM -12,5%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+200,0%, Gap 2
• Grapari Kefamenanu: PS 0,0%, Gap 0
• Grapari Kupang: PS +18,2%,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N/A, Gap 4
• Grapari Soe: PS +66,7%, Gap 2
• Grapari Waikabubak: PS +33,3%, Gap 1
• Grapari Waingapu: PS -16,7%,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-42 (-6,1%), PS -15 (-2,6%)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1 (+2,6%), PS -5 (-18,5%)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Kupang Rote - Malaka Timtim Belu: RE -15 (-33,3%), PS -8 (-42,1%)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93192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93192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9319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192,1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153,7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7830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RICHARDUS YOHANES MOENSAKU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MELISA PRATAMI ALSYATRI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YULIUS LEDE NGONGO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DJORGHY RIZALDHY GA LONI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Anita Welmince ukat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Stefanus jefri kantur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Cornelis Desanto Karo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BRAMPI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RANGGA BELA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Natalia Banunaek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MELISA PRATAMI ALSYATRI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ALVIONA CHETERINA RIZNAWATY MAU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STANISLAUS APRIANUS 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01–26 Sep 2026 vs MTD-1 01–26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FERDY ARYANDO JARA JUTALO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ATRY TAHUN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FERI ANDI SEMBIRING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AHMAD TRIJAYADI SAPUTRA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Novita maria anggraeny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Nadia stevania oematan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Joel Arsel Alakmo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Charlie Apryanto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Dewito Yuliarti Adu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Christin eliafnir costa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Kupang Rote - Malaka Timtim Belu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