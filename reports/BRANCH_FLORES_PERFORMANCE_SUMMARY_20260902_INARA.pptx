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Sep 2026 vs MTD-1 01–02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1.421,6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58,6%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+22,1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Sep 2026 vs MTD-1 01–02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+21,9%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32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+70,0%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   Δ 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-66,0%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53   Δ -35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-94,2%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1.991   Δ -1.876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Sep 2026 vs MTD-1 01–02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86 (35,4%)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136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66 (81,5%)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Sep 2026 vs MTD-1 01–02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paskarini dua gokun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Ferdinandus rengo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Florianus Antus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YOHANIS PAULUS PAJUNG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Florianus Antus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YOHANIS PAULUS PAJUNG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AGUSTINO OSWALDUS SUDIN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Sep 2026 vs MTD-1 01–02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fernando nahi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fernando nahi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stewon liwun fernandez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Vinsensius brian luther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