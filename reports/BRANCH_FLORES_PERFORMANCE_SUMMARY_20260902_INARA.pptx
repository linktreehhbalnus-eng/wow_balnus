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01–02 Sep 2026 vs MTD-1 01–02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+79,3%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1.525,6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1.421,6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+147,1%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1.257,9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1.173,9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2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58,6%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80,8%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+22,1 pp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+22,0%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+188,2%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-28,6%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-57,1%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Flores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93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+51,2%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904,9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+152,2%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739,2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+147,1%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516,7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+136,4%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434,7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517136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010912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Lembata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Alor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010912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Ngada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01–02 Sep 2026 vs MTD-1 01–02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143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39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+21,9%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32   Δ 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34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+70,0%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20   Δ 14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687386"/>
                </a:solidFill>
                <a:latin typeface="Arial"/>
              </a:rPr>
              <a:t>N/A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0   Δ 19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141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687386"/>
                </a:solidFill>
                <a:latin typeface="Arial"/>
              </a:rPr>
              <a:t>N/A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0   Δ 141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0378436" cy="11338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6820"/>
                <a:gridCol w="594185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792247"/>
                <a:gridCol w="792247"/>
                <a:gridCol w="792247"/>
              </a:tblGrid>
              <a:tr h="3779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Reg.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79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+69,2%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79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+54,5%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+71,4%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3986784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Flores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4261104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-63,6%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5715000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01–02 Sep 2026 vs MTD-1 01–02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+136,8%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+93,8%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2651760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Flores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+38,2%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+127,6%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728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3.507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6.010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12,1%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243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86 (35,4%)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145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81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66 (81,5%)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130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01–02 Sep 2026 vs MTD-1 01–02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ALBERTO CARLOS X K KOBAN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Anmisa putrianingsih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YOHANES RADJO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TEOFELUS EPIPEO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Yesualdus Harsen Pande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Albertus Makur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paskarini dua gokun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Ferdinandus rengo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Florianus Antus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YOHANIS PAULUS PAJUNG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Florianus Antus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YANTI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VALENTINUS S LEIN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Putu Wira Anggrawan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YOHANES RADJO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YOHANIS PAULUS PAJUNG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ALBERTO CARLOS X K KOBAN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Anmisa putrianingsih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BERRTOLOMEUS DONBOSCO DEMO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AGUSTINO OSWALDUS SUDIN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01–02 Sep 2026 vs MTD-1 01–02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MARTINUS YONGKI MANGGO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LUKAS ALFREDO LODANG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Marianus Hilton Raja reda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JENIATI BETI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ATI DUA LIRONG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Felix fernando nahi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YOSAFAT SUDARSO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Florida Bhalu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Romanus Opun Wokal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Rahmad syukur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Marianus Hilton Raja reda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JENIATI BETI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ATI DUA LIRONG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BENYAMIN NDEWI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Felix fernando nahi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Stefanus stewon liwun fernandez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Balla panja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Yesualdus Harsen Pande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TEOFELUS EPIPEO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Vinsensius brian luther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