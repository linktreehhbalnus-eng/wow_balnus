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3.399,9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-8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+522,2%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117   Δ 611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584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2.212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225 (57,7%)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WAYAN DESNI 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