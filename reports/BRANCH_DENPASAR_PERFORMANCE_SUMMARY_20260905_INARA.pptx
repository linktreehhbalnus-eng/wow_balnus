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3.399,9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147   Δ -8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131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   Δ 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+522,2%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117   Δ 611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NYOMAN RAKA TRISNAYANTI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Kiki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WAYAN DESNI 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wijana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D. BUDIONO HARSONO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