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10/09</c:v>
                </c:pt>
                <c:pt idx="1">
                  <c:v>11/09</c:v>
                </c:pt>
                <c:pt idx="2">
                  <c:v>12/09</c:v>
                </c:pt>
                <c:pt idx="3">
                  <c:v>13/09</c:v>
                </c:pt>
                <c:pt idx="4">
                  <c:v>14/09</c:v>
                </c:pt>
                <c:pt idx="5">
                  <c:v>15/09</c:v>
                </c:pt>
                <c:pt idx="6">
                  <c:v>16/09</c:v>
                </c:pt>
                <c:pt idx="7">
                  <c:v>17/09</c:v>
                </c:pt>
                <c:pt idx="8">
                  <c:v>18/09</c:v>
                </c:pt>
                <c:pt idx="9">
                  <c:v>19/09</c:v>
                </c:pt>
                <c:pt idx="10">
                  <c:v>20/09</c:v>
                </c:pt>
                <c:pt idx="11">
                  <c:v>21/09</c:v>
                </c:pt>
                <c:pt idx="12">
                  <c:v>22/09</c:v>
                </c:pt>
                <c:pt idx="13">
                  <c:v>23/09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313.0</c:v>
                </c:pt>
                <c:pt idx="1">
                  <c:v>319.0</c:v>
                </c:pt>
                <c:pt idx="2">
                  <c:v>254.0</c:v>
                </c:pt>
                <c:pt idx="3">
                  <c:v>169.0</c:v>
                </c:pt>
                <c:pt idx="4">
                  <c:v>339.0</c:v>
                </c:pt>
                <c:pt idx="5">
                  <c:v>320.0</c:v>
                </c:pt>
                <c:pt idx="6">
                  <c:v>322.0</c:v>
                </c:pt>
                <c:pt idx="7">
                  <c:v>334.0</c:v>
                </c:pt>
                <c:pt idx="8">
                  <c:v>305.0</c:v>
                </c:pt>
                <c:pt idx="9">
                  <c:v>267.0</c:v>
                </c:pt>
                <c:pt idx="10">
                  <c:v>193.0</c:v>
                </c:pt>
                <c:pt idx="11">
                  <c:v>378.0</c:v>
                </c:pt>
                <c:pt idx="12">
                  <c:v>316.0</c:v>
                </c:pt>
                <c:pt idx="13">
                  <c:v>299.0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10/09</c:v>
                </c:pt>
                <c:pt idx="1">
                  <c:v>11/09</c:v>
                </c:pt>
                <c:pt idx="2">
                  <c:v>12/09</c:v>
                </c:pt>
                <c:pt idx="3">
                  <c:v>13/09</c:v>
                </c:pt>
                <c:pt idx="4">
                  <c:v>14/09</c:v>
                </c:pt>
                <c:pt idx="5">
                  <c:v>15/09</c:v>
                </c:pt>
                <c:pt idx="6">
                  <c:v>16/09</c:v>
                </c:pt>
                <c:pt idx="7">
                  <c:v>17/09</c:v>
                </c:pt>
                <c:pt idx="8">
                  <c:v>18/09</c:v>
                </c:pt>
                <c:pt idx="9">
                  <c:v>19/09</c:v>
                </c:pt>
                <c:pt idx="10">
                  <c:v>20/09</c:v>
                </c:pt>
                <c:pt idx="11">
                  <c:v>21/09</c:v>
                </c:pt>
                <c:pt idx="12">
                  <c:v>22/09</c:v>
                </c:pt>
                <c:pt idx="13">
                  <c:v>23/09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237.0</c:v>
                </c:pt>
                <c:pt idx="1">
                  <c:v>258.0</c:v>
                </c:pt>
                <c:pt idx="2">
                  <c:v>191.0</c:v>
                </c:pt>
                <c:pt idx="3">
                  <c:v>151.0</c:v>
                </c:pt>
                <c:pt idx="4">
                  <c:v>266.0</c:v>
                </c:pt>
                <c:pt idx="5">
                  <c:v>271.0</c:v>
                </c:pt>
                <c:pt idx="6">
                  <c:v>266.0</c:v>
                </c:pt>
                <c:pt idx="7">
                  <c:v>261.0</c:v>
                </c:pt>
                <c:pt idx="8">
                  <c:v>242.0</c:v>
                </c:pt>
                <c:pt idx="9">
                  <c:v>209.0</c:v>
                </c:pt>
                <c:pt idx="10">
                  <c:v>177.0</c:v>
                </c:pt>
                <c:pt idx="11">
                  <c:v>269.0</c:v>
                </c:pt>
                <c:pt idx="12">
                  <c:v>271.0</c:v>
                </c:pt>
                <c:pt idx="13">
                  <c:v>247.0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+4,5% &amp; PS +3,4% MoM — Achievement Mencapai 69,3% (RE) / 68,6%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23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01–23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(+18,8%), Denpasar Terdalam (-2,1%)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+18,8%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+5,5%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+3,9%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-2,1%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(+24,9%), Bali Tengah 1 Terdalam (-12,1%)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(+173), Buleleng Tumbuh Tertinggi (+63,1%)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+343, Bottom 5 -263, dan perubahan PS regional +182.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(+46,2%), TSEL One &gt;30 Mbps Turun Terdalam (-53,7%)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+3,3%, Aktivitas DJP +0,3%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37.948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5.247
Dikunjungi: 1.134 (21,6%)
Visit DJP: 3.143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1.341
Dikunjungi: 915 (68,2%)
Visit DJP: 2.844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STANISLAUS APRIANUS HUN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Haris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NIA RAHMAWATI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Sep 2026 vs MTD-1 01–23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01–23 Sep 2026 vs MTD-1 01–23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5.396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5.578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2.517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2.463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1.568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01–23 Sep 2026 vs MTD-1 01–23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01–23 Sep 2026 vs MTD-1 01–23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6.751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7.057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5.396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5.578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5.728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5.966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4.707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4.868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+104,8%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618 | MoM +3,2%
PS: 598 | MoM +3,3%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527 | Active 66,0% | MoM +3,3%
  PS: 508 | Active 63,7% | MoM +3,7%
• Greenfield
  RE: 55 | Active 94,8% | MoM +5,8%
  PS: 54 | Active 93,1% | MoM +3,8%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+17,9%, Gap +14
• Flores: PS +1,0%, Gap +1
• Kupang: PS +29,0%, Gap +9
• Mataram: PS -1,9%, Gap 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Maluk (Mataram): -66,7%, Gap -2
• Grapari Lombok Utara (Mataram): -50,0%, Gap -1
• Grapari Singaraja (Denpasar): -42,9%, Gap -3
• Grapari Maumere (Flores): -41,2%, Gap -7
• Grapari Kalabahi (Flores): -29,2%, Gap 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-67 (-9,8%), PS -68 (-11,6%)
• Bali Tengah 2: RE -77 (-10,5%), PS -48 (-8,0%)
• Bali Timur: RE +13 (+2,9%), PS -23 (-6,2%)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-40 (-36,0%), PS -32 (-36,8%)
• Bali Tengah 1: RE -13 (-17,1%), PS -14 (-23,7%)
• Bali Barat: RE -15 (-38,5%), PS -5 (-25,0%)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-14 (-35,9%), PS -6 (-37,5%)
• Bali Timur: RE +1 (+9,1%), PS -3 (-37,5%)
• Bali Barat: RE -8 (-47,1%), PS -2 (-40,0%)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(-50,0%), PS -2 (-100,0%)
• Sumbawa Barat - Sumbawa Timur: RE +1 (+25,0%), PS -1 (-33,3%)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01–23 Sep 2026 vs MTD-1 01–23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+11,8%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173 / 310 (55,8%)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212 / 351 (60,4%)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 | Turun 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136 (57,4%)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 | Turun 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 / 150 (61,3%)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+12,2%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 / 139 (71,2%)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+11,2%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110 / 152 (72,4%)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+8,9%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158 / 213 (74,2%)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+1,9% | Turun 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184 / 240 (76,7%)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 | Turun 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58 (93,1%)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+8,0%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508 / 798 (63,7%)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 | Turun 233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599 / 924 (64,8%)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+2,7% | Turun 283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+437,8%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2.176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1.365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3.089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+533,3%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4.866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20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310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 / 351 (16,5%)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 | Turun 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136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 / 150 (18,7%)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+27,3%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139 (13,7%)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152 (15,1%)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213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 | Turun 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240 (19,2%)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 | Turun 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58 (34,5%)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+17,6%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99 / 798 (12,4%)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-2,0% | Turun 233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155 / 924 (16,8%)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+4,7% | Turun 283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