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  <c:pt idx="24">
                  <c:v>23.0</c:v>
                </c:pt>
                <c:pt idx="25">
                  <c:v>18.0</c:v>
                </c:pt>
                <c:pt idx="26">
                  <c:v>9.0</c:v>
                </c:pt>
                <c:pt idx="27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  <c:pt idx="23">
                  <c:v>17.0</c:v>
                </c:pt>
                <c:pt idx="24">
                  <c:v>15.0</c:v>
                </c:pt>
                <c:pt idx="25">
                  <c:v>9.0</c:v>
                </c:pt>
                <c:pt idx="26">
                  <c:v>5.0</c:v>
                </c:pt>
                <c:pt idx="27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  <c:pt idx="23">
                  <c:v>6.0</c:v>
                </c:pt>
                <c:pt idx="24">
                  <c:v>8.0</c:v>
                </c:pt>
                <c:pt idx="25">
                  <c:v>9.0</c:v>
                </c:pt>
                <c:pt idx="26">
                  <c:v>4.0</c:v>
                </c:pt>
                <c:pt idx="27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  <c:pt idx="24">
                  <c:v>24.0</c:v>
                </c:pt>
                <c:pt idx="25">
                  <c:v>10.0</c:v>
                </c:pt>
                <c:pt idx="26">
                  <c:v>7.0</c:v>
                </c:pt>
                <c:pt idx="27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  <c:pt idx="23">
                  <c:v>13.0</c:v>
                </c:pt>
                <c:pt idx="24">
                  <c:v>13.0</c:v>
                </c:pt>
                <c:pt idx="25">
                  <c:v>6.0</c:v>
                </c:pt>
                <c:pt idx="26">
                  <c:v>2.0</c:v>
                </c:pt>
                <c:pt idx="27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  <c:pt idx="23">
                  <c:v>12.0</c:v>
                </c:pt>
                <c:pt idx="24">
                  <c:v>11.0</c:v>
                </c:pt>
                <c:pt idx="25">
                  <c:v>4.0</c:v>
                </c:pt>
                <c:pt idx="26">
                  <c:v>5.0</c:v>
                </c:pt>
                <c:pt idx="27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+32,1%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1.816   Δ 583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+12,9%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+10,7%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72 (59,7%)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79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64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+24,1%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71 (60,6%)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+19,4%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 / 150 (21,3%)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+18,5%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72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79 (26,6%)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64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71 (15,5%)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96 (41,9%)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102 (85,7%)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95 | MoM +8,0%
PS: 93 | MoM +9,4%
• Junior
  RE: 81 | Active 59,6% | MoM +8,0%
  PS: 79 | Active 58,1% | MoM +9,7%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+75,0%, Gap 6
• Grapari Ende: PS +44,8%, Gap 13
• Grapari Kalabahi: PS -19,2%, Gap -5
• Grapari Labuan Bajo: PS -10,5%,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+44,4%, Gap 4
• Grapari Maumere: PS -20,0%, Gap -4
• Grapari Ruteng: PS +37,5%,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