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18.0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16.0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12.0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12.0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12.0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-145,0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-99,0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68,3%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-17,8%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73   Δ -13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51   Δ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219   Δ 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7.035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6.419   Δ 616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1.909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1.999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1.822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20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-42,9%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31 / 310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+6,9% | Turun 23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-18,2%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54 / 351 (15,4%)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+5,9%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68 (8,8%)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-45,5%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 / 80 (13,8%)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-38,9%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3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85 (15,3%)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93 (20,4%)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+72,7%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80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 / 93 (12,9%)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5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77 (9,1%)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85 (14,1%)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+71,4%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20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310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23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351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80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77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7.604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715 (22,0%)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1.934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552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433 (78,4%)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1.199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704,4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60 | MoM -17,8%
PS: 54 | MoM +5,9%
• Elite
  RE: 8 | Active 80,0% | MoM -20,0%
  PS: 9 | Active 90,0% | MoM -10,0%
• Performer
  RE: 5 | Active 83,3% | MoM 0,0%
  PS: 6 | Active 100,0% | MoM +20,0%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38 | Active 12,3% | MoM -22,4%
  PS: 31 | Active 10,0% | MoM +19,2%
• Greenfield
  RE: 6 | Active 30,0% | MoM -14,3%
  PS: 4 | Active 20,0% | MoM -42,9%
• Junior Plus
  RE: 3 | Active 60,0% | MoM +50,0%
  PS: 4 | Active 80,0% | MoM +33,3%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Jimbaran: PS -100,0%, Gap -1
• Grapari Kuta: PS N/A,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+100,0%, Gap 1
• Grapari Tabanan: PS 0,0%, Gap 0
• Grapari Ubud: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-26 (-44,8%), PS -37 (-69,8%)
• Bali Tengah 2: RE -5 (-15,2%), PS -3 (-12,5%)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716,2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444,5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894,4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444,5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644,5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BAGUS BAYU KERTABHUANA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SHINTIA SRIGANTINY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HANDINI WINARTI SIWO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AYU SUPASTIYANI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BAYU KRISNA ADHYATMA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PUTU RIA SETIANINGSIH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 Setyawan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REZA HARYANTO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MADE WARNI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AYU SUPASTIYANI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BAYU KRISNA ADHYATMA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EMANUEL LAGA TIFAONA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 Setyawan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 AYU VIVIASTIKA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KOMANG SRI DUARNI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DEWA AGUNG GEDE ADI UTAMA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RATNADIASIH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USAMAH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witana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SOPI SUKMAWATI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GAGUS PUTU SUASA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SITI MARIAM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Harry Mulia Sobari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Reno dhika nur febriansyah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Kiki kurniawan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Harry Mulia Sobari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LAMDA SATMOKO HARSONO,SH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Ferdiansyah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DWI PURNOMO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