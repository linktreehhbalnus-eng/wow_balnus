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cat>
            <c:strRef>
              <c:f>Sheet1!$A$2:$A$8</c:f>
              <c:strCache>
                <c:ptCount val="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73.0</c:v>
                </c:pt>
                <c:pt idx="1">
                  <c:v>78.0</c:v>
                </c:pt>
                <c:pt idx="2">
                  <c:v>67.0</c:v>
                </c:pt>
                <c:pt idx="3">
                  <c:v>61.0</c:v>
                </c:pt>
                <c:pt idx="4">
                  <c:v>59.0</c:v>
                </c:pt>
                <c:pt idx="5">
                  <c:v>57.0</c:v>
                </c:pt>
                <c:pt idx="6">
                  <c:v>68.0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Sheet1!$A$2:$A$8</c:f>
              <c:strCache>
                <c:ptCount val="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23.0</c:v>
                </c:pt>
                <c:pt idx="1">
                  <c:v>22.0</c:v>
                </c:pt>
                <c:pt idx="2">
                  <c:v>20.0</c:v>
                </c:pt>
                <c:pt idx="3">
                  <c:v>19.0</c:v>
                </c:pt>
                <c:pt idx="4">
                  <c:v>18.0</c:v>
                </c:pt>
                <c:pt idx="5">
                  <c:v>15.0</c:v>
                </c:pt>
                <c:pt idx="6">
                  <c:v>16.0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Sheet1!$A$2:$A$8</c:f>
              <c:strCache>
                <c:ptCount val="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16.0</c:v>
                </c:pt>
                <c:pt idx="1">
                  <c:v>21.0</c:v>
                </c:pt>
                <c:pt idx="2">
                  <c:v>17.0</c:v>
                </c:pt>
                <c:pt idx="3">
                  <c:v>13.0</c:v>
                </c:pt>
                <c:pt idx="4">
                  <c:v>13.0</c:v>
                </c:pt>
                <c:pt idx="5">
                  <c:v>17.0</c:v>
                </c:pt>
                <c:pt idx="6">
                  <c:v>17.0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Sheet1!$A$2:$A$8</c:f>
              <c:strCache>
                <c:ptCount val="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19.0</c:v>
                </c:pt>
                <c:pt idx="1">
                  <c:v>20.0</c:v>
                </c:pt>
                <c:pt idx="2">
                  <c:v>21.0</c:v>
                </c:pt>
                <c:pt idx="3">
                  <c:v>14.0</c:v>
                </c:pt>
                <c:pt idx="4">
                  <c:v>14.0</c:v>
                </c:pt>
                <c:pt idx="5">
                  <c:v>16.0</c:v>
                </c:pt>
                <c:pt idx="6">
                  <c:v>18.0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Sheet1!$A$2:$A$8</c:f>
              <c:strCache>
                <c:ptCount val="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15.0</c:v>
                </c:pt>
                <c:pt idx="1">
                  <c:v>15.0</c:v>
                </c:pt>
                <c:pt idx="2">
                  <c:v>9.0</c:v>
                </c:pt>
                <c:pt idx="3">
                  <c:v>15.0</c:v>
                </c:pt>
                <c:pt idx="4">
                  <c:v>14.0</c:v>
                </c:pt>
                <c:pt idx="5">
                  <c:v>9.0</c:v>
                </c:pt>
                <c:pt idx="6">
                  <c:v>17.0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cat>
            <c:strRef>
              <c:f>Sheet1!$A$2:$A$8</c:f>
              <c:strCache>
                <c:ptCount val="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51.0</c:v>
                </c:pt>
                <c:pt idx="1">
                  <c:v>67.0</c:v>
                </c:pt>
                <c:pt idx="2">
                  <c:v>60.0</c:v>
                </c:pt>
                <c:pt idx="3">
                  <c:v>47.0</c:v>
                </c:pt>
                <c:pt idx="4">
                  <c:v>56.0</c:v>
                </c:pt>
                <c:pt idx="5">
                  <c:v>50.0</c:v>
                </c:pt>
                <c:pt idx="6">
                  <c:v>54.0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Sheet1!$A$2:$A$8</c:f>
              <c:strCache>
                <c:ptCount val="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18.0</c:v>
                </c:pt>
                <c:pt idx="1">
                  <c:v>20.0</c:v>
                </c:pt>
                <c:pt idx="2">
                  <c:v>16.0</c:v>
                </c:pt>
                <c:pt idx="3">
                  <c:v>15.0</c:v>
                </c:pt>
                <c:pt idx="4">
                  <c:v>15.0</c:v>
                </c:pt>
                <c:pt idx="5">
                  <c:v>13.0</c:v>
                </c:pt>
                <c:pt idx="6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Sheet1!$A$2:$A$8</c:f>
              <c:strCache>
                <c:ptCount val="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11.0</c:v>
                </c:pt>
                <c:pt idx="1">
                  <c:v>16.0</c:v>
                </c:pt>
                <c:pt idx="2">
                  <c:v>14.0</c:v>
                </c:pt>
                <c:pt idx="3">
                  <c:v>12.0</c:v>
                </c:pt>
                <c:pt idx="4">
                  <c:v>13.0</c:v>
                </c:pt>
                <c:pt idx="5">
                  <c:v>14.0</c:v>
                </c:pt>
                <c:pt idx="6">
                  <c:v>15.0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Sheet1!$A$2:$A$8</c:f>
              <c:strCache>
                <c:ptCount val="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15.0</c:v>
                </c:pt>
                <c:pt idx="1">
                  <c:v>14.0</c:v>
                </c:pt>
                <c:pt idx="2">
                  <c:v>20.0</c:v>
                </c:pt>
                <c:pt idx="3">
                  <c:v>15.0</c:v>
                </c:pt>
                <c:pt idx="4">
                  <c:v>12.0</c:v>
                </c:pt>
                <c:pt idx="5">
                  <c:v>12.0</c:v>
                </c:pt>
                <c:pt idx="6">
                  <c:v>12.0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Sheet1!$A$2:$A$8</c:f>
              <c:strCache>
                <c:ptCount val="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7.0</c:v>
                </c:pt>
                <c:pt idx="1">
                  <c:v>17.0</c:v>
                </c:pt>
                <c:pt idx="2">
                  <c:v>10.0</c:v>
                </c:pt>
                <c:pt idx="3">
                  <c:v>5.0</c:v>
                </c:pt>
                <c:pt idx="4">
                  <c:v>16.0</c:v>
                </c:pt>
                <c:pt idx="5">
                  <c:v>11.0</c:v>
                </c:pt>
                <c:pt idx="6">
                  <c:v>12.0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4.862,2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3.862,2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4.008,9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3.207,9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739,4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-9,4%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171   Δ -16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-14,6%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158   Δ -23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+33,3%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63   Δ 21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1.452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+82,2%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797   Δ 655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+208,3%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+138,5%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+134,9%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498078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9686"/>
                <a:gridCol w="1558042"/>
                <a:gridCol w="1071154"/>
                <a:gridCol w="1558042"/>
                <a:gridCol w="1071154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Peak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Peak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2.380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32.047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47.376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3.307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586 (17,7%)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2.404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226 (57,9%)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1.119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169,6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Gde Agung Adhiaksa Pratama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Linda Ariyani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ROBIL ANWAR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Haryono Christanto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EMANUEL LAGA TIFAONA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ANDREYANTO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WINARSIH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EMANUEL LAGA TIFAONA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Gde Agung Adhiaksa Pratama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ROBIL ANWAR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WINARSIH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Siska wulandari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CHANDRA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Fajar Nanda Imani0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KAMALUDIN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KETUT SUPARIASIH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BERTHA GANTI ROULI SILABAN AMKG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PUTU AYU WIRDANINGSIH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HAYAT ANSORI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NURSIAH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D. BUDIONO HARSONO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KARTAKA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KAMALUDIN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KETUT SUPARIASIH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