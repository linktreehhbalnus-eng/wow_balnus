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3.207,9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171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1.452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797   Δ 655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580 (17,5%)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2.377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226 (57,9%)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