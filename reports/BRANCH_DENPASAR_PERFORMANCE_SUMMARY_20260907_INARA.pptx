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73.0</c:v>
                </c:pt>
                <c:pt idx="1">
                  <c:v>78.0</c:v>
                </c:pt>
                <c:pt idx="2">
                  <c:v>67.0</c:v>
                </c:pt>
                <c:pt idx="3">
                  <c:v>61.0</c:v>
                </c:pt>
                <c:pt idx="4">
                  <c:v>59.0</c:v>
                </c:pt>
                <c:pt idx="5">
                  <c:v>57.0</c:v>
                </c:pt>
                <c:pt idx="6">
                  <c:v>69.0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23.0</c:v>
                </c:pt>
                <c:pt idx="1">
                  <c:v>22.0</c:v>
                </c:pt>
                <c:pt idx="2">
                  <c:v>20.0</c:v>
                </c:pt>
                <c:pt idx="3">
                  <c:v>19.0</c:v>
                </c:pt>
                <c:pt idx="4">
                  <c:v>18.0</c:v>
                </c:pt>
                <c:pt idx="5">
                  <c:v>15.0</c:v>
                </c:pt>
                <c:pt idx="6">
                  <c:v>16.0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16.0</c:v>
                </c:pt>
                <c:pt idx="1">
                  <c:v>21.0</c:v>
                </c:pt>
                <c:pt idx="2">
                  <c:v>17.0</c:v>
                </c:pt>
                <c:pt idx="3">
                  <c:v>13.0</c:v>
                </c:pt>
                <c:pt idx="4">
                  <c:v>13.0</c:v>
                </c:pt>
                <c:pt idx="5">
                  <c:v>17.0</c:v>
                </c:pt>
                <c:pt idx="6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19.0</c:v>
                </c:pt>
                <c:pt idx="1">
                  <c:v>20.0</c:v>
                </c:pt>
                <c:pt idx="2">
                  <c:v>21.0</c:v>
                </c:pt>
                <c:pt idx="3">
                  <c:v>14.0</c:v>
                </c:pt>
                <c:pt idx="4">
                  <c:v>14.0</c:v>
                </c:pt>
                <c:pt idx="5">
                  <c:v>16.0</c:v>
                </c:pt>
                <c:pt idx="6">
                  <c:v>19.0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15.0</c:v>
                </c:pt>
                <c:pt idx="1">
                  <c:v>15.0</c:v>
                </c:pt>
                <c:pt idx="2">
                  <c:v>9.0</c:v>
                </c:pt>
                <c:pt idx="3">
                  <c:v>15.0</c:v>
                </c:pt>
                <c:pt idx="4">
                  <c:v>14.0</c:v>
                </c:pt>
                <c:pt idx="5">
                  <c:v>9.0</c:v>
                </c:pt>
                <c:pt idx="6">
                  <c:v>17.0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51.0</c:v>
                </c:pt>
                <c:pt idx="1">
                  <c:v>67.0</c:v>
                </c:pt>
                <c:pt idx="2">
                  <c:v>60.0</c:v>
                </c:pt>
                <c:pt idx="3">
                  <c:v>47.0</c:v>
                </c:pt>
                <c:pt idx="4">
                  <c:v>56.0</c:v>
                </c:pt>
                <c:pt idx="5">
                  <c:v>50.0</c:v>
                </c:pt>
                <c:pt idx="6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18.0</c:v>
                </c:pt>
                <c:pt idx="1">
                  <c:v>20.0</c:v>
                </c:pt>
                <c:pt idx="2">
                  <c:v>16.0</c:v>
                </c:pt>
                <c:pt idx="3">
                  <c:v>15.0</c:v>
                </c:pt>
                <c:pt idx="4">
                  <c:v>15.0</c:v>
                </c:pt>
                <c:pt idx="5">
                  <c:v>13.0</c:v>
                </c:pt>
                <c:pt idx="6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11.0</c:v>
                </c:pt>
                <c:pt idx="1">
                  <c:v>16.0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14.0</c:v>
                </c:pt>
                <c:pt idx="6">
                  <c:v>15.0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15.0</c:v>
                </c:pt>
                <c:pt idx="1">
                  <c:v>14.0</c:v>
                </c:pt>
                <c:pt idx="2">
                  <c:v>20.0</c:v>
                </c:pt>
                <c:pt idx="3">
                  <c:v>15.0</c:v>
                </c:pt>
                <c:pt idx="4">
                  <c:v>12.0</c:v>
                </c:pt>
                <c:pt idx="5">
                  <c:v>12.0</c:v>
                </c:pt>
                <c:pt idx="6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Sheet1!$A$2:$A$8</c:f>
              <c:strCache>
                <c:ptCount val="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7.0</c:v>
                </c:pt>
                <c:pt idx="1">
                  <c:v>17.0</c:v>
                </c:pt>
                <c:pt idx="2">
                  <c:v>10.0</c:v>
                </c:pt>
                <c:pt idx="3">
                  <c:v>5.0</c:v>
                </c:pt>
                <c:pt idx="4">
                  <c:v>16.0</c:v>
                </c:pt>
                <c:pt idx="5">
                  <c:v>11.0</c:v>
                </c:pt>
                <c:pt idx="6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3.861,2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3.207,9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171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158   Δ -23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1.452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+82,2%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797   Δ 655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117 (3,5%)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74 (17,3%)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Gde Agung Adhiaksa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WINARSIH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CHANDRA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Sep 2026 vs MTD-1 01–07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EMILIA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HAYAT ANSORI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AGUNG PUTU SANTIKA PARAMITA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NURSIAH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