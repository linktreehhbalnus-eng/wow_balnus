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03/09</c:v>
                </c:pt>
                <c:pt idx="1">
                  <c:v>04/09</c:v>
                </c:pt>
                <c:pt idx="2">
                  <c:v>05/09</c:v>
                </c:pt>
                <c:pt idx="3">
                  <c:v>06/09</c:v>
                </c:pt>
                <c:pt idx="4">
                  <c:v>07/09</c:v>
                </c:pt>
                <c:pt idx="5">
                  <c:v>08/09</c:v>
                </c:pt>
                <c:pt idx="6">
                  <c:v>09/09</c:v>
                </c:pt>
                <c:pt idx="7">
                  <c:v>10/09</c:v>
                </c:pt>
                <c:pt idx="8">
                  <c:v>11/09</c:v>
                </c:pt>
                <c:pt idx="9">
                  <c:v>12/09</c:v>
                </c:pt>
                <c:pt idx="10">
                  <c:v>13/09</c:v>
                </c:pt>
                <c:pt idx="11">
                  <c:v>14/09</c:v>
                </c:pt>
                <c:pt idx="12">
                  <c:v>15/09</c:v>
                </c:pt>
                <c:pt idx="13">
                  <c:v>16/09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334.0</c:v>
                </c:pt>
                <c:pt idx="1">
                  <c:v>324.0</c:v>
                </c:pt>
                <c:pt idx="2">
                  <c:v>279.0</c:v>
                </c:pt>
                <c:pt idx="3">
                  <c:v>198.0</c:v>
                </c:pt>
                <c:pt idx="4">
                  <c:v>362.0</c:v>
                </c:pt>
                <c:pt idx="5">
                  <c:v>351.0</c:v>
                </c:pt>
                <c:pt idx="6">
                  <c:v>315.0</c:v>
                </c:pt>
                <c:pt idx="7">
                  <c:v>313.0</c:v>
                </c:pt>
                <c:pt idx="8">
                  <c:v>319.0</c:v>
                </c:pt>
                <c:pt idx="9">
                  <c:v>254.0</c:v>
                </c:pt>
                <c:pt idx="10">
                  <c:v>169.0</c:v>
                </c:pt>
                <c:pt idx="11">
                  <c:v>339.0</c:v>
                </c:pt>
                <c:pt idx="12">
                  <c:v>320.0</c:v>
                </c:pt>
                <c:pt idx="13">
                  <c:v>322.0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03/09</c:v>
                </c:pt>
                <c:pt idx="1">
                  <c:v>04/09</c:v>
                </c:pt>
                <c:pt idx="2">
                  <c:v>05/09</c:v>
                </c:pt>
                <c:pt idx="3">
                  <c:v>06/09</c:v>
                </c:pt>
                <c:pt idx="4">
                  <c:v>07/09</c:v>
                </c:pt>
                <c:pt idx="5">
                  <c:v>08/09</c:v>
                </c:pt>
                <c:pt idx="6">
                  <c:v>09/09</c:v>
                </c:pt>
                <c:pt idx="7">
                  <c:v>10/09</c:v>
                </c:pt>
                <c:pt idx="8">
                  <c:v>11/09</c:v>
                </c:pt>
                <c:pt idx="9">
                  <c:v>12/09</c:v>
                </c:pt>
                <c:pt idx="10">
                  <c:v>13/09</c:v>
                </c:pt>
                <c:pt idx="11">
                  <c:v>14/09</c:v>
                </c:pt>
                <c:pt idx="12">
                  <c:v>15/09</c:v>
                </c:pt>
                <c:pt idx="13">
                  <c:v>16/09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270.0</c:v>
                </c:pt>
                <c:pt idx="1">
                  <c:v>255.0</c:v>
                </c:pt>
                <c:pt idx="2">
                  <c:v>185.0</c:v>
                </c:pt>
                <c:pt idx="3">
                  <c:v>159.0</c:v>
                </c:pt>
                <c:pt idx="4">
                  <c:v>256.0</c:v>
                </c:pt>
                <c:pt idx="5">
                  <c:v>285.0</c:v>
                </c:pt>
                <c:pt idx="6">
                  <c:v>266.0</c:v>
                </c:pt>
                <c:pt idx="7">
                  <c:v>237.0</c:v>
                </c:pt>
                <c:pt idx="8">
                  <c:v>258.0</c:v>
                </c:pt>
                <c:pt idx="9">
                  <c:v>191.0</c:v>
                </c:pt>
                <c:pt idx="10">
                  <c:v>151.0</c:v>
                </c:pt>
                <c:pt idx="11">
                  <c:v>266.0</c:v>
                </c:pt>
                <c:pt idx="12">
                  <c:v>271.0</c:v>
                </c:pt>
                <c:pt idx="13">
                  <c:v>266.0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+5,9% &amp; PS +4,2% MoM — Achievement Mencapai 48,7% (RE) / 48,0%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16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01–16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(+13,3%), Denpasar Terdalam (-2,3%)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-2,3%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(+27,7%), Bali Tengah 1 Terdalam (-9,8%)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(+125), Bima Tumbuh Tertinggi (+70,8%)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+256, Bottom 5 -181, dan perubahan PS regional +156.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(+90,5%), TSEL One &gt;30 Mbps Turun Terdalam (-65,0%)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+2,1%, Aktivitas DJP +10,5%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5.487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5.487
Dikunjungi: 837 (15,3%)
Visit DJP: 2.266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1.306
Dikunjungi: 709 (54,3%)
Visit DJP: 2.104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 TOPAN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MADE RIVAN ANDIKA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VINSENSIUS JEMADA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Sep 2026 vs MTD-1 01–16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Sep 2026 vs MTD-1 01–16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3.746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3.902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Sep 2026 vs MTD-1 01–16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Sep 2026 vs MTD-1 01–16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4.690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4.965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3.746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3.902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863,8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3.917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3.412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573 | MoM +5,5%
PS: 540 | MoM +2,1%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483 | Active 60,5% | MoM +5,0%
  PS: 452 | Active 56,6% | MoM +1,3%
• Greenfield
  RE: 54 | Active 93,1% | MoM +17,4%
  PS: 52 | Active 89,7% | MoM +13,0%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+6,9%, Gap +4
• Flores: PS -19,5%, Gap -16
• Kupang: PS +20,0%, Gap +5
• Mataram: PS -8,9%,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Gatsu Tengah (Denpasar): -66,7%, Gap -4
• Grapari Taliwang (Mataram): -66,7%, Gap -2
• Grapari Lombok Timur (Mataram): -50,0%, Gap -1
• Grapari Maluk (Mataram):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-41 (-8,5%), PS -34 (-8,2%)
• Bali Timur: RE -5 (-1,6%), PS -25 (-9,4%)
• Bali Tengah 2: RE -35 (-6,8%), PS -22 (-5,2%)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-29 (-37,7%), PS -24 (-38,7%)
• Bali Tengah 1: RE -13 (-21,0%), PS -13 (-27,1%)
• Bali Barat: RE -13 (-40,6%), PS -6 (-35,3%)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-13 (-48,1%), PS -7 (-53,8%)
• Bali Barat: RE -5 (-50,0%), PS -2 (-50,0%)
• Bali Timur: RE 0 (0,0%), PS -2 (-28,6%)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(-83,3%),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Sep 2026 vs MTD-1 01–16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151 / 310 (48,7%)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 | Turun 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189 / 351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136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150 (56,7%)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+7,6%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 / 152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+5,3%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142 / 213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+4,4%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 / 240 (69,6%)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 / 58 (89,7%)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+15,6%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452 / 798 (56,6%)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541 / 924 (58,5%)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+1,5% | Turun 260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+766,7%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310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-26,9% | Turun 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351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-4,4% | Turun 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136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150 (12,0%)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152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213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240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58 (19,0%)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 / 798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+5,5%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102 / 924 (11,0%)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+8,5% | Turun 260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