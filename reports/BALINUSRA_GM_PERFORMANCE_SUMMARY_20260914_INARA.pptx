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01/09</c:v>
                </c:pt>
                <c:pt idx="1">
                  <c:v>02/09</c:v>
                </c:pt>
                <c:pt idx="2">
                  <c:v>03/09</c:v>
                </c:pt>
                <c:pt idx="3">
                  <c:v>04/09</c:v>
                </c:pt>
                <c:pt idx="4">
                  <c:v>05/09</c:v>
                </c:pt>
                <c:pt idx="5">
                  <c:v>06/09</c:v>
                </c:pt>
                <c:pt idx="6">
                  <c:v>07/09</c:v>
                </c:pt>
                <c:pt idx="7">
                  <c:v>08/09</c:v>
                </c:pt>
                <c:pt idx="8">
                  <c:v>09/09</c:v>
                </c:pt>
                <c:pt idx="9">
                  <c:v>10/09</c:v>
                </c:pt>
                <c:pt idx="10">
                  <c:v>11/09</c:v>
                </c:pt>
                <c:pt idx="11">
                  <c:v>12/09</c:v>
                </c:pt>
                <c:pt idx="12">
                  <c:v>13/09</c:v>
                </c:pt>
                <c:pt idx="13">
                  <c:v>14/09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407.0</c:v>
                </c:pt>
                <c:pt idx="1">
                  <c:v>359.0</c:v>
                </c:pt>
                <c:pt idx="2">
                  <c:v>334.0</c:v>
                </c:pt>
                <c:pt idx="3">
                  <c:v>324.0</c:v>
                </c:pt>
                <c:pt idx="4">
                  <c:v>279.0</c:v>
                </c:pt>
                <c:pt idx="5">
                  <c:v>198.0</c:v>
                </c:pt>
                <c:pt idx="6">
                  <c:v>362.0</c:v>
                </c:pt>
                <c:pt idx="7">
                  <c:v>351.0</c:v>
                </c:pt>
                <c:pt idx="8">
                  <c:v>315.0</c:v>
                </c:pt>
                <c:pt idx="9">
                  <c:v>313.0</c:v>
                </c:pt>
                <c:pt idx="10">
                  <c:v>319.0</c:v>
                </c:pt>
                <c:pt idx="11">
                  <c:v>254.0</c:v>
                </c:pt>
                <c:pt idx="12">
                  <c:v>169.0</c:v>
                </c:pt>
                <c:pt idx="13">
                  <c:v>339.0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01/09</c:v>
                </c:pt>
                <c:pt idx="1">
                  <c:v>02/09</c:v>
                </c:pt>
                <c:pt idx="2">
                  <c:v>03/09</c:v>
                </c:pt>
                <c:pt idx="3">
                  <c:v>04/09</c:v>
                </c:pt>
                <c:pt idx="4">
                  <c:v>05/09</c:v>
                </c:pt>
                <c:pt idx="5">
                  <c:v>06/09</c:v>
                </c:pt>
                <c:pt idx="6">
                  <c:v>07/09</c:v>
                </c:pt>
                <c:pt idx="7">
                  <c:v>08/09</c:v>
                </c:pt>
                <c:pt idx="8">
                  <c:v>09/09</c:v>
                </c:pt>
                <c:pt idx="9">
                  <c:v>10/09</c:v>
                </c:pt>
                <c:pt idx="10">
                  <c:v>11/09</c:v>
                </c:pt>
                <c:pt idx="11">
                  <c:v>12/09</c:v>
                </c:pt>
                <c:pt idx="12">
                  <c:v>13/09</c:v>
                </c:pt>
                <c:pt idx="13">
                  <c:v>14/09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315.0</c:v>
                </c:pt>
                <c:pt idx="2">
                  <c:v>270.0</c:v>
                </c:pt>
                <c:pt idx="3">
                  <c:v>255.0</c:v>
                </c:pt>
                <c:pt idx="4">
                  <c:v>185.0</c:v>
                </c:pt>
                <c:pt idx="5">
                  <c:v>159.0</c:v>
                </c:pt>
                <c:pt idx="6">
                  <c:v>256.0</c:v>
                </c:pt>
                <c:pt idx="7">
                  <c:v>285.0</c:v>
                </c:pt>
                <c:pt idx="8">
                  <c:v>266.0</c:v>
                </c:pt>
                <c:pt idx="9">
                  <c:v>237.0</c:v>
                </c:pt>
                <c:pt idx="10">
                  <c:v>258.0</c:v>
                </c:pt>
                <c:pt idx="11">
                  <c:v>191.0</c:v>
                </c:pt>
                <c:pt idx="12">
                  <c:v>151.0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+1,4% &amp; PS -2,0% MoM — Achievement Mencapai 42,4% (RE) / 41,4%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14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01–14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(+4,1%), Denpasar Terdalam (-4,6%)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(+15,8%), Bali Tengah 1 Terdalam (-12,7%)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(+110), Bima Tumbuh Tertinggi (+66,1%)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+192, Bottom 5 -200, dan perubahan PS regional -68.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(+93,8%), TSEL One &gt;30 Mbps Turun Terdalam (-67,3%)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-2,3%, Aktivitas DJP +2,1%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5.469
Dikunjungi: 663 (12,1%)
Visit DJP: 1.751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1.258
Dikunjungi: 530 (42,1%)
Visit DJP: 1.563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SULASTRI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UTARI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Sep 2026 vs MTD-1 01–14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Sep 2026 vs MTD-1 01–14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3.433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Sep 2026 vs MTD-1 01–14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Sep 2026 vs MTD-1 01–14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3.433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541 | MoM +0,2%
PS: 511 | MoM -2,3%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453 | Active 58,9% | MoM -0,9%
  PS: 425 | Active 55,3% | MoM -3,6%
• Greenfield
  RE: 52 | Active 89,7% | MoM +13,0%
  PS: 50 | Active 86,2% | MoM +11,1%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+3,8%, Gap +2
• Flores: PS -30,9%, Gap -25
• Kupang: PS 0,0%, Gap 0
• Mataram: PS -8,6%, Gap 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Maluk (Mataram): -100,0%, Gap -1
• Grapari Taliwang (Mataram): -66,7%, Gap -2
• Grapari Larantuka (Flores): -60,0%, Gap -3
• Grapari Gatsu Tengah (Denpasar): -50,0%,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-47 (-10,8%), PS -44 (-11,7%)
• Kupang Rote - Malaka Timtim Belu: RE -27 (-7,4%), PS -33 (-10,3%)
• Bali Timur: RE 0 (0,0%), PS -31 (-12,9%)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-32 (-45,1%), PS -26 (-46,4%)
• Bali Tengah 1: RE -11 (-20,4%), PS -8 (-19,5%)
• Bali Barat: RE -11 (-37,9%), PS -7 (-41,2%)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-12 (-50,0%), PS -5 (-45,5%)
• Bali Timur: RE -1 (-10,0%), PS -4 (-57,1%)
• Bali Barat: RE -5 (-50,0%), PS -3 (-75,0%)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-4 (-80,0%),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Sep 2026 vs MTD-1 01–14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 / 309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 / 350 (49,1%)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135 (51,9%)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149 (56,4%)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127 (74,8%)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 / 211 (64,0%)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238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58 (86,2%)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425 / 769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231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512 / 891 (57,5%)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+776,2%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2.937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309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350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135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149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211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238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58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 / 769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 | Turun 231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20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 / 891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