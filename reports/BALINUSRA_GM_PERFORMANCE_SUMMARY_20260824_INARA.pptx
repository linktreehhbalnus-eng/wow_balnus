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11/08</c:v>
                </c:pt>
                <c:pt idx="1">
                  <c:v>12/08</c:v>
                </c:pt>
                <c:pt idx="2">
                  <c:v>13/08</c:v>
                </c:pt>
                <c:pt idx="3">
                  <c:v>14/08</c:v>
                </c:pt>
                <c:pt idx="4">
                  <c:v>15/08</c:v>
                </c:pt>
                <c:pt idx="5">
                  <c:v>16/08</c:v>
                </c:pt>
                <c:pt idx="6">
                  <c:v>17/08</c:v>
                </c:pt>
                <c:pt idx="7">
                  <c:v>18/08</c:v>
                </c:pt>
                <c:pt idx="8">
                  <c:v>19/08</c:v>
                </c:pt>
                <c:pt idx="9">
                  <c:v>20/08</c:v>
                </c:pt>
                <c:pt idx="10">
                  <c:v>21/08</c:v>
                </c:pt>
                <c:pt idx="11">
                  <c:v>22/08</c:v>
                </c:pt>
                <c:pt idx="12">
                  <c:v>23/08</c:v>
                </c:pt>
                <c:pt idx="13">
                  <c:v>24/08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320.0</c:v>
                </c:pt>
                <c:pt idx="1">
                  <c:v>325.0</c:v>
                </c:pt>
                <c:pt idx="2">
                  <c:v>270.0</c:v>
                </c:pt>
                <c:pt idx="3">
                  <c:v>263.0</c:v>
                </c:pt>
                <c:pt idx="4">
                  <c:v>214.0</c:v>
                </c:pt>
                <c:pt idx="5">
                  <c:v>214.0</c:v>
                </c:pt>
                <c:pt idx="6">
                  <c:v>218.0</c:v>
                </c:pt>
                <c:pt idx="7">
                  <c:v>358.0</c:v>
                </c:pt>
                <c:pt idx="8">
                  <c:v>297.0</c:v>
                </c:pt>
                <c:pt idx="9">
                  <c:v>303.0</c:v>
                </c:pt>
                <c:pt idx="10">
                  <c:v>358.0</c:v>
                </c:pt>
                <c:pt idx="11">
                  <c:v>316.0</c:v>
                </c:pt>
                <c:pt idx="12">
                  <c:v>211.0</c:v>
                </c:pt>
                <c:pt idx="13">
                  <c:v>343.0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11/08</c:v>
                </c:pt>
                <c:pt idx="1">
                  <c:v>12/08</c:v>
                </c:pt>
                <c:pt idx="2">
                  <c:v>13/08</c:v>
                </c:pt>
                <c:pt idx="3">
                  <c:v>14/08</c:v>
                </c:pt>
                <c:pt idx="4">
                  <c:v>15/08</c:v>
                </c:pt>
                <c:pt idx="5">
                  <c:v>16/08</c:v>
                </c:pt>
                <c:pt idx="6">
                  <c:v>17/08</c:v>
                </c:pt>
                <c:pt idx="7">
                  <c:v>18/08</c:v>
                </c:pt>
                <c:pt idx="8">
                  <c:v>19/08</c:v>
                </c:pt>
                <c:pt idx="9">
                  <c:v>20/08</c:v>
                </c:pt>
                <c:pt idx="10">
                  <c:v>21/08</c:v>
                </c:pt>
                <c:pt idx="11">
                  <c:v>22/08</c:v>
                </c:pt>
                <c:pt idx="12">
                  <c:v>23/08</c:v>
                </c:pt>
                <c:pt idx="13">
                  <c:v>24/08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275.0</c:v>
                </c:pt>
                <c:pt idx="1">
                  <c:v>235.0</c:v>
                </c:pt>
                <c:pt idx="2">
                  <c:v>263.0</c:v>
                </c:pt>
                <c:pt idx="3">
                  <c:v>217.0</c:v>
                </c:pt>
                <c:pt idx="4">
                  <c:v>162.0</c:v>
                </c:pt>
                <c:pt idx="5">
                  <c:v>151.0</c:v>
                </c:pt>
                <c:pt idx="6">
                  <c:v>149.0</c:v>
                </c:pt>
                <c:pt idx="7">
                  <c:v>278.0</c:v>
                </c:pt>
                <c:pt idx="8">
                  <c:v>268.0</c:v>
                </c:pt>
                <c:pt idx="9">
                  <c:v>231.0</c:v>
                </c:pt>
                <c:pt idx="10">
                  <c:v>271.0</c:v>
                </c:pt>
                <c:pt idx="11">
                  <c:v>256.0</c:v>
                </c:pt>
                <c:pt idx="12">
                  <c:v>197.0</c:v>
                </c:pt>
                <c:pt idx="13">
                  <c:v>266.0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-3,1% &amp; PS -4,1% MoM — Achievement Mencapai 60,7% (RE) / 58,1%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24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01–24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(-1,1%), Kupang Terdalam (-15,8%)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61,0%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44,3%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(+5,7%), Sumba Terdalam (-16,6%)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(+70), Lombok Tengah Tumbuh Tertinggi (+72,9%)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+207, Bottom 5 -231, dan perubahan PS regional -241.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(+41,8%), 50 Mbps Turun Terdalam (-24,5%)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+6,7%, Aktivitas DJP -2,7%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1.075 (19,7%)
Visit DJP: 2.664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947
Dikunjungi: 668 (70,5%)
Visit DJP: 1.685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Balla panja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01–24 Agu 2026 vs MTD-1 01–24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