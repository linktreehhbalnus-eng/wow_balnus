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60.0</c:v>
                </c:pt>
                <c:pt idx="1">
                  <c:v>61.0</c:v>
                </c:pt>
                <c:pt idx="2">
                  <c:v>50.0</c:v>
                </c:pt>
                <c:pt idx="3">
                  <c:v>47.0</c:v>
                </c:pt>
                <c:pt idx="4">
                  <c:v>59.0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15.0</c:v>
                </c:pt>
                <c:pt idx="1">
                  <c:v>18.0</c:v>
                </c:pt>
                <c:pt idx="2">
                  <c:v>15.0</c:v>
                </c:pt>
                <c:pt idx="3">
                  <c:v>14.0</c:v>
                </c:pt>
                <c:pt idx="4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18.0</c:v>
                </c:pt>
                <c:pt idx="1">
                  <c:v>19.0</c:v>
                </c:pt>
                <c:pt idx="2">
                  <c:v>17.0</c:v>
                </c:pt>
                <c:pt idx="3">
                  <c:v>11.0</c:v>
                </c:pt>
                <c:pt idx="4">
                  <c:v>17.0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16.0</c:v>
                </c:pt>
                <c:pt idx="1">
                  <c:v>20.0</c:v>
                </c:pt>
                <c:pt idx="2">
                  <c:v>20.0</c:v>
                </c:pt>
                <c:pt idx="3">
                  <c:v>17.0</c:v>
                </c:pt>
                <c:pt idx="4">
                  <c:v>22.0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9.0</c:v>
                </c:pt>
                <c:pt idx="4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54.0</c:v>
                </c:pt>
                <c:pt idx="1">
                  <c:v>53.0</c:v>
                </c:pt>
                <c:pt idx="2">
                  <c:v>57.0</c:v>
                </c:pt>
                <c:pt idx="3">
                  <c:v>43.0</c:v>
                </c:pt>
                <c:pt idx="4">
                  <c:v>43.0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11.0</c:v>
                </c:pt>
                <c:pt idx="1">
                  <c:v>15.0</c:v>
                </c:pt>
                <c:pt idx="2">
                  <c:v>16.0</c:v>
                </c:pt>
                <c:pt idx="3">
                  <c:v>9.0</c:v>
                </c:pt>
                <c:pt idx="4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19.0</c:v>
                </c:pt>
                <c:pt idx="1">
                  <c:v>14.0</c:v>
                </c:pt>
                <c:pt idx="2">
                  <c:v>20.0</c:v>
                </c:pt>
                <c:pt idx="3">
                  <c:v>12.0</c:v>
                </c:pt>
                <c:pt idx="4">
                  <c:v>17.0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12.0</c:v>
                </c:pt>
                <c:pt idx="1">
                  <c:v>18.0</c:v>
                </c:pt>
                <c:pt idx="2">
                  <c:v>19.0</c:v>
                </c:pt>
                <c:pt idx="3">
                  <c:v>19.0</c:v>
                </c:pt>
                <c:pt idx="4">
                  <c:v>13.0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5.0</c:v>
                </c:pt>
                <c:pt idx="4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-634,0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-467,0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139   Δ -11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126   Δ -8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219   Δ 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7.035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6.419   Δ 616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1.909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1.822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20 (65,0%)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+8,3%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85 / 310 (27,4%)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-11,5% | Turun 65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118 / 351 (33,6%)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-4,8% | Turun 84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 / 68 (29,4%)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-23,1%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 / 80 (33,8%)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-20,6%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85 (36,5%)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+29,2%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 / 93 (41,9%)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+25,8%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 / 80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-15,8%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 / 93 (30,1%)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77 (23,4%)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 / 85 (28,2%)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-17,2%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408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20 (5,0%)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310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65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10 (40,0%)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-55,6%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 / 351 (2,0%)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-53,3% | Turun 84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80 (2,5%)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-71,4%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93 (5,4%)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93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85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7.604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715 (22,0%)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1.934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433 (78,4%)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128 | MoM -7,9%
PS: 118 | MoM -6,3%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95 | Active 30,6% | MoM -6,9%
  PS: 85 | Active 27,4% | MoM -7,6%
• Greenfield
  RE: 13 | Active 65,0% | MoM -23,5%
  PS: 13 | Active 65,0% | MoM -7,1%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N/A, Gap 1
• Grapari Jimbaran: PS -42,9%, Gap -3
• Grapari Kuta: PS +200,0%, Gap 2
• Grapari Negara: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0,0%, Gap 0
• Grapari Singaraja: PS -100,0%, Gap -1
• Grapari Tabanan: PS -66,7%, Gap -2
• Grapari Ubud: PS -100,0%, Gap 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-85 (-37,8%), PS -101 (-50,8%)
• Bali Tengah 2: RE -21 (-12,5%), PS -20 (-14,0%)
• Bali Timur: RE -35 (-30,2%), PS -18 (-22,5%)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-2 (-11,8%), PS -8 (-66,7%)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-2 (-28,6%), PS -3 (-50,0%)
• Bali Timur: RE 0 (0,0%), PS -2 (-100,0%)
• Bali Tengah 1: RE -1 (-20,0%), PS -1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Handoko Priadtmono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AWANG DARMAWAN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USAMAH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Septian Adiputra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KARTINI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Winna Fitriany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KHUSNUL KHOTIMAH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HENDRA KARJAYA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USAMAH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Handoko Priadtmono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HENDRA KARJAYA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Agus Subyantoro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SRI WULAN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KARTINI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SHINTIA SRIGANTINY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AWANG DARMAWAN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 Setyawan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 Susilo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pebri wirianta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 Susilo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pebri wirianta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Fajar Nanda Imani0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