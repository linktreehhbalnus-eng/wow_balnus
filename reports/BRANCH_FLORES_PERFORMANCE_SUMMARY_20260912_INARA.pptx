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72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47   Δ 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1.189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1.205   Δ -16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 / 135 (48,9%)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+13,8%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 / 149 (53,7%)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72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79 (54,4%)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63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+30,4%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70 (52,9%)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13 (7,7%)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135 (3,7%)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149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72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79 (6,3%)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63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70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65 (25,0%)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 (46,7%)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87 | MoM +6,1%
PS: 80 | MoM +11,1%
• Junior
  RE: 73 | Active 54,1% | MoM +5,8%
  PS: 66 | Active 48,9% | MoM +11,9%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-50,0%, Gap -2
• Grapari Ende: PS -6,2%, Gap -1
• Grapari Kalabahi: PS -25,0%, Gap -4
• Grapari Labuan Bajo: PS -38,5%,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-3
• Grapari Maumere: PS -30,0%, Gap -3
• Grapari Ruteng: PS +50,0%,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25 (+9,4%), PS -6 (-2,8%)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