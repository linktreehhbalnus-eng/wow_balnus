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29.0</c:v>
                </c:pt>
                <c:pt idx="1">
                  <c:v>24.0</c:v>
                </c:pt>
                <c:pt idx="2">
                  <c:v>28.0</c:v>
                </c:pt>
                <c:pt idx="3">
                  <c:v>28.0</c:v>
                </c:pt>
                <c:pt idx="4">
                  <c:v>27.0</c:v>
                </c:pt>
                <c:pt idx="5">
                  <c:v>10.0</c:v>
                </c:pt>
                <c:pt idx="6">
                  <c:v>30.0</c:v>
                </c:pt>
                <c:pt idx="7">
                  <c:v>23.0</c:v>
                </c:pt>
                <c:pt idx="8">
                  <c:v>32.0</c:v>
                </c:pt>
                <c:pt idx="9">
                  <c:v>31.0</c:v>
                </c:pt>
                <c:pt idx="10">
                  <c:v>27.0</c:v>
                </c:pt>
                <c:pt idx="11">
                  <c:v>29.0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 - 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17.0</c:v>
                </c:pt>
                <c:pt idx="1">
                  <c:v>13.0</c:v>
                </c:pt>
                <c:pt idx="2">
                  <c:v>18.0</c:v>
                </c:pt>
                <c:pt idx="3">
                  <c:v>18.0</c:v>
                </c:pt>
                <c:pt idx="4">
                  <c:v>21.0</c:v>
                </c:pt>
                <c:pt idx="5">
                  <c:v>4.0</c:v>
                </c:pt>
                <c:pt idx="6">
                  <c:v>19.0</c:v>
                </c:pt>
                <c:pt idx="7">
                  <c:v>15.0</c:v>
                </c:pt>
                <c:pt idx="8">
                  <c:v>18.0</c:v>
                </c:pt>
                <c:pt idx="9">
                  <c:v>18.0</c:v>
                </c:pt>
                <c:pt idx="10">
                  <c:v>13.0</c:v>
                </c:pt>
                <c:pt idx="11">
                  <c:v>20.0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12.0</c:v>
                </c:pt>
                <c:pt idx="1">
                  <c:v>11.0</c:v>
                </c:pt>
                <c:pt idx="2">
                  <c:v>10.0</c:v>
                </c:pt>
                <c:pt idx="3">
                  <c:v>10.0</c:v>
                </c:pt>
                <c:pt idx="4">
                  <c:v>6.0</c:v>
                </c:pt>
                <c:pt idx="5">
                  <c:v>6.0</c:v>
                </c:pt>
                <c:pt idx="6">
                  <c:v>11.0</c:v>
                </c:pt>
                <c:pt idx="7">
                  <c:v>8.0</c:v>
                </c:pt>
                <c:pt idx="8">
                  <c:v>14.0</c:v>
                </c:pt>
                <c:pt idx="9">
                  <c:v>13.0</c:v>
                </c:pt>
                <c:pt idx="10">
                  <c:v>14.0</c:v>
                </c:pt>
                <c:pt idx="11">
                  <c:v>9.0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20.0</c:v>
                </c:pt>
                <c:pt idx="1">
                  <c:v>26.0</c:v>
                </c:pt>
                <c:pt idx="2">
                  <c:v>24.0</c:v>
                </c:pt>
                <c:pt idx="3">
                  <c:v>25.0</c:v>
                </c:pt>
                <c:pt idx="4">
                  <c:v>15.0</c:v>
                </c:pt>
                <c:pt idx="5">
                  <c:v>15.0</c:v>
                </c:pt>
                <c:pt idx="6">
                  <c:v>19.0</c:v>
                </c:pt>
                <c:pt idx="7">
                  <c:v>10.0</c:v>
                </c:pt>
                <c:pt idx="8">
                  <c:v>30.0</c:v>
                </c:pt>
                <c:pt idx="9">
                  <c:v>20.0</c:v>
                </c:pt>
                <c:pt idx="10">
                  <c:v>31.0</c:v>
                </c:pt>
                <c:pt idx="11">
                  <c:v>16.0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 - 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14.0</c:v>
                </c:pt>
                <c:pt idx="1">
                  <c:v>17.0</c:v>
                </c:pt>
                <c:pt idx="2">
                  <c:v>14.0</c:v>
                </c:pt>
                <c:pt idx="3">
                  <c:v>16.0</c:v>
                </c:pt>
                <c:pt idx="4">
                  <c:v>7.0</c:v>
                </c:pt>
                <c:pt idx="5">
                  <c:v>9.0</c:v>
                </c:pt>
                <c:pt idx="6">
                  <c:v>11.0</c:v>
                </c:pt>
                <c:pt idx="7">
                  <c:v>9.0</c:v>
                </c:pt>
                <c:pt idx="8">
                  <c:v>18.0</c:v>
                </c:pt>
                <c:pt idx="9">
                  <c:v>12.0</c:v>
                </c:pt>
                <c:pt idx="10">
                  <c:v>16.0</c:v>
                </c:pt>
                <c:pt idx="11">
                  <c:v>10.0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6.0</c:v>
                </c:pt>
                <c:pt idx="1">
                  <c:v>9.0</c:v>
                </c:pt>
                <c:pt idx="2">
                  <c:v>10.0</c:v>
                </c:pt>
                <c:pt idx="3">
                  <c:v>9.0</c:v>
                </c:pt>
                <c:pt idx="4">
                  <c:v>8.0</c:v>
                </c:pt>
                <c:pt idx="5">
                  <c:v>6.0</c:v>
                </c:pt>
                <c:pt idx="6">
                  <c:v>8.0</c:v>
                </c:pt>
                <c:pt idx="7">
                  <c:v>1.0</c:v>
                </c:pt>
                <c:pt idx="8">
                  <c:v>12.0</c:v>
                </c:pt>
                <c:pt idx="9">
                  <c:v>8.0</c:v>
                </c:pt>
                <c:pt idx="10">
                  <c:v>15.0</c:v>
                </c:pt>
                <c:pt idx="11">
                  <c:v>6.0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Sep 2026 vs MTD-1 01–12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1.391,8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42,1%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805,8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1.111,1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37,0%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-6,9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40,6%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36,4%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448,2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44,7%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38,1%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Sep 2026 vs MTD-1 01–12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149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+6,1%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82   Δ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+11,1%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72   Δ 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+4,2%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48   Δ 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1.351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+3,7%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1.303   Δ 48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+9,9%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Sep 2026 vs MTD-1 01–12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66 / 135 (48,9%)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+13,8% | Turun 35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80 / 149 (53,7%)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+11,1% | Turun 41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36 / 72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+2,9% | Turun 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43 / 79 (54,4%)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+2,4% | Turun 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30 / 63 (47,6%)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+30,4%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37 / 70 (52,9%)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+23,3%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249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+16,7%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338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161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210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13 (7,7%)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 / 135 (3,7%)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149 (4,7%)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72 (5,6%)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 / 79 (6,3%)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-28,6% | Turun 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7 (14,3%)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63 (1,6%)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70 (2,9%)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Sep 2026 vs MTD-1 01–12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Sep 2026 vs MTD-1 01–12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3.461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13,1%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260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70 (26,9%)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126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56 (53,3%)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Sep 2026 vs MTD-1 01–12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87 | MoM +6,1%
PS: 80 | MoM +11,1%
• Junior
  RE: 73 | Active 54,1% | MoM +5,8%
  PS: 66 | Active 48,9% | MoM +11,9%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13 | Active 100,0% | MoM +8,3%
  PS: 13 | Active 100,0% | MoM +8,3%
• Junior Plus
  RE: 1 | Active 100,0% | MoM 0,0%
  PS: 1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Bajawa: PS -50,0%, Gap -2
• Grapari Ende: PS -6,2%, Gap -1
• Grapari Kalabahi: PS -25,0%, Gap -4
• Grapari Labuan Bajo: PS -38,5%, Gap -5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Larantuka: PS -60,0%, Gap -3
• Grapari Maumere: PS -30,0%, Gap -3
• Grapari Ruteng: PS +50,0%, Gap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Ende Sikka - Flores Timur: RE 25 (+9,4%), PS -6 (-2,8%)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Sep 2026 vs MTD-1 01–12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Sep 2026 vs MTD-1 01–12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+329,4%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90,7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Sep 2026 vs MTD-1 01–12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MARIO MAXIMILIANO AGUSTO WIO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umar mangu laga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FILIA REGINA DOLOROSA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Albertus Makur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LABA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YOHANA FRANSISKA SIANA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YOHANES PASKALIS MARIYONO NAHONG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ADRIANUS MARIOLIANUS OWON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Yohanes gunawan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Yesualdus Harsen Pande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MUHAMAD SUNARTO WETI DALA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FILIA REGINA DOLOROSA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Clemens Novanus Rae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Albertus Makur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ADRIANUS MARIOLIANUS OWON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YOHANA FRANSISKA SIANA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YOHANES PASKALIS MARIYONO NAHONG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PURNAMA RAYA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BERRTOLOMEUS DONBOSCO DEMO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WILLYAM RICSKY SAUDALE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Sep 2026 vs MTD-1 01–12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AGUSTINUS MAPADA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VINSENSIUS JEMADA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Santiar roti saputri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Yanuarius Ngampu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AGUSTINA MARGARETA KEDANG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Romanus Opun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rikardus apriliano ngadas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PETRUS SUWANDI NONG SUSAR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Mohamad fahrul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MARTINUS YONGKI MANGGO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ROBERTUS BEDA KOTEN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ATI DUA LIRONG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umar mangu laga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ROSALINA GETRUDIS MONGGO EDY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Romanus Opun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Rahmad syukur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PETRUS SUWANDI NONG SUSAR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KOMANG SUKAYANA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BENYAMIN NDEWI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RATNA PATI 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