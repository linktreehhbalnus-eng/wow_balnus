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08/08</c:v>
                </c:pt>
                <c:pt idx="1">
                  <c:v>09/08</c:v>
                </c:pt>
                <c:pt idx="2">
                  <c:v>10/08</c:v>
                </c:pt>
                <c:pt idx="3">
                  <c:v>11/08</c:v>
                </c:pt>
                <c:pt idx="4">
                  <c:v>12/08</c:v>
                </c:pt>
                <c:pt idx="5">
                  <c:v>13/08</c:v>
                </c:pt>
                <c:pt idx="6">
                  <c:v>14/08</c:v>
                </c:pt>
                <c:pt idx="7">
                  <c:v>15/08</c:v>
                </c:pt>
                <c:pt idx="8">
                  <c:v>16/08</c:v>
                </c:pt>
                <c:pt idx="9">
                  <c:v>17/08</c:v>
                </c:pt>
                <c:pt idx="10">
                  <c:v>18/08</c:v>
                </c:pt>
                <c:pt idx="11">
                  <c:v>19/08</c:v>
                </c:pt>
                <c:pt idx="12">
                  <c:v>20/08</c:v>
                </c:pt>
                <c:pt idx="13">
                  <c:v>21/08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235.0</c:v>
                </c:pt>
                <c:pt idx="1">
                  <c:v>209.0</c:v>
                </c:pt>
                <c:pt idx="2">
                  <c:v>341.0</c:v>
                </c:pt>
                <c:pt idx="3">
                  <c:v>320.0</c:v>
                </c:pt>
                <c:pt idx="4">
                  <c:v>325.0</c:v>
                </c:pt>
                <c:pt idx="5">
                  <c:v>270.0</c:v>
                </c:pt>
                <c:pt idx="6">
                  <c:v>263.0</c:v>
                </c:pt>
                <c:pt idx="7">
                  <c:v>214.0</c:v>
                </c:pt>
                <c:pt idx="8">
                  <c:v>214.0</c:v>
                </c:pt>
                <c:pt idx="9">
                  <c:v>218.0</c:v>
                </c:pt>
                <c:pt idx="10">
                  <c:v>358.0</c:v>
                </c:pt>
                <c:pt idx="11">
                  <c:v>297.0</c:v>
                </c:pt>
                <c:pt idx="12">
                  <c:v>303.0</c:v>
                </c:pt>
                <c:pt idx="13">
                  <c:v>356.0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08/08</c:v>
                </c:pt>
                <c:pt idx="1">
                  <c:v>09/08</c:v>
                </c:pt>
                <c:pt idx="2">
                  <c:v>10/08</c:v>
                </c:pt>
                <c:pt idx="3">
                  <c:v>11/08</c:v>
                </c:pt>
                <c:pt idx="4">
                  <c:v>12/08</c:v>
                </c:pt>
                <c:pt idx="5">
                  <c:v>13/08</c:v>
                </c:pt>
                <c:pt idx="6">
                  <c:v>14/08</c:v>
                </c:pt>
                <c:pt idx="7">
                  <c:v>15/08</c:v>
                </c:pt>
                <c:pt idx="8">
                  <c:v>16/08</c:v>
                </c:pt>
                <c:pt idx="9">
                  <c:v>17/08</c:v>
                </c:pt>
                <c:pt idx="10">
                  <c:v>18/08</c:v>
                </c:pt>
                <c:pt idx="11">
                  <c:v>19/08</c:v>
                </c:pt>
                <c:pt idx="12">
                  <c:v>20/08</c:v>
                </c:pt>
                <c:pt idx="13">
                  <c:v>21/08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243.0</c:v>
                </c:pt>
                <c:pt idx="1">
                  <c:v>150.0</c:v>
                </c:pt>
                <c:pt idx="2">
                  <c:v>272.0</c:v>
                </c:pt>
                <c:pt idx="3">
                  <c:v>275.0</c:v>
                </c:pt>
                <c:pt idx="4">
                  <c:v>235.0</c:v>
                </c:pt>
                <c:pt idx="5">
                  <c:v>263.0</c:v>
                </c:pt>
                <c:pt idx="6">
                  <c:v>217.0</c:v>
                </c:pt>
                <c:pt idx="7">
                  <c:v>162.0</c:v>
                </c:pt>
                <c:pt idx="8">
                  <c:v>151.0</c:v>
                </c:pt>
                <c:pt idx="9">
                  <c:v>149.0</c:v>
                </c:pt>
                <c:pt idx="10">
                  <c:v>278.0</c:v>
                </c:pt>
                <c:pt idx="11">
                  <c:v>268.0</c:v>
                </c:pt>
                <c:pt idx="12">
                  <c:v>231.0</c:v>
                </c:pt>
                <c:pt idx="13">
                  <c:v>271.0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-2,9% &amp; PS -3,3% MoM — Achievement Mencapai 53,2% (RE) / 50,8%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Agu 2026 vs MTD-1 01–21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Menjelang 21 Agustus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Agu 2026 vs MTD-1 01–21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01–21 Agustus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(-0,5%), Kupang Terdalam (-11,8%)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Agu 2026 vs MTD-1 01–21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-0,5%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-1,4%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-3,3%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-11,8%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54,5%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54,2%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52,5%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38,7%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Bali Barat Tertinggi (+5,8%), Bali Timur Terdalam (-14,3%)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Agu 2026 vs MTD-1 01–21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Tabanan Penyumbang PS Absolut Terbesar (+51), Lombok Tengah Tumbuh Tertinggi (+48,4%)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Agu 2026 vs MTD-1 01–21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+169, Bottom 5 -205, dan perubahan PS regional -170.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(+34,8%), 50 Mbps Turun Terdalam (-22,4%)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Agu 2026 vs MTD-1 01–21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+6,6%, Aktivitas DJP -5,3% MoM — Registered SF 845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Agu 2026 vs MTD-1 01–21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11.070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4.201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56.569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7.185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5.458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83.027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5.458
Dikunjungi: 934 (17,1%)
Visit DJP: 2.039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947
Dikunjungi: 588 (62,1%)
Visit DJP: 1.413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Agu 2026 vs MTD-1 01–21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Agu 2026 vs MTD-1 01–21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Khusairi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NURYANTI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lukmanul hakim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YOHANIS GLORIA INRIJAYA DIRU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RADJO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LULU KARMILA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Zaharani Mustika Sonjaya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 TOPAN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NURSIAH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NURSIAH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GUSTAF RIHI MANGNGI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ZAENUDDIN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RADJO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Marianus Hilton Raja reda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D. BUDIONO HARSONO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NURYANTI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NIMROT SUAN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Agu 2026 vs MTD-1 01–21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PUTU ARIANI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Lalu esa pramudya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Jerry Aldo Wahjudi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 Widiawati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WAYAN SUPARTA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HAIRIL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ABDIL RAHMAN MUSA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STEFANI WEA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DODYK SUPRIADI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PUTRA SANJAYA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Jerry Aldo Wahjudi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 Widiawati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WAYAN SUPARTA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HAIRIL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Agu 2026 vs MTD-1 01–21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01–21 Agu 2026 vs MTD-1 01–21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