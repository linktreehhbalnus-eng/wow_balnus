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2.098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+34,5%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1.560   Δ 538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72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79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64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71 (57,7%)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+53,3%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79 (20,3%)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(37,4%)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88 | MoM +8,6%
PS: 88 | MoM +8,6%
• Junior
  RE: 74 | Active 54,4% | MoM +8,8%
  PS: 74 | Active 54,4% | MoM +8,8%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+33,3%, Gap 2
• Grapari Ende: PS +8,3%, Gap 2
• Grapari Kalabahi: PS -36,4%, Gap -8
• Grapari Labuan Bajo: PS -44,4%,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+16,7%, Gap 1
• Grapari Maumere: PS -43,8%, Gap -7
• Grapari Ruteng: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