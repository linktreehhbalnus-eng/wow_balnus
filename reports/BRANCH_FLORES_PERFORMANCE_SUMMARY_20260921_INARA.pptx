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+36,7%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1.585   Δ 582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76 / 136 (55,9%)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+13,4%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90 / 150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72 (56,9%)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+5,1%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79 (60,8%)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64 (54,7%)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71 (59,2%)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13 (69,2%)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136 (11,0%)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 / 150 (16,7%)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+38,9%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72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79 (21,5%)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+41,7%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64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71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97 (38,2%)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186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94 (80,3%)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91 | MoM +7,1%
PS: 90 | MoM +11,1%
• Junior
  RE: 77 | Active 56,6% | MoM +6,9%
  PS: 76 | Active 55,9% | MoM +11,8%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+50,0%, Gap 3
• Grapari Ende: PS +25,0%, Gap 6
• Grapari Kalabahi: PS -31,8%, Gap -7
• Grapari Labuan Bajo: PS -33,3%, Gap 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+33,3%, Gap 2
• Grapari Maumere: PS -37,5%, Gap -6
• Grapari Ruteng: PS +33,3%,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Wilibrodus Paulinus Lahera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