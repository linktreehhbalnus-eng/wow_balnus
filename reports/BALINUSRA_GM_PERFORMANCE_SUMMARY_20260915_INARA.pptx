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02/09</c:v>
                </c:pt>
                <c:pt idx="1">
                  <c:v>03/09</c:v>
                </c:pt>
                <c:pt idx="2">
                  <c:v>04/09</c:v>
                </c:pt>
                <c:pt idx="3">
                  <c:v>05/09</c:v>
                </c:pt>
                <c:pt idx="4">
                  <c:v>06/09</c:v>
                </c:pt>
                <c:pt idx="5">
                  <c:v>07/09</c:v>
                </c:pt>
                <c:pt idx="6">
                  <c:v>08/09</c:v>
                </c:pt>
                <c:pt idx="7">
                  <c:v>09/09</c:v>
                </c:pt>
                <c:pt idx="8">
                  <c:v>10/09</c:v>
                </c:pt>
                <c:pt idx="9">
                  <c:v>11/09</c:v>
                </c:pt>
                <c:pt idx="10">
                  <c:v>12/09</c:v>
                </c:pt>
                <c:pt idx="11">
                  <c:v>13/09</c:v>
                </c:pt>
                <c:pt idx="12">
                  <c:v>14/09</c:v>
                </c:pt>
                <c:pt idx="13">
                  <c:v>15/09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359.0</c:v>
                </c:pt>
                <c:pt idx="1">
                  <c:v>334.0</c:v>
                </c:pt>
                <c:pt idx="2">
                  <c:v>324.0</c:v>
                </c:pt>
                <c:pt idx="3">
                  <c:v>279.0</c:v>
                </c:pt>
                <c:pt idx="4">
                  <c:v>198.0</c:v>
                </c:pt>
                <c:pt idx="5">
                  <c:v>362.0</c:v>
                </c:pt>
                <c:pt idx="6">
                  <c:v>351.0</c:v>
                </c:pt>
                <c:pt idx="7">
                  <c:v>315.0</c:v>
                </c:pt>
                <c:pt idx="8">
                  <c:v>313.0</c:v>
                </c:pt>
                <c:pt idx="9">
                  <c:v>319.0</c:v>
                </c:pt>
                <c:pt idx="10">
                  <c:v>254.0</c:v>
                </c:pt>
                <c:pt idx="11">
                  <c:v>169.0</c:v>
                </c:pt>
                <c:pt idx="12">
                  <c:v>339.0</c:v>
                </c:pt>
                <c:pt idx="13">
                  <c:v>320.0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02/09</c:v>
                </c:pt>
                <c:pt idx="1">
                  <c:v>03/09</c:v>
                </c:pt>
                <c:pt idx="2">
                  <c:v>04/09</c:v>
                </c:pt>
                <c:pt idx="3">
                  <c:v>05/09</c:v>
                </c:pt>
                <c:pt idx="4">
                  <c:v>06/09</c:v>
                </c:pt>
                <c:pt idx="5">
                  <c:v>07/09</c:v>
                </c:pt>
                <c:pt idx="6">
                  <c:v>08/09</c:v>
                </c:pt>
                <c:pt idx="7">
                  <c:v>09/09</c:v>
                </c:pt>
                <c:pt idx="8">
                  <c:v>10/09</c:v>
                </c:pt>
                <c:pt idx="9">
                  <c:v>11/09</c:v>
                </c:pt>
                <c:pt idx="10">
                  <c:v>12/09</c:v>
                </c:pt>
                <c:pt idx="11">
                  <c:v>13/09</c:v>
                </c:pt>
                <c:pt idx="12">
                  <c:v>14/09</c:v>
                </c:pt>
                <c:pt idx="13">
                  <c:v>15/09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315.0</c:v>
                </c:pt>
                <c:pt idx="1">
                  <c:v>270.0</c:v>
                </c:pt>
                <c:pt idx="2">
                  <c:v>255.0</c:v>
                </c:pt>
                <c:pt idx="3">
                  <c:v>185.0</c:v>
                </c:pt>
                <c:pt idx="4">
                  <c:v>159.0</c:v>
                </c:pt>
                <c:pt idx="5">
                  <c:v>256.0</c:v>
                </c:pt>
                <c:pt idx="6">
                  <c:v>285.0</c:v>
                </c:pt>
                <c:pt idx="7">
                  <c:v>266.0</c:v>
                </c:pt>
                <c:pt idx="8">
                  <c:v>237.0</c:v>
                </c:pt>
                <c:pt idx="9">
                  <c:v>258.0</c:v>
                </c:pt>
                <c:pt idx="10">
                  <c:v>191.0</c:v>
                </c:pt>
                <c:pt idx="11">
                  <c:v>151.0</c:v>
                </c:pt>
                <c:pt idx="12">
                  <c:v>266.0</c:v>
                </c:pt>
                <c:pt idx="13">
                  <c:v>271.0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+3,7% &amp; PS +1,1% MoM — Achievement Mencapai 45,6% (RE) / 44,7%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15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01–15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(+8,5%), Denpasar Terdalam (-3,4%)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-0,8%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(+19,8%), Bali Tengah 1 Terdalam (-10,8%)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(+115), Buleleng Tumbuh Tertinggi (+64,6%)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+211, Bottom 5 -188, dan perubahan PS regional +41.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(+92,7%), TSEL One &gt;30 Mbps Turun Terdalam (-65,5%)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+0,6%, Aktivitas DJP +3,0%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5.469
Dikunjungi: 717 (13,1%)
Visit DJP: 1.952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1.258
Dikunjungi: 570 (45,3%)
Visit DJP: 1.711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SULASTRI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 UTARI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Sep 2026 vs MTD-1 01–15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3.595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4.476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4.643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3.595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804,2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558 | MoM +3,5%
PS: 527 | MoM +0,6%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469 | Active 58,8% | MoM +2,9%
  PS: 441 | Active 55,3% | MoM -0,2%
• Greenfield
  RE: 53 | Active 91,4% | MoM +15,2%
  PS: 50 | Active 86,2% | MoM +11,1%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+3,5%, Gap +2
• Flores: PS -26,8%, Gap -22
• Kupang: PS +16,7%, Gap +4
• Mataram: PS -10,7%, Gap -8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Maluk (Mataram): -100,0%, Gap -1
• Grapari Gatsu Tengah (Denpasar): -66,7%, Gap -4
• Grapari Taliwang (Mataram): -66,7%, Gap -2
• Grapari Lombok Timur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-40 (-8,8%), PS -36 (-9,1%)
• Bali Timur: RE +1 (+0,3%), PS -30 (-11,8%)
• Kupang Rote - Malaka Timtim Belu: RE -28 (-7,2%), PS -25 (-7,4%)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-32 (-42,7%), PS -25 (-41,0%)
• Bali Tengah 1: RE -14 (-23,7%), PS -13 (-28,3%)
• Bali Barat: RE -12 (-40,0%), PS -7 (-41,2%)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(-50,0%), PS -7 (-53,8%)
• Bali Barat: RE -5 (-50,0%), PS -2 (-50,0%)
• Bali Timur: RE -1 (-10,0%),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Sep 2026 vs MTD-1 01–15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 / 310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180 / 351 (51,3%)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+7,6%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 / 152 (64,5%)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 / 213 (65,3%)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 | Turun 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240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58 (86,2%)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441 / 798 (55,3%)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 | Turun 223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528 / 924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1.995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+795,5%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351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136 (7,4%)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150 (10,7%)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213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+46,2% | Turun 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240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798 (6,8%)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223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 / 924 (10,5%)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+11,5%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