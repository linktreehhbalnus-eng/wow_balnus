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22/09</c:v>
                </c:pt>
                <c:pt idx="1">
                  <c:v>23/09</c:v>
                </c:pt>
                <c:pt idx="2">
                  <c:v>24/09</c:v>
                </c:pt>
                <c:pt idx="3">
                  <c:v>25/09</c:v>
                </c:pt>
                <c:pt idx="4">
                  <c:v>26/09</c:v>
                </c:pt>
                <c:pt idx="5">
                  <c:v>27/09</c:v>
                </c:pt>
                <c:pt idx="6">
                  <c:v>28/09</c:v>
                </c:pt>
                <c:pt idx="7">
                  <c:v>29/09</c:v>
                </c:pt>
                <c:pt idx="8">
                  <c:v>30/09</c:v>
                </c:pt>
                <c:pt idx="9">
                  <c:v>01/10</c:v>
                </c:pt>
                <c:pt idx="10">
                  <c:v>02/10</c:v>
                </c:pt>
                <c:pt idx="11">
                  <c:v>03/10</c:v>
                </c:pt>
                <c:pt idx="12">
                  <c:v>04/10</c:v>
                </c:pt>
                <c:pt idx="13">
                  <c:v>05/10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316.0</c:v>
                </c:pt>
                <c:pt idx="1">
                  <c:v>299.0</c:v>
                </c:pt>
                <c:pt idx="2">
                  <c:v>309.0</c:v>
                </c:pt>
                <c:pt idx="3">
                  <c:v>303.0</c:v>
                </c:pt>
                <c:pt idx="4">
                  <c:v>248.0</c:v>
                </c:pt>
                <c:pt idx="5">
                  <c:v>150.0</c:v>
                </c:pt>
                <c:pt idx="6">
                  <c:v>315.0</c:v>
                </c:pt>
                <c:pt idx="7">
                  <c:v>321.0</c:v>
                </c:pt>
                <c:pt idx="8">
                  <c:v>271.0</c:v>
                </c:pt>
                <c:pt idx="9">
                  <c:v>352.0</c:v>
                </c:pt>
                <c:pt idx="10">
                  <c:v>332.0</c:v>
                </c:pt>
                <c:pt idx="11">
                  <c:v>257.0</c:v>
                </c:pt>
                <c:pt idx="12">
                  <c:v>184.0</c:v>
                </c:pt>
                <c:pt idx="13">
                  <c:v>329.0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22/09</c:v>
                </c:pt>
                <c:pt idx="1">
                  <c:v>23/09</c:v>
                </c:pt>
                <c:pt idx="2">
                  <c:v>24/09</c:v>
                </c:pt>
                <c:pt idx="3">
                  <c:v>25/09</c:v>
                </c:pt>
                <c:pt idx="4">
                  <c:v>26/09</c:v>
                </c:pt>
                <c:pt idx="5">
                  <c:v>27/09</c:v>
                </c:pt>
                <c:pt idx="6">
                  <c:v>28/09</c:v>
                </c:pt>
                <c:pt idx="7">
                  <c:v>29/09</c:v>
                </c:pt>
                <c:pt idx="8">
                  <c:v>30/09</c:v>
                </c:pt>
                <c:pt idx="9">
                  <c:v>01/10</c:v>
                </c:pt>
                <c:pt idx="10">
                  <c:v>02/10</c:v>
                </c:pt>
                <c:pt idx="11">
                  <c:v>03/10</c:v>
                </c:pt>
                <c:pt idx="12">
                  <c:v>04/10</c:v>
                </c:pt>
                <c:pt idx="13">
                  <c:v>05/10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271.0</c:v>
                </c:pt>
                <c:pt idx="1">
                  <c:v>247.0</c:v>
                </c:pt>
                <c:pt idx="2">
                  <c:v>254.0</c:v>
                </c:pt>
                <c:pt idx="3">
                  <c:v>239.0</c:v>
                </c:pt>
                <c:pt idx="4">
                  <c:v>173.0</c:v>
                </c:pt>
                <c:pt idx="5">
                  <c:v>131.0</c:v>
                </c:pt>
                <c:pt idx="6">
                  <c:v>241.0</c:v>
                </c:pt>
                <c:pt idx="7">
                  <c:v>240.0</c:v>
                </c:pt>
                <c:pt idx="8">
                  <c:v>239.0</c:v>
                </c:pt>
                <c:pt idx="9">
                  <c:v>238.0</c:v>
                </c:pt>
                <c:pt idx="10">
                  <c:v>225.0</c:v>
                </c:pt>
                <c:pt idx="11">
                  <c:v>205.0</c:v>
                </c:pt>
                <c:pt idx="12">
                  <c:v>154.0</c:v>
                </c:pt>
                <c:pt idx="13">
                  <c:v>233.0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-14,6% &amp; PS -18,6% MoM — Achievement Mencapai — (RE) / —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5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01–05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(-10,2%), Kupang Terdalam (-23,5%)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-23,3%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-23,5%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 Tengah 1 Tertinggi (0,0%), Bali Barat Terdalam (-48,1%)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Bangli Penyumbang PS Absolut Terbesar (+6), Karang Asem Tumbuh Tertinggi (+66,7%)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+20, Bottom 5 -148, dan perubahan PS regional -241.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50 Mbps Tumbuh Tertinggi (-7,3%), TSEL One &gt;30 Mbps Turun Terdalam (-25,0%)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-8,7%, Aktivitas DJP -3,1%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5.255
Dikunjungi: 1.406 (26,8%)
Visit DJP: 3.859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1.375
Dikunjungi: 1.181 (85,9%)
Visit DJP: 3.630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Handoko Priadtmono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HILDEGARDIS SALLY DOMAKING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AWANG DARMAWAN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MELSI ORIANA TAELA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USAMAH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MAWAYANA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Septian Adiputra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LUH KARTINI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BAMBANG WAHYUDDIN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FELIKS VENTIANUS MARIO JEMA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MELSI ORIANA TAELA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MARIANIS TAPIN WOKAL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Anmisa putrianingsih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JANUARIUS PAULUS KOPONG HADA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MAWAYANA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JEVRIANUS DIMA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BUDIYANSYAH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YUSUF MARIO BENNY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USAMAH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JEPRIANUS MUJI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Herpan jayadi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Mulyandry malaikosa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Edy Susilo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MISION NARIS POIK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Edy Susilo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MISION NARIS POIK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DWI PRADNYAWATI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MARINUS SOLEMAN BANA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ZEFERINO DOS REIS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Yanuri Nona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 dwi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01–05 Okt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01–05 Okt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01–05 Okt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1.703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1.454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1.296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1.055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232,9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1.423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197,1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-70,1%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358 | MoM -10,3%
PS: 326 | MoM -8,7%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284 | Active 35,6% | MoM -11,8%
  PS: 254 | Active 31,8% | MoM -10,2%
• Greenfield
  RE: 39 | Active 67,2% | MoM -4,9%
  PS: 37 | Active 63,8% | MoM -2,6%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-24,0%, Gap -6
• Flores: PS 0,0%, Gap 0
• Kupang: PS -10,0%, Gap -1
• Mataram: PS -43,3%, Gap -13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Singaraja (Denpasar): -100,0%, Gap -1
• Grapari Ubud (Denpasar): -100,0%, Gap -3
• Grapari Bajawa (Flores): -100,0%, Gap -1
• Grapari Malaka (Kupang): -100,0%, Gap -1
• Grapari Mataram (Mataram): -78,6%, Gap -11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-85 (-37,8%), PS -101 (-50,8%)
• Kupang Rote - Malaka Timtim Belu: RE -17 (-13,3%), PS -29 (-25,9%)
• Bali Tengah 2: RE -21 (-12,5%), PS -20 (-14,0%)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-2 (-11,8%), PS -8 (-66,7%)
• Lombok: RE -3 (-18,8%), PS -4 (-40,0%)
• Ende Sikka - Flores Timur: RE -5 (-50,0%), PS -3 (-60,0%)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-2 (-28,6%), PS -3 (-50,0%)
• Bali Timur: RE 0 (0,0%), PS -2 (-100,0%)
• Ende Sikka - Flores Timur: RE +2 (—), PS -2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-1 (-100,0%), PS -1 (-100,0%)
• Manggarai: RE 0 (0,0%), PS -1 (-100,0%)
• Sumbawa Barat - Sumbawa Timur: RE -1 (-100,0%),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01–05 Okt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20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 / 310 (27,4%)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 | Turun 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118 / 351 (33,6%)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 | Turun 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136 (27,2%)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-5,1% | Turun 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 / 150 (32,7%)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-3,9%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139 (31,7%)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-36,2%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152 (32,9%)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-34,2%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16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 / 213 (41,3%)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+6,0%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109 / 240 (45,4%)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+10,1%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 / 58 (63,8%)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+15,6% | Turun 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254 / 798 (31,8%)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-11,5% | Turun 176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326 / 924 (35,3%)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-8,9% | Turun 217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+188,9%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20 (5,0%)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-55,6%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351 (2,0%)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-53,3% | Turun 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240 (0,4%)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58 (1,7%)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798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176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7 (14,3%)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-55,6%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924 (0,9%)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-55,6% | Turun 217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