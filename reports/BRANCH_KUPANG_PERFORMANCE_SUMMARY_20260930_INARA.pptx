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  <c:pt idx="24">
                  <c:v>21.0</c:v>
                </c:pt>
                <c:pt idx="25">
                  <c:v>22.0</c:v>
                </c:pt>
                <c:pt idx="26">
                  <c:v>11.0</c:v>
                </c:pt>
                <c:pt idx="27">
                  <c:v>27.0</c:v>
                </c:pt>
                <c:pt idx="28">
                  <c:v>27.0</c:v>
                </c:pt>
                <c:pt idx="29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  <c:pt idx="23">
                  <c:v>20.0</c:v>
                </c:pt>
                <c:pt idx="24">
                  <c:v>17.0</c:v>
                </c:pt>
                <c:pt idx="25">
                  <c:v>18.0</c:v>
                </c:pt>
                <c:pt idx="26">
                  <c:v>9.0</c:v>
                </c:pt>
                <c:pt idx="27">
                  <c:v>19.0</c:v>
                </c:pt>
                <c:pt idx="28">
                  <c:v>19.0</c:v>
                </c:pt>
                <c:pt idx="29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  <c:pt idx="24">
                  <c:v>4.0</c:v>
                </c:pt>
                <c:pt idx="25">
                  <c:v>4.0</c:v>
                </c:pt>
                <c:pt idx="26">
                  <c:v>2.0</c:v>
                </c:pt>
                <c:pt idx="27">
                  <c:v>8.0</c:v>
                </c:pt>
                <c:pt idx="28">
                  <c:v>8.0</c:v>
                </c:pt>
                <c:pt idx="29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  <c:pt idx="24">
                  <c:v>25.0</c:v>
                </c:pt>
                <c:pt idx="25">
                  <c:v>14.0</c:v>
                </c:pt>
                <c:pt idx="26">
                  <c:v>10.0</c:v>
                </c:pt>
                <c:pt idx="27">
                  <c:v>26.0</c:v>
                </c:pt>
                <c:pt idx="28">
                  <c:v>18.0</c:v>
                </c:pt>
                <c:pt idx="29">
                  <c:v>14.0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  <c:pt idx="23">
                  <c:v>22.0</c:v>
                </c:pt>
                <c:pt idx="24">
                  <c:v>19.0</c:v>
                </c:pt>
                <c:pt idx="25">
                  <c:v>11.0</c:v>
                </c:pt>
                <c:pt idx="26">
                  <c:v>9.0</c:v>
                </c:pt>
                <c:pt idx="27">
                  <c:v>19.0</c:v>
                </c:pt>
                <c:pt idx="28">
                  <c:v>13.0</c:v>
                </c:pt>
                <c:pt idx="29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4.0</c:v>
                </c:pt>
                <c:pt idx="24">
                  <c:v>6.0</c:v>
                </c:pt>
                <c:pt idx="25">
                  <c:v>3.0</c:v>
                </c:pt>
                <c:pt idx="26">
                  <c:v>1.0</c:v>
                </c:pt>
                <c:pt idx="27">
                  <c:v>7.0</c:v>
                </c:pt>
                <c:pt idx="28">
                  <c:v>5.0</c:v>
                </c:pt>
                <c:pt idx="29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105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2.469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3.475   Δ -1.006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103 / 139 (74,1%)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+13,2%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115 / 152 (75,7%)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+10,6%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 / 109 (78,9%)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 / 120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30 (56,7%)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32 (59,4%)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 / 139 (19,4%)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-6,9%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152 (20,4%)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109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120 (19,2%)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105 (27,1%)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494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129 (81,6%)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117 | MoM +11,4%
PS: 115 | MoM +11,7%
• Junior
  RE: 105 | Active 75,5% | MoM +12,9%
  PS: 103 | Active 74,1% | MoM +13,2%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8 | Active 88,9%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+33,3%, Gap 1
• Grapari Baa Rote: PS +33,3%, Gap 1
• Grapari Kefamenanu: PS 0,0%, Gap 0
• Grapari Kupang: PS +27,3%,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+100,0%, Gap 3
• Grapari Waikabubak: PS +25,0%, Gap 1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-36 (-4,7%), PS -27 (-4,1%)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1 (+2,2%), PS -4 (-13,8%)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-14 (-27,5%), PS -8 (-36,4%)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