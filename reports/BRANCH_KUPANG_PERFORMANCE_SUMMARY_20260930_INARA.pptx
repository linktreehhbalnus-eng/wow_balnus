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  <c:pt idx="7">
                  <c:v>28.0</c:v>
                </c:pt>
                <c:pt idx="8">
                  <c:v>27.0</c:v>
                </c:pt>
                <c:pt idx="9">
                  <c:v>26.0</c:v>
                </c:pt>
                <c:pt idx="10">
                  <c:v>23.0</c:v>
                </c:pt>
                <c:pt idx="11">
                  <c:v>17.0</c:v>
                </c:pt>
                <c:pt idx="12">
                  <c:v>11.0</c:v>
                </c:pt>
                <c:pt idx="13">
                  <c:v>35.0</c:v>
                </c:pt>
                <c:pt idx="14">
                  <c:v>28.0</c:v>
                </c:pt>
                <c:pt idx="15">
                  <c:v>34.0</c:v>
                </c:pt>
                <c:pt idx="16">
                  <c:v>28.0</c:v>
                </c:pt>
                <c:pt idx="17">
                  <c:v>24.0</c:v>
                </c:pt>
                <c:pt idx="18">
                  <c:v>18.0</c:v>
                </c:pt>
                <c:pt idx="19">
                  <c:v>13.0</c:v>
                </c:pt>
                <c:pt idx="20">
                  <c:v>45.0</c:v>
                </c:pt>
                <c:pt idx="21">
                  <c:v>37.0</c:v>
                </c:pt>
                <c:pt idx="22">
                  <c:v>29.0</c:v>
                </c:pt>
                <c:pt idx="23">
                  <c:v>26.0</c:v>
                </c:pt>
                <c:pt idx="24">
                  <c:v>21.0</c:v>
                </c:pt>
                <c:pt idx="25">
                  <c:v>22.0</c:v>
                </c:pt>
                <c:pt idx="26">
                  <c:v>11.0</c:v>
                </c:pt>
                <c:pt idx="27">
                  <c:v>27.0</c:v>
                </c:pt>
                <c:pt idx="28">
                  <c:v>27.0</c:v>
                </c:pt>
                <c:pt idx="29">
                  <c:v>18.0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29.0</c:v>
                </c:pt>
                <c:pt idx="1">
                  <c:v>21.0</c:v>
                </c:pt>
                <c:pt idx="2">
                  <c:v>16.0</c:v>
                </c:pt>
                <c:pt idx="3">
                  <c:v>26.0</c:v>
                </c:pt>
                <c:pt idx="4">
                  <c:v>12.0</c:v>
                </c:pt>
                <c:pt idx="5">
                  <c:v>13.0</c:v>
                </c:pt>
                <c:pt idx="6">
                  <c:v>30.0</c:v>
                </c:pt>
                <c:pt idx="7">
                  <c:v>19.0</c:v>
                </c:pt>
                <c:pt idx="8">
                  <c:v>23.0</c:v>
                </c:pt>
                <c:pt idx="9">
                  <c:v>19.0</c:v>
                </c:pt>
                <c:pt idx="10">
                  <c:v>16.0</c:v>
                </c:pt>
                <c:pt idx="11">
                  <c:v>14.0</c:v>
                </c:pt>
                <c:pt idx="12">
                  <c:v>9.0</c:v>
                </c:pt>
                <c:pt idx="13">
                  <c:v>29.0</c:v>
                </c:pt>
                <c:pt idx="14">
                  <c:v>22.0</c:v>
                </c:pt>
                <c:pt idx="15">
                  <c:v>28.0</c:v>
                </c:pt>
                <c:pt idx="16">
                  <c:v>22.0</c:v>
                </c:pt>
                <c:pt idx="17">
                  <c:v>19.0</c:v>
                </c:pt>
                <c:pt idx="18">
                  <c:v>11.0</c:v>
                </c:pt>
                <c:pt idx="19">
                  <c:v>11.0</c:v>
                </c:pt>
                <c:pt idx="20">
                  <c:v>37.0</c:v>
                </c:pt>
                <c:pt idx="21">
                  <c:v>31.0</c:v>
                </c:pt>
                <c:pt idx="22">
                  <c:v>23.0</c:v>
                </c:pt>
                <c:pt idx="23">
                  <c:v>20.0</c:v>
                </c:pt>
                <c:pt idx="24">
                  <c:v>17.0</c:v>
                </c:pt>
                <c:pt idx="25">
                  <c:v>18.0</c:v>
                </c:pt>
                <c:pt idx="26">
                  <c:v>9.0</c:v>
                </c:pt>
                <c:pt idx="27">
                  <c:v>19.0</c:v>
                </c:pt>
                <c:pt idx="28">
                  <c:v>19.0</c:v>
                </c:pt>
                <c:pt idx="29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Sheet1!$D$2:$D$31</c:f>
              <c:numCache>
                <c:formatCode>General</c:formatCode>
                <c:ptCount val="30"/>
                <c:pt idx="0">
                  <c:v>7.0</c:v>
                </c:pt>
                <c:pt idx="1">
                  <c:v>8.0</c:v>
                </c:pt>
                <c:pt idx="2">
                  <c:v>6.0</c:v>
                </c:pt>
                <c:pt idx="3">
                  <c:v>6.0</c:v>
                </c:pt>
                <c:pt idx="4">
                  <c:v>8.0</c:v>
                </c:pt>
                <c:pt idx="5">
                  <c:v>3.0</c:v>
                </c:pt>
                <c:pt idx="6">
                  <c:v>8.0</c:v>
                </c:pt>
                <c:pt idx="7">
                  <c:v>9.0</c:v>
                </c:pt>
                <c:pt idx="8">
                  <c:v>4.0</c:v>
                </c:pt>
                <c:pt idx="9">
                  <c:v>7.0</c:v>
                </c:pt>
                <c:pt idx="10">
                  <c:v>7.0</c:v>
                </c:pt>
                <c:pt idx="11">
                  <c:v>3.0</c:v>
                </c:pt>
                <c:pt idx="12">
                  <c:v>2.0</c:v>
                </c:pt>
                <c:pt idx="13">
                  <c:v>6.0</c:v>
                </c:pt>
                <c:pt idx="14">
                  <c:v>6.0</c:v>
                </c:pt>
                <c:pt idx="15">
                  <c:v>6.0</c:v>
                </c:pt>
                <c:pt idx="16">
                  <c:v>6.0</c:v>
                </c:pt>
                <c:pt idx="17">
                  <c:v>5.0</c:v>
                </c:pt>
                <c:pt idx="18">
                  <c:v>7.0</c:v>
                </c:pt>
                <c:pt idx="19">
                  <c:v>2.0</c:v>
                </c:pt>
                <c:pt idx="20">
                  <c:v>8.0</c:v>
                </c:pt>
                <c:pt idx="21">
                  <c:v>6.0</c:v>
                </c:pt>
                <c:pt idx="22">
                  <c:v>6.0</c:v>
                </c:pt>
                <c:pt idx="23">
                  <c:v>6.0</c:v>
                </c:pt>
                <c:pt idx="24">
                  <c:v>4.0</c:v>
                </c:pt>
                <c:pt idx="25">
                  <c:v>4.0</c:v>
                </c:pt>
                <c:pt idx="26">
                  <c:v>2.0</c:v>
                </c:pt>
                <c:pt idx="27">
                  <c:v>8.0</c:v>
                </c:pt>
                <c:pt idx="28">
                  <c:v>8.0</c:v>
                </c:pt>
                <c:pt idx="29">
                  <c:v>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  <c:pt idx="8">
                  <c:v>24.0</c:v>
                </c:pt>
                <c:pt idx="9">
                  <c:v>24.0</c:v>
                </c:pt>
                <c:pt idx="10">
                  <c:v>25.0</c:v>
                </c:pt>
                <c:pt idx="11">
                  <c:v>15.0</c:v>
                </c:pt>
                <c:pt idx="12">
                  <c:v>7.0</c:v>
                </c:pt>
                <c:pt idx="13">
                  <c:v>26.0</c:v>
                </c:pt>
                <c:pt idx="14">
                  <c:v>29.0</c:v>
                </c:pt>
                <c:pt idx="15">
                  <c:v>30.0</c:v>
                </c:pt>
                <c:pt idx="16">
                  <c:v>25.0</c:v>
                </c:pt>
                <c:pt idx="17">
                  <c:v>26.0</c:v>
                </c:pt>
                <c:pt idx="18">
                  <c:v>17.0</c:v>
                </c:pt>
                <c:pt idx="19">
                  <c:v>11.0</c:v>
                </c:pt>
                <c:pt idx="20">
                  <c:v>34.0</c:v>
                </c:pt>
                <c:pt idx="21">
                  <c:v>34.0</c:v>
                </c:pt>
                <c:pt idx="22">
                  <c:v>28.0</c:v>
                </c:pt>
                <c:pt idx="23">
                  <c:v>26.0</c:v>
                </c:pt>
                <c:pt idx="24">
                  <c:v>25.0</c:v>
                </c:pt>
                <c:pt idx="25">
                  <c:v>14.0</c:v>
                </c:pt>
                <c:pt idx="26">
                  <c:v>10.0</c:v>
                </c:pt>
                <c:pt idx="27">
                  <c:v>26.0</c:v>
                </c:pt>
                <c:pt idx="28">
                  <c:v>18.0</c:v>
                </c:pt>
                <c:pt idx="29">
                  <c:v>14.0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  <c:pt idx="7">
                  <c:v>20.0</c:v>
                </c:pt>
                <c:pt idx="8">
                  <c:v>16.0</c:v>
                </c:pt>
                <c:pt idx="9">
                  <c:v>18.0</c:v>
                </c:pt>
                <c:pt idx="10">
                  <c:v>19.0</c:v>
                </c:pt>
                <c:pt idx="11">
                  <c:v>11.0</c:v>
                </c:pt>
                <c:pt idx="12">
                  <c:v>6.0</c:v>
                </c:pt>
                <c:pt idx="13">
                  <c:v>20.0</c:v>
                </c:pt>
                <c:pt idx="14">
                  <c:v>23.0</c:v>
                </c:pt>
                <c:pt idx="15">
                  <c:v>22.0</c:v>
                </c:pt>
                <c:pt idx="16">
                  <c:v>21.0</c:v>
                </c:pt>
                <c:pt idx="17">
                  <c:v>19.0</c:v>
                </c:pt>
                <c:pt idx="18">
                  <c:v>13.0</c:v>
                </c:pt>
                <c:pt idx="19">
                  <c:v>10.0</c:v>
                </c:pt>
                <c:pt idx="20">
                  <c:v>28.0</c:v>
                </c:pt>
                <c:pt idx="21">
                  <c:v>28.0</c:v>
                </c:pt>
                <c:pt idx="22">
                  <c:v>22.0</c:v>
                </c:pt>
                <c:pt idx="23">
                  <c:v>22.0</c:v>
                </c:pt>
                <c:pt idx="24">
                  <c:v>19.0</c:v>
                </c:pt>
                <c:pt idx="25">
                  <c:v>11.0</c:v>
                </c:pt>
                <c:pt idx="26">
                  <c:v>9.0</c:v>
                </c:pt>
                <c:pt idx="27">
                  <c:v>19.0</c:v>
                </c:pt>
                <c:pt idx="28">
                  <c:v>13.0</c:v>
                </c:pt>
                <c:pt idx="29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Sheet1!$D$2:$D$31</c:f>
              <c:numCache>
                <c:formatCode>General</c:formatCode>
                <c:ptCount val="30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  <c:pt idx="7">
                  <c:v>7.0</c:v>
                </c:pt>
                <c:pt idx="8">
                  <c:v>8.0</c:v>
                </c:pt>
                <c:pt idx="9">
                  <c:v>6.0</c:v>
                </c:pt>
                <c:pt idx="10">
                  <c:v>6.0</c:v>
                </c:pt>
                <c:pt idx="11">
                  <c:v>4.0</c:v>
                </c:pt>
                <c:pt idx="12">
                  <c:v>1.0</c:v>
                </c:pt>
                <c:pt idx="13">
                  <c:v>6.0</c:v>
                </c:pt>
                <c:pt idx="14">
                  <c:v>6.0</c:v>
                </c:pt>
                <c:pt idx="15">
                  <c:v>8.0</c:v>
                </c:pt>
                <c:pt idx="16">
                  <c:v>4.0</c:v>
                </c:pt>
                <c:pt idx="17">
                  <c:v>7.0</c:v>
                </c:pt>
                <c:pt idx="18">
                  <c:v>4.0</c:v>
                </c:pt>
                <c:pt idx="19">
                  <c:v>1.0</c:v>
                </c:pt>
                <c:pt idx="20">
                  <c:v>6.0</c:v>
                </c:pt>
                <c:pt idx="21">
                  <c:v>6.0</c:v>
                </c:pt>
                <c:pt idx="22">
                  <c:v>6.0</c:v>
                </c:pt>
                <c:pt idx="23">
                  <c:v>4.0</c:v>
                </c:pt>
                <c:pt idx="24">
                  <c:v>6.0</c:v>
                </c:pt>
                <c:pt idx="25">
                  <c:v>3.0</c:v>
                </c:pt>
                <c:pt idx="26">
                  <c:v>1.0</c:v>
                </c:pt>
                <c:pt idx="27">
                  <c:v>7.0</c:v>
                </c:pt>
                <c:pt idx="28">
                  <c:v>5.0</c:v>
                </c:pt>
                <c:pt idx="29">
                  <c:v>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108   Δ 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+10,6%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104   Δ 11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-11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2.469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-28,9%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3.475   Δ -1.006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2.868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2.005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-11,1%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103 / 139 (74,1%)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+13,2%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115 / 152 (75,7%)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+10,6%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8 (87,5%)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86 / 109 (78,9%)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+11,7%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96 / 120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+9,1% | Turun 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30 (56,7%)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+21,4%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32 (59,4%)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+18,8%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702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27 / 139 (19,4%)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-6,9%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 / 152 (20,4%)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-6,1%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 / 109 (18,3%)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-4,8%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 / 120 (19,2%)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 | Turun 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30 (23,3%)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32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1.021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2.407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105 (27,1%)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494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129 (81,6%)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480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117 | MoM +8,3%
PS: 115 | MoM +10,6%
• Junior
  RE: 105 | Active 75,5% | MoM +9,4%
  PS: 103 | Active 74,1% | MoM +12,0%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0,0%
  PS: 8 | Active 88,9% | MoM 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+33,3%, Gap 1
• Grapari Baa Rote: PS +33,3%, Gap 1
• Grapari Kefamenanu: PS -11,1%, Gap -1
• Grapari Kupang: PS +27,3%, Gap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N/A, Gap 4
• Grapari Soe: PS +100,0%, Gap 3
• Grapari Waikabubak: PS +25,0%, Gap 1
• Grapari Waingapu: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-62 (-7,9%), PS -40 (-6,0%)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0 (0,0%), PS -5 (-16,7%)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-16 (-30,2%), PS -9 (-39,1%)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RICHARDUS YOHANES MOENSAKU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BRAMPI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EMRIS FERDINAND KALE DJOH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BRAMPI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JOSE CORREIA DASILVA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ATRY TAHUN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Michael Belvan ngefak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FERDY ARYANDO JARA JUTALO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stevania oematan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Michael Belvan ngefak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stevania oematan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Dewito Yuliarti Adu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