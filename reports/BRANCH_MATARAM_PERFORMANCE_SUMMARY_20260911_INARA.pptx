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34.0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19.0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147   Δ 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+0,7%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142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96   Δ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2.109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1.916   Δ 193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258 (17,9%)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455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259 (51,9%)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161 | MoM +9,5%
PS: 143 | MoM +0,7%
• Performer
  RE: 1 | Active 100,0% | MoM 0,0%
  PS: 1 | Active 100,0% | MoM 0,0%
• Junior
  RE: 136 | Active 64,5% | MoM +9,7%
  PS: 120 | Active 56,9%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14 | Active 87,5% | MoM +16,7%
  PS: 12 | Active 75,0% | MoM +9,1%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0,0%, Gap 0
• Grapari Dompu: PS +150,0%, Gap 3
• Grapari Lombok Timur: PS 0,0%, Gap 0
• Grapari Lombok Utara: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-100,0%, Gap -1
• Grapari Mataram: PS -3,8%, Gap -1
• Grapari Sumbawa: PS +20,0%, Gap 1
• Grapari Taliwang: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46 (+14,7%), PS -8 (-3,1%)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2 (+8,0%), PS -4 (-19,0%)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-1 (-7,7%), PS -2 (-28,6%)
• Lombok: RE -2 (-50,0%), PS -1 (-33,3%)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(-75,0%),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nilna audia oktapia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SUCI DAFNIATI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Bagindo nofan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ANDIRA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Sep 2026 vs MTD-1 01–11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Wahdatun aulia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