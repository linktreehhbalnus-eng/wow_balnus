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60.0</c:v>
                </c:pt>
                <c:pt idx="1">
                  <c:v>57.0</c:v>
                </c:pt>
                <c:pt idx="2">
                  <c:v>49.0</c:v>
                </c:pt>
                <c:pt idx="3">
                  <c:v>49.0</c:v>
                </c:pt>
                <c:pt idx="4">
                  <c:v>49.0</c:v>
                </c:pt>
                <c:pt idx="5">
                  <c:v>38.0</c:v>
                </c:pt>
                <c:pt idx="6">
                  <c:v>59.0</c:v>
                </c:pt>
                <c:pt idx="7">
                  <c:v>61.0</c:v>
                </c:pt>
                <c:pt idx="8">
                  <c:v>48.0</c:v>
                </c:pt>
                <c:pt idx="9">
                  <c:v>51.0</c:v>
                </c:pt>
                <c:pt idx="10">
                  <c:v>57.0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36.0</c:v>
                </c:pt>
                <c:pt idx="1">
                  <c:v>34.0</c:v>
                </c:pt>
                <c:pt idx="2">
                  <c:v>28.0</c:v>
                </c:pt>
                <c:pt idx="3">
                  <c:v>22.0</c:v>
                </c:pt>
                <c:pt idx="4">
                  <c:v>29.0</c:v>
                </c:pt>
                <c:pt idx="5">
                  <c:v>23.0</c:v>
                </c:pt>
                <c:pt idx="6">
                  <c:v>36.0</c:v>
                </c:pt>
                <c:pt idx="7">
                  <c:v>28.0</c:v>
                </c:pt>
                <c:pt idx="8">
                  <c:v>31.0</c:v>
                </c:pt>
                <c:pt idx="9">
                  <c:v>35.0</c:v>
                </c:pt>
                <c:pt idx="10">
                  <c:v>26.0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24.0</c:v>
                </c:pt>
                <c:pt idx="1">
                  <c:v>23.0</c:v>
                </c:pt>
                <c:pt idx="2">
                  <c:v>21.0</c:v>
                </c:pt>
                <c:pt idx="3">
                  <c:v>27.0</c:v>
                </c:pt>
                <c:pt idx="4">
                  <c:v>20.0</c:v>
                </c:pt>
                <c:pt idx="5">
                  <c:v>15.0</c:v>
                </c:pt>
                <c:pt idx="6">
                  <c:v>23.0</c:v>
                </c:pt>
                <c:pt idx="7">
                  <c:v>33.0</c:v>
                </c:pt>
                <c:pt idx="8">
                  <c:v>17.0</c:v>
                </c:pt>
                <c:pt idx="9">
                  <c:v>16.0</c:v>
                </c:pt>
                <c:pt idx="10">
                  <c:v>31.0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44.0</c:v>
                </c:pt>
                <c:pt idx="1">
                  <c:v>44.0</c:v>
                </c:pt>
                <c:pt idx="2">
                  <c:v>40.0</c:v>
                </c:pt>
                <c:pt idx="3">
                  <c:v>34.0</c:v>
                </c:pt>
                <c:pt idx="4">
                  <c:v>34.0</c:v>
                </c:pt>
                <c:pt idx="5">
                  <c:v>21.0</c:v>
                </c:pt>
                <c:pt idx="6">
                  <c:v>44.0</c:v>
                </c:pt>
                <c:pt idx="7">
                  <c:v>56.0</c:v>
                </c:pt>
                <c:pt idx="8">
                  <c:v>54.0</c:v>
                </c:pt>
                <c:pt idx="9">
                  <c:v>38.0</c:v>
                </c:pt>
                <c:pt idx="10">
                  <c:v>33.0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23.0</c:v>
                </c:pt>
                <c:pt idx="1">
                  <c:v>29.0</c:v>
                </c:pt>
                <c:pt idx="2">
                  <c:v>23.0</c:v>
                </c:pt>
                <c:pt idx="3">
                  <c:v>18.0</c:v>
                </c:pt>
                <c:pt idx="4">
                  <c:v>19.0</c:v>
                </c:pt>
                <c:pt idx="5">
                  <c:v>12.0</c:v>
                </c:pt>
                <c:pt idx="6">
                  <c:v>32.0</c:v>
                </c:pt>
                <c:pt idx="7">
                  <c:v>29.0</c:v>
                </c:pt>
                <c:pt idx="8">
                  <c:v>31.0</c:v>
                </c:pt>
                <c:pt idx="9">
                  <c:v>19.0</c:v>
                </c:pt>
                <c:pt idx="10">
                  <c:v>21.0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21.0</c:v>
                </c:pt>
                <c:pt idx="1">
                  <c:v>15.0</c:v>
                </c:pt>
                <c:pt idx="2">
                  <c:v>17.0</c:v>
                </c:pt>
                <c:pt idx="3">
                  <c:v>16.0</c:v>
                </c:pt>
                <c:pt idx="4">
                  <c:v>15.0</c:v>
                </c:pt>
                <c:pt idx="5">
                  <c:v>9.0</c:v>
                </c:pt>
                <c:pt idx="6">
                  <c:v>12.0</c:v>
                </c:pt>
                <c:pt idx="7">
                  <c:v>27.0</c:v>
                </c:pt>
                <c:pt idx="8">
                  <c:v>23.0</c:v>
                </c:pt>
                <c:pt idx="9">
                  <c:v>19.0</c:v>
                </c:pt>
                <c:pt idx="10">
                  <c:v>12.0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Sep 2026 vs MTD-1 01–11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2.623,1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38,4%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1.617,1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2.094,1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34,3%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1.375,1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-7,6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39,7%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808,9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38,2%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36,9%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808,2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30,3%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Sep 2026 vs MTD-1 01–11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238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162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+10,2%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147   Δ 15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148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+4,2%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142   Δ 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143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+40,2%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102   Δ 41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2.443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+15,1%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2.122   Δ 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+9,6%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1.039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947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1.083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1.496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Sep 2026 vs MTD-1 01–11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Sep 2026 vs MTD-1 01–11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13.643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1.442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281 (19,5%)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497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499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273 (54,7%)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669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Sep 2026 vs MTD-1 01–11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162 | MoM +10,2%
PS: 148 | MoM +4,2%
• Performer
  RE: 1 | Active 100,0% | MoM 0,0%
  PS: 1 | Active 100,0% | MoM 0,0%
• Junior
  RE: 137 | Active 64,9% | MoM +10,5%
  PS: 124 | Active 58,8% | MoM +3,3%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14 | Active 87,5% | MoM +16,7%
  PS: 13 | Active 81,2% | MoM +18,2%
• Junior Plus
  RE: 10 | Active 100,0% | MoM 0,0%
  PS: 10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0,0%, Gap 0
• Grapari Dompu: PS +150,0%, Gap 3
• Grapari Lombok Timur: PS 0,0%, Gap 0
• Grapari Lombok Utara: PS 0,0%, Gap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-100,0%, Gap -1
• Grapari Mataram: PS -3,8%, Gap -1
• Grapari Sumbawa: PS +20,0%, Gap 1
• Grapari Taliwang: PS 0,0%, Gap 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2 (+8,0%), PS -1 (-4,8%)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Barat - Sumbawa Timur: RE -1 (-7,7%), PS -2 (-28,6%)
• Lombok: RE -1 (-25,0%), PS -1 (-33,3%)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-3 (-75,0%),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Sep 2026 vs MTD-1 01–11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Sep 2026 vs MTD-1 01–11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+594,8%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144,2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Sep 2026 vs MTD-1 01–11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lestari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nilna audia oktapia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Utami muji kristina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FIKA AYU PUSPITASARI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IMAM EFENDI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anggarita arya sukma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SELLY TRI NOVIASTANTI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SULASTRI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SUCI DAFNIATI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lestari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Utami muji kristina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ASMARAHADI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LINGGAR GERRY KUSUMA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IMAM EFENDI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Bagindo nofan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anggarita arya sukma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Herpan jayadi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AYU ANDIRA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Sep 2026 vs MTD-1 01–11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HERNAWATI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HUZAIMATUL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Wahdatun aulia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tarmizi taher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Ibadillah Hish Sholihah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IHSAN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ERNY JUMRIANTY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 AMIRUDDIN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NURJANAH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HUZAIMATUL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Ibadillah Hish Sholihah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