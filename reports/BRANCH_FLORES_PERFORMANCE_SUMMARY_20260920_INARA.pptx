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  <c:pt idx="16">
                  <c:v>26.0</c:v>
                </c:pt>
                <c:pt idx="17">
                  <c:v>20.0</c:v>
                </c:pt>
                <c:pt idx="18">
                  <c:v>20.0</c:v>
                </c:pt>
                <c:pt idx="19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  <c:pt idx="16">
                  <c:v>14.0</c:v>
                </c:pt>
                <c:pt idx="17">
                  <c:v>12.0</c:v>
                </c:pt>
                <c:pt idx="18">
                  <c:v>10.0</c:v>
                </c:pt>
                <c:pt idx="19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  <c:pt idx="16">
                  <c:v>12.0</c:v>
                </c:pt>
                <c:pt idx="17">
                  <c:v>8.0</c:v>
                </c:pt>
                <c:pt idx="18">
                  <c:v>10.0</c:v>
                </c:pt>
                <c:pt idx="19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  <c:pt idx="16">
                  <c:v>22.0</c:v>
                </c:pt>
                <c:pt idx="17">
                  <c:v>23.0</c:v>
                </c:pt>
                <c:pt idx="18">
                  <c:v>11.0</c:v>
                </c:pt>
                <c:pt idx="19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  <c:pt idx="16">
                  <c:v>14.0</c:v>
                </c:pt>
                <c:pt idx="17">
                  <c:v>12.0</c:v>
                </c:pt>
                <c:pt idx="18">
                  <c:v>6.0</c:v>
                </c:pt>
                <c:pt idx="1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  <c:pt idx="16">
                  <c:v>8.0</c:v>
                </c:pt>
                <c:pt idx="17">
                  <c:v>11.0</c:v>
                </c:pt>
                <c:pt idx="18">
                  <c:v>5.0</c:v>
                </c:pt>
                <c:pt idx="19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52   Δ 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2.098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+34,5%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1.560   Δ 538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 / 136 (54,4%)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150 (58,7%)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+8,6%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72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79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+2,2%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64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71 (57,7%)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+17,1%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136 (11,0%)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+25,0%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 / 150 (16,0%)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36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72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79 (21,5%)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+41,7% | Turun 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64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71 (9,9%)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(38,5%)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196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91 | MoM +8,3%
PS: 88 | MoM +8,6%
• Junior
  RE: 77 | Active 56,6% | MoM +8,5%
  PS: 74 | Active 54,4% | MoM +8,8%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+50,0%, Gap 3
• Grapari Ende: PS +17,4%, Gap 4
• Grapari Kalabahi: PS -31,8%, Gap -7
• Grapari Labuan Bajo: PS -33,3%, Gap -6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+16,7%, Gap 1
• Grapari Maumere: PS -40,0%, Gap -6
• Grapari Ruteng: PS +33,3%,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Florianus Antus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Sep 2026 vs MTD-1 01–20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