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  <c:pt idx="16">
                  <c:v>28.0</c:v>
                </c:pt>
                <c:pt idx="17">
                  <c:v>24.0</c:v>
                </c:pt>
                <c:pt idx="18">
                  <c:v>18.0</c:v>
                </c:pt>
                <c:pt idx="19">
                  <c:v>13.0</c:v>
                </c:pt>
                <c:pt idx="20">
                  <c:v>45.0</c:v>
                </c:pt>
                <c:pt idx="21">
                  <c:v>37.0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  <c:pt idx="15">
                  <c:v>28.0</c:v>
                </c:pt>
                <c:pt idx="16">
                  <c:v>22.0</c:v>
                </c:pt>
                <c:pt idx="17">
                  <c:v>19.0</c:v>
                </c:pt>
                <c:pt idx="18">
                  <c:v>11.0</c:v>
                </c:pt>
                <c:pt idx="19">
                  <c:v>11.0</c:v>
                </c:pt>
                <c:pt idx="20">
                  <c:v>37.0</c:v>
                </c:pt>
                <c:pt idx="21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  <c:pt idx="15">
                  <c:v>6.0</c:v>
                </c:pt>
                <c:pt idx="16">
                  <c:v>6.0</c:v>
                </c:pt>
                <c:pt idx="17">
                  <c:v>5.0</c:v>
                </c:pt>
                <c:pt idx="18">
                  <c:v>7.0</c:v>
                </c:pt>
                <c:pt idx="19">
                  <c:v>2.0</c:v>
                </c:pt>
                <c:pt idx="20">
                  <c:v>8.0</c:v>
                </c:pt>
                <c:pt idx="2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  <c:pt idx="19">
                  <c:v>11.0</c:v>
                </c:pt>
                <c:pt idx="20">
                  <c:v>34.0</c:v>
                </c:pt>
                <c:pt idx="21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  <c:pt idx="16">
                  <c:v>21.0</c:v>
                </c:pt>
                <c:pt idx="17">
                  <c:v>19.0</c:v>
                </c:pt>
                <c:pt idx="18">
                  <c:v>13.0</c:v>
                </c:pt>
                <c:pt idx="19">
                  <c:v>10.0</c:v>
                </c:pt>
                <c:pt idx="20">
                  <c:v>28.0</c:v>
                </c:pt>
                <c:pt idx="21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  <c:pt idx="16">
                  <c:v>4.0</c:v>
                </c:pt>
                <c:pt idx="17">
                  <c:v>7.0</c:v>
                </c:pt>
                <c:pt idx="18">
                  <c:v>4.0</c:v>
                </c:pt>
                <c:pt idx="19">
                  <c:v>1.0</c:v>
                </c:pt>
                <c:pt idx="20">
                  <c:v>6.0</c:v>
                </c:pt>
                <c:pt idx="2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99   Δ 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100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80   Δ -10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2.197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-23,9%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2.886   Δ -689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98 / 139 (70,5%)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+10,1%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 / 152 (71,7%)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+7,9%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 / 109 (75,2%)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+9,3%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 / 120 (75,8%)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+5,8%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139 (10,1%)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152 (11,8%)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109 (8,3%)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120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30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32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96 (22,4%)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476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109 (70,8%)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354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110 | MoM +11,1%
PS: 109 | MoM +9,0%
• Junior
  RE: 99 | Active 71,2% | MoM +12,5%
  PS: 98 | Active 70,5% | MoM +11,4%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0,0%
  PS: 7 | Active 77,8% | MoM -12,5%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+200,0%, Gap 2
• Grapari Kefamenanu: PS 0,0%, Gap 0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4
• Grapari Soe: PS +100,0%, Gap 2
• Grapari Waikabubak: PS 0,0%, Gap 0
• Grapari Waingapu: PS +25,0%,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-32 (-5,5%), PS -17 (-3,5%)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-13 (-34,2%), PS -6 (-37,5%)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YULIUS LEDE NGONGO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