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99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2.886   Δ -689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 / 139 (70,5%)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+10,1%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152 (71,7%)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109 (75,2%)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120 (75,8%)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139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152 (11,8%)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109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30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32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110 | MoM +11,1%
PS: 109 | MoM +9,0%
• Junior
  RE: 99 | Active 71,2% | MoM +12,5%
  PS: 98 | Active 70,5% | MoM +11,4%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2
• Grapari Waikabubak: PS 0,0%, Gap 0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-32 (-5,5%), PS -17 (-3,5%)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(-34,2%), PS -6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