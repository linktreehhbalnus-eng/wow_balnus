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36.0</c:v>
                </c:pt>
                <c:pt idx="1">
                  <c:v>29.0</c:v>
                </c:pt>
                <c:pt idx="2">
                  <c:v>22.0</c:v>
                </c:pt>
                <c:pt idx="3">
                  <c:v>32.0</c:v>
                </c:pt>
                <c:pt idx="4">
                  <c:v>20.0</c:v>
                </c:pt>
                <c:pt idx="5">
                  <c:v>16.0</c:v>
                </c:pt>
                <c:pt idx="6">
                  <c:v>38.0</c:v>
                </c:pt>
                <c:pt idx="7">
                  <c:v>28.0</c:v>
                </c:pt>
                <c:pt idx="8">
                  <c:v>27.0</c:v>
                </c:pt>
                <c:pt idx="9">
                  <c:v>26.0</c:v>
                </c:pt>
                <c:pt idx="10">
                  <c:v>23.0</c:v>
                </c:pt>
                <c:pt idx="11">
                  <c:v>17.0</c:v>
                </c:pt>
                <c:pt idx="12">
                  <c:v>11.0</c:v>
                </c:pt>
                <c:pt idx="13">
                  <c:v>35.0</c:v>
                </c:pt>
                <c:pt idx="14">
                  <c:v>28.0</c:v>
                </c:pt>
                <c:pt idx="15">
                  <c:v>34.0</c:v>
                </c:pt>
                <c:pt idx="16">
                  <c:v>28.0</c:v>
                </c:pt>
                <c:pt idx="17">
                  <c:v>24.0</c:v>
                </c:pt>
                <c:pt idx="18">
                  <c:v>18.0</c:v>
                </c:pt>
                <c:pt idx="19">
                  <c:v>13.0</c:v>
                </c:pt>
                <c:pt idx="20">
                  <c:v>45.0</c:v>
                </c:pt>
                <c:pt idx="21">
                  <c:v>37.0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 - 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</c:strCache>
            </c:strRef>
          </c:cat>
          <c:val>
            <c:numRef>
              <c:f>Sheet1!$C$2:$C$23</c:f>
              <c:numCache>
                <c:formatCode>General</c:formatCode>
                <c:ptCount val="22"/>
                <c:pt idx="0">
                  <c:v>29.0</c:v>
                </c:pt>
                <c:pt idx="1">
                  <c:v>21.0</c:v>
                </c:pt>
                <c:pt idx="2">
                  <c:v>16.0</c:v>
                </c:pt>
                <c:pt idx="3">
                  <c:v>26.0</c:v>
                </c:pt>
                <c:pt idx="4">
                  <c:v>12.0</c:v>
                </c:pt>
                <c:pt idx="5">
                  <c:v>13.0</c:v>
                </c:pt>
                <c:pt idx="6">
                  <c:v>30.0</c:v>
                </c:pt>
                <c:pt idx="7">
                  <c:v>19.0</c:v>
                </c:pt>
                <c:pt idx="8">
                  <c:v>23.0</c:v>
                </c:pt>
                <c:pt idx="9">
                  <c:v>19.0</c:v>
                </c:pt>
                <c:pt idx="10">
                  <c:v>16.0</c:v>
                </c:pt>
                <c:pt idx="11">
                  <c:v>14.0</c:v>
                </c:pt>
                <c:pt idx="12">
                  <c:v>9.0</c:v>
                </c:pt>
                <c:pt idx="13">
                  <c:v>29.0</c:v>
                </c:pt>
                <c:pt idx="14">
                  <c:v>22.0</c:v>
                </c:pt>
                <c:pt idx="15">
                  <c:v>28.0</c:v>
                </c:pt>
                <c:pt idx="16">
                  <c:v>22.0</c:v>
                </c:pt>
                <c:pt idx="17">
                  <c:v>19.0</c:v>
                </c:pt>
                <c:pt idx="18">
                  <c:v>11.0</c:v>
                </c:pt>
                <c:pt idx="19">
                  <c:v>11.0</c:v>
                </c:pt>
                <c:pt idx="20">
                  <c:v>37.0</c:v>
                </c:pt>
                <c:pt idx="21">
                  <c:v>31.0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</c:strCache>
            </c:strRef>
          </c:cat>
          <c:val>
            <c:numRef>
              <c:f>Sheet1!$D$2:$D$23</c:f>
              <c:numCache>
                <c:formatCode>General</c:formatCode>
                <c:ptCount val="22"/>
                <c:pt idx="0">
                  <c:v>7.0</c:v>
                </c:pt>
                <c:pt idx="1">
                  <c:v>8.0</c:v>
                </c:pt>
                <c:pt idx="2">
                  <c:v>6.0</c:v>
                </c:pt>
                <c:pt idx="3">
                  <c:v>6.0</c:v>
                </c:pt>
                <c:pt idx="4">
                  <c:v>8.0</c:v>
                </c:pt>
                <c:pt idx="5">
                  <c:v>3.0</c:v>
                </c:pt>
                <c:pt idx="6">
                  <c:v>8.0</c:v>
                </c:pt>
                <c:pt idx="7">
                  <c:v>9.0</c:v>
                </c:pt>
                <c:pt idx="8">
                  <c:v>4.0</c:v>
                </c:pt>
                <c:pt idx="9">
                  <c:v>7.0</c:v>
                </c:pt>
                <c:pt idx="10">
                  <c:v>7.0</c:v>
                </c:pt>
                <c:pt idx="11">
                  <c:v>3.0</c:v>
                </c:pt>
                <c:pt idx="12">
                  <c:v>2.0</c:v>
                </c:pt>
                <c:pt idx="13">
                  <c:v>6.0</c:v>
                </c:pt>
                <c:pt idx="14">
                  <c:v>6.0</c:v>
                </c:pt>
                <c:pt idx="15">
                  <c:v>6.0</c:v>
                </c:pt>
                <c:pt idx="16">
                  <c:v>6.0</c:v>
                </c:pt>
                <c:pt idx="17">
                  <c:v>5.0</c:v>
                </c:pt>
                <c:pt idx="18">
                  <c:v>7.0</c:v>
                </c:pt>
                <c:pt idx="19">
                  <c:v>2.0</c:v>
                </c:pt>
                <c:pt idx="20">
                  <c:v>8.0</c:v>
                </c:pt>
                <c:pt idx="21">
                  <c:v>6.0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27.0</c:v>
                </c:pt>
                <c:pt idx="1">
                  <c:v>24.0</c:v>
                </c:pt>
                <c:pt idx="2">
                  <c:v>25.0</c:v>
                </c:pt>
                <c:pt idx="3">
                  <c:v>27.0</c:v>
                </c:pt>
                <c:pt idx="4">
                  <c:v>18.0</c:v>
                </c:pt>
                <c:pt idx="5">
                  <c:v>14.0</c:v>
                </c:pt>
                <c:pt idx="6">
                  <c:v>27.0</c:v>
                </c:pt>
                <c:pt idx="7">
                  <c:v>27.0</c:v>
                </c:pt>
                <c:pt idx="8">
                  <c:v>24.0</c:v>
                </c:pt>
                <c:pt idx="9">
                  <c:v>24.0</c:v>
                </c:pt>
                <c:pt idx="10">
                  <c:v>25.0</c:v>
                </c:pt>
                <c:pt idx="11">
                  <c:v>15.0</c:v>
                </c:pt>
                <c:pt idx="12">
                  <c:v>7.0</c:v>
                </c:pt>
                <c:pt idx="13">
                  <c:v>26.0</c:v>
                </c:pt>
                <c:pt idx="14">
                  <c:v>29.0</c:v>
                </c:pt>
                <c:pt idx="15">
                  <c:v>30.0</c:v>
                </c:pt>
                <c:pt idx="16">
                  <c:v>25.0</c:v>
                </c:pt>
                <c:pt idx="17">
                  <c:v>26.0</c:v>
                </c:pt>
                <c:pt idx="18">
                  <c:v>17.0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 - 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</c:strCache>
            </c:strRef>
          </c:cat>
          <c:val>
            <c:numRef>
              <c:f>Sheet1!$C$2:$C$23</c:f>
              <c:numCache>
                <c:formatCode>General</c:formatCode>
                <c:ptCount val="22"/>
                <c:pt idx="0">
                  <c:v>23.0</c:v>
                </c:pt>
                <c:pt idx="1">
                  <c:v>20.0</c:v>
                </c:pt>
                <c:pt idx="2">
                  <c:v>18.0</c:v>
                </c:pt>
                <c:pt idx="3">
                  <c:v>20.0</c:v>
                </c:pt>
                <c:pt idx="4">
                  <c:v>11.0</c:v>
                </c:pt>
                <c:pt idx="5">
                  <c:v>12.0</c:v>
                </c:pt>
                <c:pt idx="6">
                  <c:v>19.0</c:v>
                </c:pt>
                <c:pt idx="7">
                  <c:v>20.0</c:v>
                </c:pt>
                <c:pt idx="8">
                  <c:v>16.0</c:v>
                </c:pt>
                <c:pt idx="9">
                  <c:v>18.0</c:v>
                </c:pt>
                <c:pt idx="10">
                  <c:v>19.0</c:v>
                </c:pt>
                <c:pt idx="11">
                  <c:v>11.0</c:v>
                </c:pt>
                <c:pt idx="12">
                  <c:v>6.0</c:v>
                </c:pt>
                <c:pt idx="13">
                  <c:v>20.0</c:v>
                </c:pt>
                <c:pt idx="14">
                  <c:v>23.0</c:v>
                </c:pt>
                <c:pt idx="15">
                  <c:v>22.0</c:v>
                </c:pt>
                <c:pt idx="16">
                  <c:v>21.0</c:v>
                </c:pt>
                <c:pt idx="17">
                  <c:v>19.0</c:v>
                </c:pt>
                <c:pt idx="18">
                  <c:v>13.0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</c:strCache>
            </c:strRef>
          </c:cat>
          <c:val>
            <c:numRef>
              <c:f>Sheet1!$D$2:$D$23</c:f>
              <c:numCache>
                <c:formatCode>General</c:formatCode>
                <c:ptCount val="22"/>
                <c:pt idx="0">
                  <c:v>4.0</c:v>
                </c:pt>
                <c:pt idx="1">
                  <c:v>4.0</c:v>
                </c:pt>
                <c:pt idx="2">
                  <c:v>7.0</c:v>
                </c:pt>
                <c:pt idx="3">
                  <c:v>7.0</c:v>
                </c:pt>
                <c:pt idx="4">
                  <c:v>7.0</c:v>
                </c:pt>
                <c:pt idx="5">
                  <c:v>2.0</c:v>
                </c:pt>
                <c:pt idx="6">
                  <c:v>8.0</c:v>
                </c:pt>
                <c:pt idx="7">
                  <c:v>7.0</c:v>
                </c:pt>
                <c:pt idx="8">
                  <c:v>8.0</c:v>
                </c:pt>
                <c:pt idx="9">
                  <c:v>6.0</c:v>
                </c:pt>
                <c:pt idx="10">
                  <c:v>6.0</c:v>
                </c:pt>
                <c:pt idx="11">
                  <c:v>4.0</c:v>
                </c:pt>
                <c:pt idx="12">
                  <c:v>1.0</c:v>
                </c:pt>
                <c:pt idx="13">
                  <c:v>6.0</c:v>
                </c:pt>
                <c:pt idx="14">
                  <c:v>6.0</c:v>
                </c:pt>
                <c:pt idx="15">
                  <c:v>8.0</c:v>
                </c:pt>
                <c:pt idx="16">
                  <c:v>4.0</c:v>
                </c:pt>
                <c:pt idx="17">
                  <c:v>7.0</c:v>
                </c:pt>
                <c:pt idx="18">
                  <c:v>4.0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Sep 2026 vs MTD-1 01–22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1.739,5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50,6%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1.388,7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44,0%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777,7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69,4%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-9,7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46,8%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40,1%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688,6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68,8%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62,7%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Sabu Raijua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Selatan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Sep 2026 vs MTD-1 01–22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152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+11,1%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99   Δ 11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+5,0%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100   Δ 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-11,4%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79   Δ -9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2.167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-24,0%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2.852   Δ -685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2.401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1.811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Sep 2026 vs MTD-1 01–22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9 (77,8%)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94 / 139 (67,6%)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+8,0% | Turun 34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105 / 152 (69,1%)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+7,1% | Turun 40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 / 8 (75,0%)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-14,3%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78 / 109 (71,6%)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+6,8% | Turun 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87 / 120 (72,5%)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+4,8%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 / 30 (53,3%)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+14,3%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 / 32 (56,2%)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 | Turun 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+25,0%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456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-15,6%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536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+0,8%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345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399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 / 139 (7,2%)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34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14 / 152 (9,2%)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-6,7% | Turun 40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8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 / 109 (5,5%)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 / 120 (7,5%)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-18,2%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30 (13,3%)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32 (15,6%)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Sep 2026 vs MTD-1 01–22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Sep 2026 vs MTD-1 01–22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6.769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10.019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7,7%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96 (22,3%)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472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154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109 (70,8%)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344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Sep 2026 vs MTD-1 01–22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143,4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125,1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110 | MoM +11,1%
PS: 105 | MoM +5,0%
• Junior
  RE: 99 | Active 71,2% | MoM +12,5%
  PS: 94 | Active 67,6% | MoM +6,8%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7 | Active 77,8% | MoM 0,0%
  PS: 7 | Active 77,8% | MoM -12,5%
• Junior Plus
  RE: 4 | Active 100,0% | MoM 0,0%
  PS: 4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Atambua: PS 0,0%, Gap 0
• Grapari Baa Rote: PS +200,0%, Gap 2
• Grapari Kefamenanu: PS 0,0%, Gap 0
• Grapari Kupang: PS 0,0%, Gap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Malaka: PS N/A, Gap 3
• Grapari Soe: PS +50,0%, Gap 1
• Grapari Waikabubak: PS -33,3%, Gap -1
• Grapari Waingapu: PS +25,0%, Gap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 - Malaka Timtim Belu: RE -32 (-5,5%), PS -92 (-18,7%)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 - Malaka Timtim Belu: RE 2 (+5,9%), PS -1 (-5,0%)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 - Malaka Timtim Belu: RE -13 (-34,2%), PS -8 (-50,0%)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Sep 2026 vs MTD-1 01–22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Sep 2026 vs MTD-1 01–22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950,0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163,9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143,6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130,3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Sep 2026 vs MTD-1 01–22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STANISLAUS APRIANUS HUN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Anita Welmince ukat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Cornelis Desanto Karo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SONYA IMELDA TUTFAUT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BRAMPI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Christin Natalia Banunaek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Stefanus jefri kantur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JAMES RICHARTUS YEFERSON BANU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JEPRIANUS MUJI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YULIUS LEDE NGONGO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Anita Welmince ukat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Stefanus jefri kantur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STANISLAUS APRIANUS HUN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ALVIONA CHETERINA RIZNAWATY MAU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Igniosa Manek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RANGGA BELA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Christin Natalia Banunaek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BRAMPI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JEPRIANUS MUJI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Sep 2026 vs MTD-1 01–22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FERDY ARYANDO JARA JUTALO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FERI ANDI SEMBIRING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TRIJAYADI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Novita maria anggraeny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Nadia stevania oematan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Joel Arsel Alakmo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Sebastian Frederick Imanuel Lada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Andrianus Umbu Engge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Christin eliafnir costa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Dewito Yuliarti Adu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FERI ANDI SEMBIRING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TRIJAYADI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Novita maria anggraeny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Nadia stevania oematan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SONYA IMELDA TUTFAUT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Joel Arsel Alakmo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Charlie Apryanto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Dewito Yuliarti Adu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Christin eliafnir costa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