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01–24 Aug 2026 vs MTD-1 01–24 Jul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2.045,7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45,8%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1.109,7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1.704,6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44,3%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949,6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2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80,7%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-4,4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+92,0%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+78,6%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Kupang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43,2%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965,8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42,2%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819,0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58,2%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143,9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54,4%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130,6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517136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010912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010912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Rote Ndao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01–24 Aug 2026 vs MTD-1 01–24 Jul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129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0,0%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102   Δ 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0,0%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101   Δ 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81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0,0%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81   Δ 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2.996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-23,6%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3.922   Δ -926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0378436" cy="11338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820"/>
                <a:gridCol w="594185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792247"/>
                <a:gridCol w="792247"/>
                <a:gridCol w="792247"/>
              </a:tblGrid>
              <a:tr h="3779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79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3.287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2.525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79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3986784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Kupang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4261104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+81,2%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-38,9%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5715000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01–24 Aug 2026 vs MTD-1 01–24 Jul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651760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Kupang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898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6.917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9.999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6,4%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429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83 (19,3%)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319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143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99 (69,2%)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292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