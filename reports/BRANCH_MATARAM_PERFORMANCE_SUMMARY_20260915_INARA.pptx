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160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156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+51,8%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110   Δ 57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2.918   Δ 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139 / 213 (65,3%)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+3,0% | Turun 59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164 / 240 (68,3%)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+4,5%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131 (61,1%)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 / 148 (64,2%)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 / 82 (72,0%)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92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16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213 (8,9%)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+46,2% | Turun 59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 / 240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+42,9%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11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131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148 (12,8%)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82 (8,5%)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92 (12,0%)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+57,1%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328 (22,5%)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631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314 (60,4%)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172 | MoM +7,5%
PS: 164 | MoM +5,1%
• Performer
  RE: 1 | Active 100,0% | MoM 0,0%
  PS: 1 | Active 100,0% | MoM 0,0%
• Junior
  RE: 146 | Active 68,5% | MoM +7,4%
  PS: 139 | Active 65,3% | MoM +5,3%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15 | Active 93,8% | MoM +15,4%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-12,0%, Gap -3
• Grapari Dompu: PS +50,0%, Gap 2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-100,0%, Gap -1
• Grapari Mataram: PS -14,7%, Gap -5
• Grapari Sumbawa: PS +60,0%, Gap 3
• Grapari Taliwang: PS -66,7%,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-2 (-6,1%), PS -1 (-4,2%)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1 (+6,2%), PS -1 (-14,3%)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(-83,3%),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