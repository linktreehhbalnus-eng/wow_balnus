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  <c:pt idx="13">
                  <c:v>63.0</c:v>
                </c:pt>
                <c:pt idx="14">
                  <c:v>64.0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  <c:pt idx="13">
                  <c:v>33.0</c:v>
                </c:pt>
                <c:pt idx="14">
                  <c:v>41.0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  <c:pt idx="13">
                  <c:v>30.0</c:v>
                </c:pt>
                <c:pt idx="14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  <c:pt idx="13">
                  <c:v>50.0</c:v>
                </c:pt>
                <c:pt idx="14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  <c:pt idx="13">
                  <c:v>33.0</c:v>
                </c:pt>
                <c:pt idx="14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  <c:pt idx="13">
                  <c:v>17.0</c:v>
                </c:pt>
                <c:pt idx="14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160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156   Δ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+39,7%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50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3.242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3.062   Δ 180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139 / 213 (65,3%)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+3,0% | Turun 59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164 / 240 (68,3%)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+4,5%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131 (61,1%)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95 / 148 (64,2%)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 / 82 (72,0%)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92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16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213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+46,2% | Turun 59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 / 240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11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131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148 (12,8%)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+35,7%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82 (8,5%)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+133,3%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92 (12,0%)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343 (23,6%)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696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346 (66,5%)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919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172 | MoM +7,5%
PS: 164 | MoM +5,1%
• Performer
  RE: 1 | Active 100,0% | MoM 0,0%
  PS: 1 | Active 100,0% | MoM 0,0%
• Junior
  RE: 146 | Active 68,5% | MoM +7,4%
  PS: 139 | Active 65,3% | MoM +5,3%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15 | Active 93,8% | MoM +15,4%
  PS: 14 | Active 87,5% | MoM +7,7%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-12,0%, Gap -3
• Grapari Dompu: PS +50,0%, Gap 2
• Grapari Lombok Timur: PS -50,0%, Gap -1
• Grapari Lombok Utara: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-100,0%, Gap -1
• Grapari Mataram: PS -14,7%, Gap -5
• Grapari Sumbawa: PS +60,0%, Gap 3
• Grapari Taliwang: PS -66,7%,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 (-6,1%), PS -1 (-4,2%)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1 (+6,2%), PS -1 (-14,3%)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-5 (-83,3%),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Riskia nur komalasari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RIRIN DWI APRILIANTI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