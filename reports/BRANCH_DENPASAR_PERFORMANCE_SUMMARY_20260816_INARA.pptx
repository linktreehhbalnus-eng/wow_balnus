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Aug 2026 vs MTD-1 01–16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5.284,9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3.096,9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4.403,8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2.603,8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Aug 2026 vs MTD-1 01–16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198   Δ 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189   Δ 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130   Δ -4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2.395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2.504   Δ -109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645152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919472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373368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Aug 2026 vs MTD-1 01–16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8.388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7.638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17.598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10.710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46.738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2.404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203 (8,4%)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507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60 (33,3%)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