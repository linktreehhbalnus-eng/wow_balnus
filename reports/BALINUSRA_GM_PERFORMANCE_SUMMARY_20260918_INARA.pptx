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05/09</c:v>
                </c:pt>
                <c:pt idx="1">
                  <c:v>06/09</c:v>
                </c:pt>
                <c:pt idx="2">
                  <c:v>07/09</c:v>
                </c:pt>
                <c:pt idx="3">
                  <c:v>08/09</c:v>
                </c:pt>
                <c:pt idx="4">
                  <c:v>09/09</c:v>
                </c:pt>
                <c:pt idx="5">
                  <c:v>10/09</c:v>
                </c:pt>
                <c:pt idx="6">
                  <c:v>11/09</c:v>
                </c:pt>
                <c:pt idx="7">
                  <c:v>12/09</c:v>
                </c:pt>
                <c:pt idx="8">
                  <c:v>13/09</c:v>
                </c:pt>
                <c:pt idx="9">
                  <c:v>14/09</c:v>
                </c:pt>
                <c:pt idx="10">
                  <c:v>15/09</c:v>
                </c:pt>
                <c:pt idx="11">
                  <c:v>16/09</c:v>
                </c:pt>
                <c:pt idx="12">
                  <c:v>17/09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279.0</c:v>
                </c:pt>
                <c:pt idx="1">
                  <c:v>198.0</c:v>
                </c:pt>
                <c:pt idx="2">
                  <c:v>362.0</c:v>
                </c:pt>
                <c:pt idx="3">
                  <c:v>351.0</c:v>
                </c:pt>
                <c:pt idx="4">
                  <c:v>315.0</c:v>
                </c:pt>
                <c:pt idx="5">
                  <c:v>313.0</c:v>
                </c:pt>
                <c:pt idx="6">
                  <c:v>319.0</c:v>
                </c:pt>
                <c:pt idx="7">
                  <c:v>254.0</c:v>
                </c:pt>
                <c:pt idx="8">
                  <c:v>169.0</c:v>
                </c:pt>
                <c:pt idx="9">
                  <c:v>339.0</c:v>
                </c:pt>
                <c:pt idx="10">
                  <c:v>320.0</c:v>
                </c:pt>
                <c:pt idx="11">
                  <c:v>322.0</c:v>
                </c:pt>
                <c:pt idx="12">
                  <c:v>333.0</c:v>
                </c:pt>
                <c:pt idx="13">
                  <c:v>303.0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05/09</c:v>
                </c:pt>
                <c:pt idx="1">
                  <c:v>06/09</c:v>
                </c:pt>
                <c:pt idx="2">
                  <c:v>07/09</c:v>
                </c:pt>
                <c:pt idx="3">
                  <c:v>08/09</c:v>
                </c:pt>
                <c:pt idx="4">
                  <c:v>09/09</c:v>
                </c:pt>
                <c:pt idx="5">
                  <c:v>10/09</c:v>
                </c:pt>
                <c:pt idx="6">
                  <c:v>11/09</c:v>
                </c:pt>
                <c:pt idx="7">
                  <c:v>12/09</c:v>
                </c:pt>
                <c:pt idx="8">
                  <c:v>13/09</c:v>
                </c:pt>
                <c:pt idx="9">
                  <c:v>14/09</c:v>
                </c:pt>
                <c:pt idx="10">
                  <c:v>15/09</c:v>
                </c:pt>
                <c:pt idx="11">
                  <c:v>16/09</c:v>
                </c:pt>
                <c:pt idx="12">
                  <c:v>17/09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185.0</c:v>
                </c:pt>
                <c:pt idx="1">
                  <c:v>159.0</c:v>
                </c:pt>
                <c:pt idx="2">
                  <c:v>256.0</c:v>
                </c:pt>
                <c:pt idx="3">
                  <c:v>285.0</c:v>
                </c:pt>
                <c:pt idx="4">
                  <c:v>266.0</c:v>
                </c:pt>
                <c:pt idx="5">
                  <c:v>237.0</c:v>
                </c:pt>
                <c:pt idx="6">
                  <c:v>258.0</c:v>
                </c:pt>
                <c:pt idx="7">
                  <c:v>191.0</c:v>
                </c:pt>
                <c:pt idx="8">
                  <c:v>151.0</c:v>
                </c:pt>
                <c:pt idx="9">
                  <c:v>266.0</c:v>
                </c:pt>
                <c:pt idx="10">
                  <c:v>271.0</c:v>
                </c:pt>
                <c:pt idx="11">
                  <c:v>266.0</c:v>
                </c:pt>
                <c:pt idx="12">
                  <c:v>261.0</c:v>
                </c:pt>
                <c:pt idx="13">
                  <c:v>241.0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+6,4% &amp; PS +5,5% MoM — Achievement Mencapai 55,0% (RE) / 54,1%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Sep 2026 vs MTD-1 01–18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Stabil, PS Melemah pada 18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Sep 2026 vs MTD-1 01–18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01–18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(+14,7%), Denpasar Terdalam (-1,6%)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Sep 2026 vs MTD-1 01–18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+14,7%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+12,4%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+8,5%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-1,6%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58,0%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57,4%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55,5%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42,3%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 Tertinggi (+34,3%), Bali Tengah 1 Terdalam (-10,0%)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Sep 2026 vs MTD-1 01–18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(+145), Buleleng Tumbuh Tertinggi (+69,4%)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Sep 2026 vs MTD-1 01–18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+306, Bottom 5 -179, dan perubahan PS regional +231.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(+80,1%), TSEL One &gt;30 Mbps Turun Terdalam (-64,5%)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Sep 2026 vs MTD-1 01–18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+3,1%, Aktivitas DJP +13,8%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Sep 2026 vs MTD-1 01–18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5.037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9.971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55.836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7.082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5.487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83.413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5.487
Dikunjungi: 894 (16,3%)
Visit DJP: 2.459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1.306
Dikunjungi: 774 (59,3%)
Visit DJP: 2.252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Sep 2026 vs MTD-1 01–18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Sep 2026 vs MTD-1 01–18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ASWAD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MARIO MAXIMILIANO AGUSTO WIO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Haris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Hendra Tauhid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Christin Natalia Banunaek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FIKA AYU PUSPITASARI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ALVIN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Achmad ahmadi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 TOPAN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Yohanes gunawan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mega dirgantini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Sep 2026 vs MTD-1 01–18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HUZAIMATUL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ERNY JUMRIANTY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Sep 2026 vs MTD-1 01–18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Sep 2026 vs MTD-1 01–18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01–18 Sep 2026 vs MTD-1 01–18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1.659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1.622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4.173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4.404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1.995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1.964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01–18 Sep 2026 vs MTD-1 01–18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901,2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977,8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01–18 Sep 2026 vs MTD-1 01–18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5.266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5.601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4.173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4.404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977,8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4.419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4.735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3.606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3.846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833,8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+260,0%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+201,2%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583 | MoM +4,1%
PS: 559 | MoM +3,1%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493 | Active 61,8% | MoM +3,8%
  PS: 470 | Active 58,9% | MoM +2,6%
• Greenfield
  RE: 54 | Active 93,1% | MoM +12,5%
  PS: 53 | Active 91,4% | MoM +12,8%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+15,0%, Gap +9
• Flores: PS -13,5%, Gap -12
• Kupang: PS +33,3%, Gap +9
• Mataram: PS -4,8%, Gap 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Lombok Utara (Mataram): -100,0%, Gap -1
• Grapari Gatsu Tengah (Denpasar): -66,7%, Gap -4
• Grapari Maumere (Flores): -53,3%, Gap -8
• Grapari Lombok Timur (Mataram): -50,0%, Gap -1
• Grapari Maluk (Mataram): -50,0%, Gap 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-46 (-8,5%), PS -42 (-8,9%)
• Bali Timur: RE -11 (-3,0%), PS -34 (-11,4%)
• Bali Tengah 2: RE -38 (-6,7%), PS -11 (-2,4%)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-35 (-39,8%), PS -29 (-41,4%)
• Bali Tengah 1: RE -12 (-18,2%), PS -13 (-25,5%)
• Bali Barat: RE -16 (-44,4%), PS -7 (-38,9%)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 - Malaka Timtim Belu: RE -9 (-31,0%), PS -6 (-42,9%)
• Bali Timur: RE 0 (0,0%), PS -3 (-37,5%)
• Bali Barat: RE -5 (-45,5%), PS -2 (-50,0%)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-3 (-50,0%), PS -1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01–18 Sep 2026 vs MTD-1 01–18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+18,8%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155 / 310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-11,4% | Turun 100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194 / 351 (55,3%)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 | Turun 122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 / 136 (54,4%)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+10,4% | Turun 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 / 150 (58,7%)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+8,6%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94 / 139 (67,6%)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+10,6% | Turun 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105 / 152 (69,1%)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+10,5%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16 (87,5%)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147 / 213 (69,0%)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+5,0% | Turun 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172 / 240 (71,7%)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 | Turun 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 / 58 (91,4%)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+12,8%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470 / 798 (58,9%)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+0,6% | Turun 222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560 / 924 (60,6%)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+2,6% | Turun 265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+630,8%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1.739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1.057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+17,5%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2.431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+776,9%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3.846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20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310 (7,4%)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-20,7% | Turun 100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351 (13,4%)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-2,1% | Turun 122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13 (46,2%)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136 (10,3%)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+55,6% | Turun 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 / 150 (14,0%)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139 (7,2%)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 | Turun 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152 (9,2%)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+7,7%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16 (18,8%)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213 (10,8%)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+15,0% | Turun 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 / 240 (15,4%)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+19,4% | Turun 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58 (22,4%)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+8,3%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70 / 798 (8,8%)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+4,5% | Turun 222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+18,8%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119 / 924 (12,9%)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+11,2% | Turun 265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