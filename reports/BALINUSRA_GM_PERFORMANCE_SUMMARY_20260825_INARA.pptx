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12/08</c:v>
                </c:pt>
                <c:pt idx="1">
                  <c:v>13/08</c:v>
                </c:pt>
                <c:pt idx="2">
                  <c:v>14/08</c:v>
                </c:pt>
                <c:pt idx="3">
                  <c:v>15/08</c:v>
                </c:pt>
                <c:pt idx="4">
                  <c:v>16/08</c:v>
                </c:pt>
                <c:pt idx="5">
                  <c:v>17/08</c:v>
                </c:pt>
                <c:pt idx="6">
                  <c:v>18/08</c:v>
                </c:pt>
                <c:pt idx="7">
                  <c:v>19/08</c:v>
                </c:pt>
                <c:pt idx="8">
                  <c:v>20/08</c:v>
                </c:pt>
                <c:pt idx="9">
                  <c:v>21/08</c:v>
                </c:pt>
                <c:pt idx="10">
                  <c:v>22/08</c:v>
                </c:pt>
                <c:pt idx="11">
                  <c:v>23/08</c:v>
                </c:pt>
                <c:pt idx="12">
                  <c:v>24/08</c:v>
                </c:pt>
                <c:pt idx="13">
                  <c:v>25/08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325.0</c:v>
                </c:pt>
                <c:pt idx="1">
                  <c:v>270.0</c:v>
                </c:pt>
                <c:pt idx="2">
                  <c:v>263.0</c:v>
                </c:pt>
                <c:pt idx="3">
                  <c:v>214.0</c:v>
                </c:pt>
                <c:pt idx="4">
                  <c:v>214.0</c:v>
                </c:pt>
                <c:pt idx="5">
                  <c:v>218.0</c:v>
                </c:pt>
                <c:pt idx="6">
                  <c:v>358.0</c:v>
                </c:pt>
                <c:pt idx="7">
                  <c:v>297.0</c:v>
                </c:pt>
                <c:pt idx="8">
                  <c:v>303.0</c:v>
                </c:pt>
                <c:pt idx="9">
                  <c:v>358.0</c:v>
                </c:pt>
                <c:pt idx="10">
                  <c:v>316.0</c:v>
                </c:pt>
                <c:pt idx="11">
                  <c:v>211.0</c:v>
                </c:pt>
                <c:pt idx="12">
                  <c:v>343.0</c:v>
                </c:pt>
                <c:pt idx="13">
                  <c:v>296.0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12/08</c:v>
                </c:pt>
                <c:pt idx="1">
                  <c:v>13/08</c:v>
                </c:pt>
                <c:pt idx="2">
                  <c:v>14/08</c:v>
                </c:pt>
                <c:pt idx="3">
                  <c:v>15/08</c:v>
                </c:pt>
                <c:pt idx="4">
                  <c:v>16/08</c:v>
                </c:pt>
                <c:pt idx="5">
                  <c:v>17/08</c:v>
                </c:pt>
                <c:pt idx="6">
                  <c:v>18/08</c:v>
                </c:pt>
                <c:pt idx="7">
                  <c:v>19/08</c:v>
                </c:pt>
                <c:pt idx="8">
                  <c:v>20/08</c:v>
                </c:pt>
                <c:pt idx="9">
                  <c:v>21/08</c:v>
                </c:pt>
                <c:pt idx="10">
                  <c:v>22/08</c:v>
                </c:pt>
                <c:pt idx="11">
                  <c:v>23/08</c:v>
                </c:pt>
                <c:pt idx="12">
                  <c:v>24/08</c:v>
                </c:pt>
                <c:pt idx="13">
                  <c:v>25/08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235.0</c:v>
                </c:pt>
                <c:pt idx="1">
                  <c:v>263.0</c:v>
                </c:pt>
                <c:pt idx="2">
                  <c:v>217.0</c:v>
                </c:pt>
                <c:pt idx="3">
                  <c:v>162.0</c:v>
                </c:pt>
                <c:pt idx="4">
                  <c:v>151.0</c:v>
                </c:pt>
                <c:pt idx="5">
                  <c:v>149.0</c:v>
                </c:pt>
                <c:pt idx="6">
                  <c:v>278.0</c:v>
                </c:pt>
                <c:pt idx="7">
                  <c:v>268.0</c:v>
                </c:pt>
                <c:pt idx="8">
                  <c:v>231.0</c:v>
                </c:pt>
                <c:pt idx="9">
                  <c:v>271.0</c:v>
                </c:pt>
                <c:pt idx="10">
                  <c:v>256.0</c:v>
                </c:pt>
                <c:pt idx="11">
                  <c:v>197.0</c:v>
                </c:pt>
                <c:pt idx="12">
                  <c:v>266.0</c:v>
                </c:pt>
                <c:pt idx="13">
                  <c:v>228.0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-2,4% &amp; PS -3,5% MoM — Achievement Mencapai 63,2% (RE) / 60,5%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25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01–25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(+0,2%), Kupang Terdalam (-14,7%)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-1,1%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-14,7%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66,5%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63,6%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61,9%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45,9%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Tertinggi (+6,6%), Sumba Terdalam (-18,1%)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Tengah Penyumbang PS Absolut Terbesar (+78), Lombok Tengah Tumbuh Tertinggi (+79,6%)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+231, Bottom 5 -240, dan perubahan PS regional -212.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(+44,4%), 50 Mbps Turun Terdalam (-25,4%)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+6,8%, Aktivitas DJP -6,0% MoM — Registered SF 861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56.569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5.458
Dikunjungi: 1.174 (21,5%)
Visit DJP: 3.067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947
Dikunjungi: 731 (77,2%)
Visit DJP: 1.876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LULU KARMILA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 panja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PRASDIKA FADKUR ROHMAN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Agu 2026 vs MTD-1 01–25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