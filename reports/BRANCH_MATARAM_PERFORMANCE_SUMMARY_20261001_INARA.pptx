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25.0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23.0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29.0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-97,0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-77,0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67,2%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60   Δ -12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+9,1%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44   Δ 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184   Δ 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5.005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-14,0%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5.817   Δ -812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2.406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2.293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3.411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2.712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16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36 / 213 (16,9%)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 / 10 (70,0%)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-12,5%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48 / 240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+9,1% | Turun 26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11 (27,3%)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 / 131 (15,3%)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+5,3%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 / 148 (19,6%)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+26,1%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 / 82 (19,5%)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 / 92 (20,7%)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-9,5%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213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240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148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82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3.036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1.387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484 (34,9%)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1.234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546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510 (93,4%)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1.612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48 | MoM -20,0%
PS: 48 | MoM +9,1%
• Performer
  RE: 1 | Active 100,0% | MoM 0,0%
  PS: 1 | Active 100,0% | MoM 0,0%
• Junior
  RE: 40 | Active 18,8% | MoM -9,1%
  PS: 36 | Active 16,9% | MoM +2,9%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2 | Active 12,5% | MoM -66,7%
  PS: 4 | Active 25,0% | MoM N/A
• Junior Plus
  RE: 5 | Active 50,0% | MoM -44,4%
  PS: 7 | Active 70,0% | MoM -12,5%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0,0%, Gap 0
• Grapari Dompu: PS N/A, Gap 2
• Grapari Lombok Utara: PS 0,0%, Gap 0
• Grapari Maluk: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Mataram: PS -100,0%, Gap -5
• Grapari Sumbawa: PS -50,0%, Gap -1
• Grapari Taliwang: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 - Sumbawa Timur: RE -3 (-9,1%), PS -3 (-11,1%)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 (-25,0%), PS -1 (-33,3%)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HARMANSYAH A MD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Mirfa Azmi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ARMANA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SAFRULLAH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anggun yuliandi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SULASTRI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Suhardi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REGAR FEBRYAN ADHA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HARMANSYAH A MD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RIZUL FAHMI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Mirfa Azmi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FIKA AYU PUSPITASARI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 DIMIATI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PURNAMAWATI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YUNIARTI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FAJRIN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TAHIR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YULI INDRAYANI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ADI SURATMAN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AFRILIAN WULANSARI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LENI SUMBAYANTI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TAHIR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ADI SURATMAN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AFRILIAN WULANSARI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SAIPUL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Aprillinda Wulandary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Sunarti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IRUL KURNIAWAN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Minhaq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BERLIN RIZKAILLAH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NISH RINAH HAMIDAH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