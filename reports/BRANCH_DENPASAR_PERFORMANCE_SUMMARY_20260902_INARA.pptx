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-82,3%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220   Δ -181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6.435   Δ -6.019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587 (17,8%)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2.146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225 (57,7%)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Ferdiansyah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GALUH PUTRI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WILDAN FADILAH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WARNI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WAYAN DESNI 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PAEDO YAYAKI PURBA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