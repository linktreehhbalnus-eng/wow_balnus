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Sep 2026 vs MTD-1 01–02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4.862,2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4.518,2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4.008,9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3.743,9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+5,0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+39,6%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1.104,7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1.264,2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1.049,0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1.300,9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1.081,8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848,4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Badung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Tabanan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Sep 2026 vs MTD-1 01–02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348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+22,5%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89   Δ 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+1,2%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85   Δ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+1233,3%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   Δ 37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438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+10850,0%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4   Δ 434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645152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919472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373368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Sep 2026 vs MTD-1 01–02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2.366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32.044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4.551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47.363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3.300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587 (17,8%)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2.152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390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225 (57,7%)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978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Sep 2026 vs MTD-1 01–02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KETUT TINA ARYANI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Ketut wijana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Kiki kurniawan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Indra syah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Mohamad Ferdiansyah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GALUH PUTRI PERTIWI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WILDAN FADILAH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witana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GAGUS PUTU SUASA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KETUT TINA ARYANI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witana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MADE WARNI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WAYAN DESNI 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Vira dwi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ANDREYANTO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PAEDO YAYAKI PURBA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 AYU VIVIASTIKA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01–02 Sep 2026 vs MTD-1 01–02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Handoko Priadtmono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ARDIANSYAH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ANIS MARIATUL KIPTIAN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 Rohmatul hazijah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KARTAKA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SYAFII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DEWI SRI WULAN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Edy Susilo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ANIS MARIATUL KIPTIAN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LUH PUTU SETIASIH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D. BUDIONO HARSONO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Indra syah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KARTAKA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KAMALUDIN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SYAFII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Kunzita Lazuardi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