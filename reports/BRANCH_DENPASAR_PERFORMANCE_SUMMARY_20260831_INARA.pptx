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237   Δ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6.822   Δ -387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589 (17,7%)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1.986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218 (60,2%)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