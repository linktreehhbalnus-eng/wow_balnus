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237   Δ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231   Δ 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N/A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0   Δ 220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6.435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N/A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0   Δ 6.435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589 (17,7%)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1.986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218 (60,2%)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794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