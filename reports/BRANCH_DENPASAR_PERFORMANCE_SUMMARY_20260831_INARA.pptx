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4.065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5.284,9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1.219,9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4.403,8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4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307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1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615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92040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75503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85816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Tabanan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Badung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85816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348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255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237   Δ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231   Δ 17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207   Δ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6.012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6.349   Δ -337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4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645152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919472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373368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 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3.504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2.885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32.130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4,8%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546 (16,6%)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1.806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201 (61,3%)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651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