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237   Δ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231   Δ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217   Δ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6.435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6.822   Δ -387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654 (19,7%)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3.775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238 (65,7%)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1.382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Beam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ARI SUASTAWAN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ALLAN SUHERLAN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Beam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Widiawati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ARI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I PUTU BAYU ARYANATA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Putu Arini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AMMAR FARRAS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Dessy santya tuanakotta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Jerry Aldo Wahjudi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Astuti Wira pratiwi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Widiawati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PRASDIKA FADKUR ROHMAN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ARI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I PUTU BAYU ARYANATA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Putu Arini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AMMAR FARRAS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Dessy santya tuanakotta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Jerry Aldo Wahjudi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