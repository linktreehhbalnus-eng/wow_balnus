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22/08</c:v>
                </c:pt>
                <c:pt idx="1">
                  <c:v>23/08</c:v>
                </c:pt>
                <c:pt idx="2">
                  <c:v>24/08</c:v>
                </c:pt>
                <c:pt idx="3">
                  <c:v>25/08</c:v>
                </c:pt>
                <c:pt idx="4">
                  <c:v>26/08</c:v>
                </c:pt>
                <c:pt idx="5">
                  <c:v>27/08</c:v>
                </c:pt>
                <c:pt idx="6">
                  <c:v>28/08</c:v>
                </c:pt>
                <c:pt idx="7">
                  <c:v>29/08</c:v>
                </c:pt>
                <c:pt idx="8">
                  <c:v>30/08</c:v>
                </c:pt>
                <c:pt idx="9">
                  <c:v>31/08</c:v>
                </c:pt>
                <c:pt idx="10">
                  <c:v>01/09</c:v>
                </c:pt>
                <c:pt idx="11">
                  <c:v>02/09</c:v>
                </c:pt>
                <c:pt idx="12">
                  <c:v>03/09</c:v>
                </c:pt>
                <c:pt idx="13">
                  <c:v>04/09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316.0</c:v>
                </c:pt>
                <c:pt idx="1">
                  <c:v>211.0</c:v>
                </c:pt>
                <c:pt idx="2">
                  <c:v>343.0</c:v>
                </c:pt>
                <c:pt idx="3">
                  <c:v>296.0</c:v>
                </c:pt>
                <c:pt idx="4">
                  <c:v>348.0</c:v>
                </c:pt>
                <c:pt idx="5">
                  <c:v>307.0</c:v>
                </c:pt>
                <c:pt idx="6">
                  <c:v>339.0</c:v>
                </c:pt>
                <c:pt idx="7">
                  <c:v>270.0</c:v>
                </c:pt>
                <c:pt idx="8">
                  <c:v>203.0</c:v>
                </c:pt>
                <c:pt idx="9">
                  <c:v>311.0</c:v>
                </c:pt>
                <c:pt idx="10">
                  <c:v>407.0</c:v>
                </c:pt>
                <c:pt idx="11">
                  <c:v>359.0</c:v>
                </c:pt>
                <c:pt idx="12">
                  <c:v>334.0</c:v>
                </c:pt>
                <c:pt idx="13">
                  <c:v>324.0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22/08</c:v>
                </c:pt>
                <c:pt idx="1">
                  <c:v>23/08</c:v>
                </c:pt>
                <c:pt idx="2">
                  <c:v>24/08</c:v>
                </c:pt>
                <c:pt idx="3">
                  <c:v>25/08</c:v>
                </c:pt>
                <c:pt idx="4">
                  <c:v>26/08</c:v>
                </c:pt>
                <c:pt idx="5">
                  <c:v>27/08</c:v>
                </c:pt>
                <c:pt idx="6">
                  <c:v>28/08</c:v>
                </c:pt>
                <c:pt idx="7">
                  <c:v>29/08</c:v>
                </c:pt>
                <c:pt idx="8">
                  <c:v>30/08</c:v>
                </c:pt>
                <c:pt idx="9">
                  <c:v>31/08</c:v>
                </c:pt>
                <c:pt idx="10">
                  <c:v>01/09</c:v>
                </c:pt>
                <c:pt idx="11">
                  <c:v>02/09</c:v>
                </c:pt>
                <c:pt idx="12">
                  <c:v>03/09</c:v>
                </c:pt>
                <c:pt idx="13">
                  <c:v>04/09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256.0</c:v>
                </c:pt>
                <c:pt idx="1">
                  <c:v>197.0</c:v>
                </c:pt>
                <c:pt idx="2">
                  <c:v>266.0</c:v>
                </c:pt>
                <c:pt idx="3">
                  <c:v>228.0</c:v>
                </c:pt>
                <c:pt idx="4">
                  <c:v>230.0</c:v>
                </c:pt>
                <c:pt idx="5">
                  <c:v>298.0</c:v>
                </c:pt>
                <c:pt idx="6">
                  <c:v>255.0</c:v>
                </c:pt>
                <c:pt idx="7">
                  <c:v>238.0</c:v>
                </c:pt>
                <c:pt idx="8">
                  <c:v>142.0</c:v>
                </c:pt>
                <c:pt idx="9">
                  <c:v>250.0</c:v>
                </c:pt>
                <c:pt idx="10">
                  <c:v>271.0</c:v>
                </c:pt>
                <c:pt idx="11">
                  <c:v>315.0</c:v>
                </c:pt>
                <c:pt idx="12">
                  <c:v>270.0</c:v>
                </c:pt>
                <c:pt idx="13">
                  <c:v>255.0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+9,0% &amp; PS +13,7% MoM — Achievement Mencapai 12,7% (RE) / 12,1%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4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01–04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(+32,8%), Denpasar Terdalam (+7,8%)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+32,8%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(+94,7%), Bali Timur Terdalam (-20,0%)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(+60), Rote Ndao Tumbuh Tertinggi (+200,0%)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+116, Bottom 5 -43, dan perubahan PS regional +134.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(+129,5%), 50 Mbps Turun Terdalam (-35,7%)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+0,6%, Aktivitas DJP +354,6%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5.441
Dikunjungi: 1.259 (23,1%)
Visit DJP: 4.070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1.112
Dikunjungi: 858 (77,2%)
Visit DJP: 2.979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PURNAMA RAYA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 Setyawan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ANDREYANTO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RIVAN ANDIKA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NATALIS TOLEK KELEN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Clemens Novanus Rae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SYAFRUDIN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 SURATMAN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UTARI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Siska wulandari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Florianus Antus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 DIMIATI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Aprillinda Wulandary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IRUL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ARNOP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SRI WULAN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 Rohmatul hazijah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Ipradictus Fransis Adipapa Blegur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RAFIKI ABDURAHMAN PUA JENDO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01–04 Sep 2026 vs MTD-1 01–04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Sep 2026 vs MTD-1 01–04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01–04 Sep 2026 vs MTD-1 01–04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