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  <c:pt idx="7">
                  <c:v>28.0</c:v>
                </c:pt>
                <c:pt idx="8">
                  <c:v>27.0</c:v>
                </c:pt>
                <c:pt idx="9">
                  <c:v>26.0</c:v>
                </c:pt>
                <c:pt idx="10">
                  <c:v>23.0</c:v>
                </c:pt>
                <c:pt idx="11">
                  <c:v>17.0</c:v>
                </c:pt>
                <c:pt idx="12">
                  <c:v>11.0</c:v>
                </c:pt>
                <c:pt idx="13">
                  <c:v>35.0</c:v>
                </c:pt>
                <c:pt idx="14">
                  <c:v>28.0</c:v>
                </c:pt>
                <c:pt idx="15">
                  <c:v>34.0</c:v>
                </c:pt>
                <c:pt idx="16">
                  <c:v>28.0</c:v>
                </c:pt>
                <c:pt idx="17">
                  <c:v>24.0</c:v>
                </c:pt>
                <c:pt idx="18">
                  <c:v>18.0</c:v>
                </c:pt>
                <c:pt idx="19">
                  <c:v>13.0</c:v>
                </c:pt>
                <c:pt idx="20">
                  <c:v>45.0</c:v>
                </c:pt>
                <c:pt idx="21">
                  <c:v>37.0</c:v>
                </c:pt>
                <c:pt idx="22">
                  <c:v>29.0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  <c:pt idx="6">
                  <c:v>30.0</c:v>
                </c:pt>
                <c:pt idx="7">
                  <c:v>19.0</c:v>
                </c:pt>
                <c:pt idx="8">
                  <c:v>23.0</c:v>
                </c:pt>
                <c:pt idx="9">
                  <c:v>19.0</c:v>
                </c:pt>
                <c:pt idx="10">
                  <c:v>16.0</c:v>
                </c:pt>
                <c:pt idx="11">
                  <c:v>14.0</c:v>
                </c:pt>
                <c:pt idx="12">
                  <c:v>9.0</c:v>
                </c:pt>
                <c:pt idx="13">
                  <c:v>29.0</c:v>
                </c:pt>
                <c:pt idx="14">
                  <c:v>22.0</c:v>
                </c:pt>
                <c:pt idx="15">
                  <c:v>28.0</c:v>
                </c:pt>
                <c:pt idx="16">
                  <c:v>22.0</c:v>
                </c:pt>
                <c:pt idx="17">
                  <c:v>19.0</c:v>
                </c:pt>
                <c:pt idx="18">
                  <c:v>11.0</c:v>
                </c:pt>
                <c:pt idx="19">
                  <c:v>11.0</c:v>
                </c:pt>
                <c:pt idx="20">
                  <c:v>37.0</c:v>
                </c:pt>
                <c:pt idx="21">
                  <c:v>31.0</c:v>
                </c:pt>
                <c:pt idx="22">
                  <c:v>23.0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  <c:pt idx="6">
                  <c:v>8.0</c:v>
                </c:pt>
                <c:pt idx="7">
                  <c:v>9.0</c:v>
                </c:pt>
                <c:pt idx="8">
                  <c:v>4.0</c:v>
                </c:pt>
                <c:pt idx="9">
                  <c:v>7.0</c:v>
                </c:pt>
                <c:pt idx="10">
                  <c:v>7.0</c:v>
                </c:pt>
                <c:pt idx="11">
                  <c:v>3.0</c:v>
                </c:pt>
                <c:pt idx="12">
                  <c:v>2.0</c:v>
                </c:pt>
                <c:pt idx="13">
                  <c:v>6.0</c:v>
                </c:pt>
                <c:pt idx="14">
                  <c:v>6.0</c:v>
                </c:pt>
                <c:pt idx="15">
                  <c:v>6.0</c:v>
                </c:pt>
                <c:pt idx="16">
                  <c:v>6.0</c:v>
                </c:pt>
                <c:pt idx="17">
                  <c:v>5.0</c:v>
                </c:pt>
                <c:pt idx="18">
                  <c:v>7.0</c:v>
                </c:pt>
                <c:pt idx="19">
                  <c:v>2.0</c:v>
                </c:pt>
                <c:pt idx="20">
                  <c:v>8.0</c:v>
                </c:pt>
                <c:pt idx="21">
                  <c:v>6.0</c:v>
                </c:pt>
                <c:pt idx="22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  <c:pt idx="7">
                  <c:v>27.0</c:v>
                </c:pt>
                <c:pt idx="8">
                  <c:v>24.0</c:v>
                </c:pt>
                <c:pt idx="9">
                  <c:v>24.0</c:v>
                </c:pt>
                <c:pt idx="10">
                  <c:v>25.0</c:v>
                </c:pt>
                <c:pt idx="11">
                  <c:v>15.0</c:v>
                </c:pt>
                <c:pt idx="12">
                  <c:v>7.0</c:v>
                </c:pt>
                <c:pt idx="13">
                  <c:v>26.0</c:v>
                </c:pt>
                <c:pt idx="14">
                  <c:v>29.0</c:v>
                </c:pt>
                <c:pt idx="15">
                  <c:v>30.0</c:v>
                </c:pt>
                <c:pt idx="16">
                  <c:v>25.0</c:v>
                </c:pt>
                <c:pt idx="17">
                  <c:v>26.0</c:v>
                </c:pt>
                <c:pt idx="18">
                  <c:v>17.0</c:v>
                </c:pt>
                <c:pt idx="19">
                  <c:v>11.0</c:v>
                </c:pt>
                <c:pt idx="20">
                  <c:v>34.0</c:v>
                </c:pt>
                <c:pt idx="21">
                  <c:v>34.0</c:v>
                </c:pt>
                <c:pt idx="22">
                  <c:v>28.0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  <c:pt idx="6">
                  <c:v>19.0</c:v>
                </c:pt>
                <c:pt idx="7">
                  <c:v>20.0</c:v>
                </c:pt>
                <c:pt idx="8">
                  <c:v>16.0</c:v>
                </c:pt>
                <c:pt idx="9">
                  <c:v>18.0</c:v>
                </c:pt>
                <c:pt idx="10">
                  <c:v>19.0</c:v>
                </c:pt>
                <c:pt idx="11">
                  <c:v>11.0</c:v>
                </c:pt>
                <c:pt idx="12">
                  <c:v>6.0</c:v>
                </c:pt>
                <c:pt idx="13">
                  <c:v>20.0</c:v>
                </c:pt>
                <c:pt idx="14">
                  <c:v>23.0</c:v>
                </c:pt>
                <c:pt idx="15">
                  <c:v>22.0</c:v>
                </c:pt>
                <c:pt idx="16">
                  <c:v>21.0</c:v>
                </c:pt>
                <c:pt idx="17">
                  <c:v>19.0</c:v>
                </c:pt>
                <c:pt idx="18">
                  <c:v>13.0</c:v>
                </c:pt>
                <c:pt idx="19">
                  <c:v>10.0</c:v>
                </c:pt>
                <c:pt idx="20">
                  <c:v>28.0</c:v>
                </c:pt>
                <c:pt idx="21">
                  <c:v>28.0</c:v>
                </c:pt>
                <c:pt idx="22">
                  <c:v>22.0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  <c:pt idx="6">
                  <c:v>8.0</c:v>
                </c:pt>
                <c:pt idx="7">
                  <c:v>7.0</c:v>
                </c:pt>
                <c:pt idx="8">
                  <c:v>8.0</c:v>
                </c:pt>
                <c:pt idx="9">
                  <c:v>6.0</c:v>
                </c:pt>
                <c:pt idx="10">
                  <c:v>6.0</c:v>
                </c:pt>
                <c:pt idx="11">
                  <c:v>4.0</c:v>
                </c:pt>
                <c:pt idx="12">
                  <c:v>1.0</c:v>
                </c:pt>
                <c:pt idx="13">
                  <c:v>6.0</c:v>
                </c:pt>
                <c:pt idx="14">
                  <c:v>6.0</c:v>
                </c:pt>
                <c:pt idx="15">
                  <c:v>8.0</c:v>
                </c:pt>
                <c:pt idx="16">
                  <c:v>4.0</c:v>
                </c:pt>
                <c:pt idx="17">
                  <c:v>7.0</c:v>
                </c:pt>
                <c:pt idx="18">
                  <c:v>4.0</c:v>
                </c:pt>
                <c:pt idx="19">
                  <c:v>1.0</c:v>
                </c:pt>
                <c:pt idx="20">
                  <c:v>6.0</c:v>
                </c:pt>
                <c:pt idx="21">
                  <c:v>6.0</c:v>
                </c:pt>
                <c:pt idx="22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100   Δ 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+10,0%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100   Δ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-12,5%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80   Δ -10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2.208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-23,6%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2.890   Δ -682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2.408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1.819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-12,5%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99 / 139 (71,2%)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+11,2% | Turun 33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110 / 152 (72,4%)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+8,9% | Turun 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8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83 / 109 (76,1%)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+10,7%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92 / 120 (76,7%)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30 (53,3%)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32 (56,2%)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570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667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500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139 (13,7%)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+5,6% | Turun 33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23 / 152 (15,1%)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+4,5% | Turun 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 / 109 (11,0%)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 / 120 (12,5%)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30 (23,3%)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+133,3%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32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2.397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97 (24,9%)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476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113 (73,4%)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358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111 | MoM +11,0%
PS: 110 | MoM +10,0%
• Junior
  RE: 100 | Active 71,9% | MoM +12,4%
  PS: 99 | Active 71,2% | MoM +12,5%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7 | Active 77,8% | MoM 0,0%
  PS: 7 | Active 77,8% | MoM -12,5%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0,0%, Gap 0
• Grapari Baa Rote: PS +200,0%, Gap 2
• Grapari Kefamenanu: PS 0,0%, Gap 0
• Grapari Kupang: PS -9,1%,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N/A, Gap 4
• Grapari Soe: PS +150,0%, Gap 3
• Grapari Waikabubak: PS 0,0%, Gap 0
• Grapari Waingapu: PS +25,0%,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-18 (-3,0%), PS -14 (-2,7%)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-14 (-35,9%), PS -6 (-37,5%)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170,0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BRAMPI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JAMES RICHARTUS YEFERSON BANU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YULIUS LEDE NGONGO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BRAMPI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ALVIONA CHETERINA RIZNAWATY MAU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Igniosa Manek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FERDY ARYANDO JARA JUTALO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ATRY TAHUN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eliafnir costa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Dewito Yuliarti Adu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Charlie Apryanto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Dewito Yuliarti Adu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eliafnir costa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