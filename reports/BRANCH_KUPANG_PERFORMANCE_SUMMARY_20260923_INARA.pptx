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  <c:pt idx="19">
                  <c:v>13.0</c:v>
                </c:pt>
                <c:pt idx="20">
                  <c:v>45.0</c:v>
                </c:pt>
                <c:pt idx="21">
                  <c:v>37.0</c:v>
                </c:pt>
                <c:pt idx="22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  <c:pt idx="16">
                  <c:v>22.0</c:v>
                </c:pt>
                <c:pt idx="17">
                  <c:v>19.0</c:v>
                </c:pt>
                <c:pt idx="18">
                  <c:v>11.0</c:v>
                </c:pt>
                <c:pt idx="19">
                  <c:v>11.0</c:v>
                </c:pt>
                <c:pt idx="20">
                  <c:v>37.0</c:v>
                </c:pt>
                <c:pt idx="21">
                  <c:v>31.0</c:v>
                </c:pt>
                <c:pt idx="22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  <c:pt idx="16">
                  <c:v>6.0</c:v>
                </c:pt>
                <c:pt idx="17">
                  <c:v>5.0</c:v>
                </c:pt>
                <c:pt idx="18">
                  <c:v>7.0</c:v>
                </c:pt>
                <c:pt idx="19">
                  <c:v>2.0</c:v>
                </c:pt>
                <c:pt idx="20">
                  <c:v>8.0</c:v>
                </c:pt>
                <c:pt idx="21">
                  <c:v>6.0</c:v>
                </c:pt>
                <c:pt idx="22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11.0</c:v>
                </c:pt>
                <c:pt idx="20">
                  <c:v>34.0</c:v>
                </c:pt>
                <c:pt idx="21">
                  <c:v>34.0</c:v>
                </c:pt>
                <c:pt idx="22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  <c:pt idx="17">
                  <c:v>19.0</c:v>
                </c:pt>
                <c:pt idx="18">
                  <c:v>13.0</c:v>
                </c:pt>
                <c:pt idx="19">
                  <c:v>10.0</c:v>
                </c:pt>
                <c:pt idx="20">
                  <c:v>28.0</c:v>
                </c:pt>
                <c:pt idx="21">
                  <c:v>28.0</c:v>
                </c:pt>
                <c:pt idx="22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  <c:pt idx="17">
                  <c:v>7.0</c:v>
                </c:pt>
                <c:pt idx="18">
                  <c:v>4.0</c:v>
                </c:pt>
                <c:pt idx="19">
                  <c:v>1.0</c:v>
                </c:pt>
                <c:pt idx="20">
                  <c:v>6.0</c:v>
                </c:pt>
                <c:pt idx="21">
                  <c:v>6.0</c:v>
                </c:pt>
                <c:pt idx="22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2.197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2.886   Δ -689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99 / 139 (71,2%)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+11,2%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110 / 152 (72,4%)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+8,9%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 / 109 (76,1%)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+10,7%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 / 120 (76,7%)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139 (13,7%)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152 (15,1%)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+4,5%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109 (11,0%)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120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+133,3%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32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96 (22,4%)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476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109 (70,8%)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354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111 | MoM +11,0%
PS: 110 | MoM +10,0%
• Junior
  RE: 100 | Active 71,9% | MoM +12,4%
  PS: 99 | Active 71,2% | MoM +12,5%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0,0%
  PS: 7 | Active 77,8% | MoM -12,5%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+200,0%, Gap 2
• Grapari Kefamenanu: PS 0,0%, Gap 0
• Grapari Kupang: PS -9,1%,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4
• Grapari Soe: PS +150,0%, Gap 3
• Grapari Waikabubak: PS 0,0%, Gap 0
• Grapari Waingapu: PS +25,0%,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-18 (-3,0%), PS -14 (-2,7%)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-14 (-35,9%), PS -6 (-37,5%)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ATRY TAHUN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