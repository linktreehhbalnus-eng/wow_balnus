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174   Δ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168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+28,0%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143   Δ 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3.884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3.811   Δ 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2.056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152 / 213 (71,4%)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+3,4%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177 / 240 (73,8%)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+4,7%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 / 131 (68,7%)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148 (70,9%)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+6,1%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 / 82 (75,6%)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+1,6%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 / 92 (78,3%)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 / 213 (11,3%)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-4,0%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 / 240 (15,8%)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+2,7%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11 (18,2%)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131 (11,5%)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148 (15,5%)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82 (11,0%)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92 (16,3%)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1.401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402 (27,7%)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411 (79,0%)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190 | MoM +9,2%
PS: 177 | MoM +5,4%
• Performer
  RE: 1 | Active 100,0% | MoM 0,0%
  PS: 1 | Active 100,0% | MoM 0,0%
• Junior
  RE: 163 | Active 76,5% | MoM +10,1%
  PS: 152 | Active 71,4% | MoM +6,3%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+6,7%
  PS: 14 | Active 87,5%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0,0%, Gap 0
• Grapari Dompu: PS +16,7%, Gap 1
• Grapari Lombok Timur: PS -50,0%, Gap -1
• Grapari Lombok Utara: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-50,0%, Gap -1
• Grapari Mataram: PS -16,7%, Gap -7
• Grapari Sumbawa: PS +80,0%, Gap 4
• Grapari Taliwang: PS +25,0%,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-2 (-8,3%), PS -1 (-11,1%)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NIA RAHMAWATI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Hudian Rifsi Oktasoliawan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azroy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Faridah hanum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