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+36,7%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1.585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 / 136 (54,4%)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150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72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79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64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71 (57,7%)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+53,3%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72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79 (20,3%)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97 (38,2%)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186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94 (80,3%)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+8,2%
PS: 88 | MoM +7,3%
• Junior
  RE: 78 | Active 57,4% | MoM +8,3%
  PS: 74 | Active 54,4% | MoM +7,2%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+33,3%, Gap 2
• Grapari Ende: PS +4,0%, Gap 1
• Grapari Kalabahi: PS -39,1%, Gap -9
• Grapari Labuan Bajo: PS -44,4%, Gap 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+16,7%, Gap 1
• Grapari Maumere: PS -47,1%, Gap -8
• Grapari Ruteng: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66 (+15,7%), PS -3 (-0,9%)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Wilibrodus Paulinus Lahera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