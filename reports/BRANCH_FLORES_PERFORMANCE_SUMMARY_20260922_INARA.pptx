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2.219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+38,1%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1.607   Δ 612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77 / 136 (56,6%)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 / 150 (60,7%)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72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79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71 (59,2%)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136 (11,8%)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150 (18,0%)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+22,7%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72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79 (24,1%)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(40,6%)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(83,8%)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+8,2%
PS: 91 | MoM +11,0%
• Junior
  RE: 78 | Active 57,4% | MoM +8,3%
  PS: 77 | Active 56,6% | MoM +11,6%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4
• Grapari Ende: PS +28,0%, Gap 7
• Grapari Kalabahi: PS -26,1%, Gap -6
• Grapari Labuan Bajo: PS -27,8%,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+33,3%, Gap 2
• Grapari Maumere: PS -41,2%, Gap -7
• Grapari Ruteng: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Wilibrodus Paulinus Lahera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