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Aug 2026 vs MTD-1 01–20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Aug 2026 vs MTD-1 01–20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154   Δ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147   Δ 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139   Δ -9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3.311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2.888   Δ 423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Aug 2026 vs MTD-1 01–20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1.376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376 (25,4%)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739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314 (70,1%)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