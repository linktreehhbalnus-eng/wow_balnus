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128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41   Δ -4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206   Δ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52 (3,6%)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77 (15,4%)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