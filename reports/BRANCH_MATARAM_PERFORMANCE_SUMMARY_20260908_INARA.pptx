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2.875,4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2.133,4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1.837,7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135   Δ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-0,8%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128   Δ -1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+23,8%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42   Δ 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-28,5%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253   Δ -72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21 (1,5%)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34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21 (4,2%)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+499,3%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Najamudin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SUCI DAFNIATI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Najamudin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lukmanul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Wahdatun aulia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Bagindo nofan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lukmanul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