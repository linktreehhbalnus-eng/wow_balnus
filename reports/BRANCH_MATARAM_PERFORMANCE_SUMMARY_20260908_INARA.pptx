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2.133,4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135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-0,8%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128   Δ 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-66,7%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36   Δ -24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-60,6%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269   Δ -163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 (0,8%)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23 (4,6%)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+499,3%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Najamudin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SUCI DAFNIATI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Najamudin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lukmanul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Wahdatun aulia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Bagindo nofan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lukmanul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