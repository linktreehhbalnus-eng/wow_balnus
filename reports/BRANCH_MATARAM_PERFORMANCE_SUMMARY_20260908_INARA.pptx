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128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1.746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1.608   Δ 138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188 (13,0%)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343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197 (39,5%)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+499,3%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SUCI DAFNIATI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Bagindo nofan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lukmanul hakim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