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128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5.817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(32,9%)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1.083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444 (89,0%)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1.325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WIRASWARI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