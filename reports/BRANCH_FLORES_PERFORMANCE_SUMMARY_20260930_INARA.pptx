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  <c:pt idx="20">
                  <c:v>25.0</c:v>
                </c:pt>
                <c:pt idx="21">
                  <c:v>26.0</c:v>
                </c:pt>
                <c:pt idx="22">
                  <c:v>24.0</c:v>
                </c:pt>
                <c:pt idx="23">
                  <c:v>23.0</c:v>
                </c:pt>
                <c:pt idx="24">
                  <c:v>23.0</c:v>
                </c:pt>
                <c:pt idx="25">
                  <c:v>18.0</c:v>
                </c:pt>
                <c:pt idx="26">
                  <c:v>9.0</c:v>
                </c:pt>
                <c:pt idx="27">
                  <c:v>21.0</c:v>
                </c:pt>
                <c:pt idx="28">
                  <c:v>18.0</c:v>
                </c:pt>
                <c:pt idx="29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  <c:pt idx="20">
                  <c:v>16.0</c:v>
                </c:pt>
                <c:pt idx="21">
                  <c:v>17.0</c:v>
                </c:pt>
                <c:pt idx="22">
                  <c:v>17.0</c:v>
                </c:pt>
                <c:pt idx="23">
                  <c:v>17.0</c:v>
                </c:pt>
                <c:pt idx="24">
                  <c:v>15.0</c:v>
                </c:pt>
                <c:pt idx="25">
                  <c:v>9.0</c:v>
                </c:pt>
                <c:pt idx="26">
                  <c:v>5.0</c:v>
                </c:pt>
                <c:pt idx="27">
                  <c:v>14.0</c:v>
                </c:pt>
                <c:pt idx="28">
                  <c:v>14.0</c:v>
                </c:pt>
                <c:pt idx="29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  <c:pt idx="20">
                  <c:v>9.0</c:v>
                </c:pt>
                <c:pt idx="21">
                  <c:v>9.0</c:v>
                </c:pt>
                <c:pt idx="22">
                  <c:v>7.0</c:v>
                </c:pt>
                <c:pt idx="23">
                  <c:v>6.0</c:v>
                </c:pt>
                <c:pt idx="24">
                  <c:v>8.0</c:v>
                </c:pt>
                <c:pt idx="25">
                  <c:v>9.0</c:v>
                </c:pt>
                <c:pt idx="26">
                  <c:v>4.0</c:v>
                </c:pt>
                <c:pt idx="27">
                  <c:v>7.0</c:v>
                </c:pt>
                <c:pt idx="28">
                  <c:v>4.0</c:v>
                </c:pt>
                <c:pt idx="2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  <c:pt idx="20">
                  <c:v>25.0</c:v>
                </c:pt>
                <c:pt idx="21">
                  <c:v>20.0</c:v>
                </c:pt>
                <c:pt idx="22">
                  <c:v>25.0</c:v>
                </c:pt>
                <c:pt idx="23">
                  <c:v>25.0</c:v>
                </c:pt>
                <c:pt idx="24">
                  <c:v>24.0</c:v>
                </c:pt>
                <c:pt idx="25">
                  <c:v>10.0</c:v>
                </c:pt>
                <c:pt idx="26">
                  <c:v>7.0</c:v>
                </c:pt>
                <c:pt idx="27">
                  <c:v>19.0</c:v>
                </c:pt>
                <c:pt idx="28">
                  <c:v>15.0</c:v>
                </c:pt>
                <c:pt idx="29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  <c:pt idx="20">
                  <c:v>16.0</c:v>
                </c:pt>
                <c:pt idx="21">
                  <c:v>14.0</c:v>
                </c:pt>
                <c:pt idx="22">
                  <c:v>14.0</c:v>
                </c:pt>
                <c:pt idx="23">
                  <c:v>13.0</c:v>
                </c:pt>
                <c:pt idx="24">
                  <c:v>13.0</c:v>
                </c:pt>
                <c:pt idx="25">
                  <c:v>6.0</c:v>
                </c:pt>
                <c:pt idx="26">
                  <c:v>2.0</c:v>
                </c:pt>
                <c:pt idx="27">
                  <c:v>15.0</c:v>
                </c:pt>
                <c:pt idx="28">
                  <c:v>13.0</c:v>
                </c:pt>
                <c:pt idx="29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  <c:pt idx="20">
                  <c:v>9.0</c:v>
                </c:pt>
                <c:pt idx="21">
                  <c:v>6.0</c:v>
                </c:pt>
                <c:pt idx="22">
                  <c:v>11.0</c:v>
                </c:pt>
                <c:pt idx="23">
                  <c:v>12.0</c:v>
                </c:pt>
                <c:pt idx="24">
                  <c:v>11.0</c:v>
                </c:pt>
                <c:pt idx="25">
                  <c:v>4.0</c:v>
                </c:pt>
                <c:pt idx="26">
                  <c:v>5.0</c:v>
                </c:pt>
                <c:pt idx="27">
                  <c:v>4.0</c:v>
                </c:pt>
                <c:pt idx="28">
                  <c:v>2.0</c:v>
                </c:pt>
                <c:pt idx="29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86   Δ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+31,5%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54   Δ 17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2.521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+29,8%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1.942   Δ 579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 / 136 (58,8%)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94 / 150 (62,7%)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+11,9%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72 (59,7%)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79 (63,3%)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64 (57,8%)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+27,6%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71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 / 136 (16,2%)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+15,8%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72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+7,1%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79 (27,8%)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64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71 (18,3%)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+44,4%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2.112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(43,7%)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(89,9%)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96 | MoM +9,1%
PS: 94 | MoM +9,3%
• Junior
  RE: 82 | Active 60,3% | MoM +9,3%
  PS: 80 | Active 58,8% | MoM +9,6%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8
• Grapari Ende: PS +53,3%, Gap 16
• Grapari Kalabahi: PS -11,5%, Gap -3
• Grapari Labuan Bajo: PS -5,0%,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+77,8%, Gap 7
• Grapari Maumere: PS -23,8%, Gap -5
• Grapari Ruteng: PS +66,7%, Gap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FERDINANDUS PENO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Wilibrodus Paulinus Lahera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RIZKI MUSTAQIM K LONGSO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SUNARTO WETI DALA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paskarini dua gokun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01–31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MARTINUS YONGKI MANGGO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Marianus Hilton Raja reda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