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  <c:pt idx="13">
                  <c:v>34.0</c:v>
                </c:pt>
                <c:pt idx="14">
                  <c:v>29.0</c:v>
                </c:pt>
                <c:pt idx="15">
                  <c:v>24.0</c:v>
                </c:pt>
                <c:pt idx="16">
                  <c:v>26.0</c:v>
                </c:pt>
                <c:pt idx="17">
                  <c:v>20.0</c:v>
                </c:pt>
                <c:pt idx="18">
                  <c:v>20.0</c:v>
                </c:pt>
                <c:pt idx="19">
                  <c:v>10.0</c:v>
                </c:pt>
                <c:pt idx="20">
                  <c:v>25.0</c:v>
                </c:pt>
                <c:pt idx="21">
                  <c:v>26.0</c:v>
                </c:pt>
                <c:pt idx="22">
                  <c:v>24.0</c:v>
                </c:pt>
                <c:pt idx="23">
                  <c:v>23.0</c:v>
                </c:pt>
                <c:pt idx="24">
                  <c:v>23.0</c:v>
                </c:pt>
                <c:pt idx="25">
                  <c:v>18.0</c:v>
                </c:pt>
                <c:pt idx="26">
                  <c:v>9.0</c:v>
                </c:pt>
                <c:pt idx="27">
                  <c:v>21.0</c:v>
                </c:pt>
                <c:pt idx="28">
                  <c:v>18.0</c:v>
                </c:pt>
                <c:pt idx="29">
                  <c:v>10.0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  <c:pt idx="12">
                  <c:v>10.0</c:v>
                </c:pt>
                <c:pt idx="13">
                  <c:v>21.0</c:v>
                </c:pt>
                <c:pt idx="14">
                  <c:v>16.0</c:v>
                </c:pt>
                <c:pt idx="15">
                  <c:v>14.0</c:v>
                </c:pt>
                <c:pt idx="16">
                  <c:v>14.0</c:v>
                </c:pt>
                <c:pt idx="17">
                  <c:v>12.0</c:v>
                </c:pt>
                <c:pt idx="18">
                  <c:v>10.0</c:v>
                </c:pt>
                <c:pt idx="19">
                  <c:v>5.0</c:v>
                </c:pt>
                <c:pt idx="20">
                  <c:v>16.0</c:v>
                </c:pt>
                <c:pt idx="21">
                  <c:v>17.0</c:v>
                </c:pt>
                <c:pt idx="22">
                  <c:v>17.0</c:v>
                </c:pt>
                <c:pt idx="23">
                  <c:v>17.0</c:v>
                </c:pt>
                <c:pt idx="24">
                  <c:v>15.0</c:v>
                </c:pt>
                <c:pt idx="25">
                  <c:v>9.0</c:v>
                </c:pt>
                <c:pt idx="26">
                  <c:v>5.0</c:v>
                </c:pt>
                <c:pt idx="27">
                  <c:v>14.0</c:v>
                </c:pt>
                <c:pt idx="28">
                  <c:v>14.0</c:v>
                </c:pt>
                <c:pt idx="29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Sheet1!$D$2:$D$31</c:f>
              <c:numCache>
                <c:formatCode>General</c:formatCode>
                <c:ptCount val="30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  <c:pt idx="12">
                  <c:v>5.0</c:v>
                </c:pt>
                <c:pt idx="13">
                  <c:v>13.0</c:v>
                </c:pt>
                <c:pt idx="14">
                  <c:v>13.0</c:v>
                </c:pt>
                <c:pt idx="15">
                  <c:v>10.0</c:v>
                </c:pt>
                <c:pt idx="16">
                  <c:v>12.0</c:v>
                </c:pt>
                <c:pt idx="17">
                  <c:v>8.0</c:v>
                </c:pt>
                <c:pt idx="18">
                  <c:v>10.0</c:v>
                </c:pt>
                <c:pt idx="19">
                  <c:v>5.0</c:v>
                </c:pt>
                <c:pt idx="20">
                  <c:v>9.0</c:v>
                </c:pt>
                <c:pt idx="21">
                  <c:v>9.0</c:v>
                </c:pt>
                <c:pt idx="22">
                  <c:v>7.0</c:v>
                </c:pt>
                <c:pt idx="23">
                  <c:v>6.0</c:v>
                </c:pt>
                <c:pt idx="24">
                  <c:v>8.0</c:v>
                </c:pt>
                <c:pt idx="25">
                  <c:v>9.0</c:v>
                </c:pt>
                <c:pt idx="26">
                  <c:v>4.0</c:v>
                </c:pt>
                <c:pt idx="27">
                  <c:v>7.0</c:v>
                </c:pt>
                <c:pt idx="28">
                  <c:v>4.0</c:v>
                </c:pt>
                <c:pt idx="29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  <c:pt idx="15">
                  <c:v>24.0</c:v>
                </c:pt>
                <c:pt idx="16">
                  <c:v>22.0</c:v>
                </c:pt>
                <c:pt idx="17">
                  <c:v>23.0</c:v>
                </c:pt>
                <c:pt idx="18">
                  <c:v>11.0</c:v>
                </c:pt>
                <c:pt idx="19">
                  <c:v>13.0</c:v>
                </c:pt>
                <c:pt idx="20">
                  <c:v>25.0</c:v>
                </c:pt>
                <c:pt idx="21">
                  <c:v>20.0</c:v>
                </c:pt>
                <c:pt idx="22">
                  <c:v>25.0</c:v>
                </c:pt>
                <c:pt idx="23">
                  <c:v>25.0</c:v>
                </c:pt>
                <c:pt idx="24">
                  <c:v>24.0</c:v>
                </c:pt>
                <c:pt idx="25">
                  <c:v>10.0</c:v>
                </c:pt>
                <c:pt idx="26">
                  <c:v>7.0</c:v>
                </c:pt>
                <c:pt idx="27">
                  <c:v>19.0</c:v>
                </c:pt>
                <c:pt idx="28">
                  <c:v>15.0</c:v>
                </c:pt>
                <c:pt idx="29">
                  <c:v>18.0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  <c:pt idx="13">
                  <c:v>18.0</c:v>
                </c:pt>
                <c:pt idx="14">
                  <c:v>15.0</c:v>
                </c:pt>
                <c:pt idx="15">
                  <c:v>13.0</c:v>
                </c:pt>
                <c:pt idx="16">
                  <c:v>14.0</c:v>
                </c:pt>
                <c:pt idx="17">
                  <c:v>12.0</c:v>
                </c:pt>
                <c:pt idx="18">
                  <c:v>6.0</c:v>
                </c:pt>
                <c:pt idx="19">
                  <c:v>9.0</c:v>
                </c:pt>
                <c:pt idx="20">
                  <c:v>16.0</c:v>
                </c:pt>
                <c:pt idx="21">
                  <c:v>14.0</c:v>
                </c:pt>
                <c:pt idx="22">
                  <c:v>14.0</c:v>
                </c:pt>
                <c:pt idx="23">
                  <c:v>13.0</c:v>
                </c:pt>
                <c:pt idx="24">
                  <c:v>13.0</c:v>
                </c:pt>
                <c:pt idx="25">
                  <c:v>6.0</c:v>
                </c:pt>
                <c:pt idx="26">
                  <c:v>2.0</c:v>
                </c:pt>
                <c:pt idx="27">
                  <c:v>15.0</c:v>
                </c:pt>
                <c:pt idx="28">
                  <c:v>13.0</c:v>
                </c:pt>
                <c:pt idx="29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Sheet1!$D$2:$D$31</c:f>
              <c:numCache>
                <c:formatCode>General</c:formatCode>
                <c:ptCount val="30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  <c:pt idx="13">
                  <c:v>10.0</c:v>
                </c:pt>
                <c:pt idx="14">
                  <c:v>11.0</c:v>
                </c:pt>
                <c:pt idx="15">
                  <c:v>11.0</c:v>
                </c:pt>
                <c:pt idx="16">
                  <c:v>8.0</c:v>
                </c:pt>
                <c:pt idx="17">
                  <c:v>11.0</c:v>
                </c:pt>
                <c:pt idx="18">
                  <c:v>5.0</c:v>
                </c:pt>
                <c:pt idx="19">
                  <c:v>4.0</c:v>
                </c:pt>
                <c:pt idx="20">
                  <c:v>9.0</c:v>
                </c:pt>
                <c:pt idx="21">
                  <c:v>6.0</c:v>
                </c:pt>
                <c:pt idx="22">
                  <c:v>11.0</c:v>
                </c:pt>
                <c:pt idx="23">
                  <c:v>12.0</c:v>
                </c:pt>
                <c:pt idx="24">
                  <c:v>11.0</c:v>
                </c:pt>
                <c:pt idx="25">
                  <c:v>4.0</c:v>
                </c:pt>
                <c:pt idx="26">
                  <c:v>5.0</c:v>
                </c:pt>
                <c:pt idx="27">
                  <c:v>4.0</c:v>
                </c:pt>
                <c:pt idx="28">
                  <c:v>2.0</c:v>
                </c:pt>
                <c:pt idx="29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85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+31,5%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54   Δ 17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2.521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+29,8%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1.942   Δ 579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80 / 136 (58,8%)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94 / 150 (62,7%)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+11,9%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72 (59,7%)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+4,9%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 / 79 (63,3%)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64 (57,8%)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+27,6%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71 (62,0%)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582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 / 136 (16,2%)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+15,8%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35 / 150 (23,3%)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72 (20,8%)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79 (27,8%)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+15,8%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64 (10,9%)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71 (18,3%)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+44,4%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2.112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100 (43,7%)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107 (89,9%)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278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96 | MoM +9,1%
PS: 94 | MoM +10,6%
• Junior
  RE: 82 | Active 60,3% | MoM +9,3%
  PS: 80 | Active 58,8% | MoM +11,1%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+100,0%, Gap 8
• Grapari Ende: PS +53,3%, Gap 16
• Grapari Kalabahi: PS -11,5%, Gap -3
• Grapari Labuan Bajo: PS -5,0%,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+77,8%, Gap 7
• Grapari Maumere: PS -20,0%, Gap -4
• Grapari Ruteng: PS +87,5%, Gap 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MUSTAQIM K LONGSO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MUSTAQIM K LONGSO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paskarini dua gokun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