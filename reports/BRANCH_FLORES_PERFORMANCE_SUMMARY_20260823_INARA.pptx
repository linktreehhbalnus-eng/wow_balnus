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1.387,3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1.156,0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2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79,0%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Flores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62,1%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54,5%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235,8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199,3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517136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4800599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010912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Alor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+39,7%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Ngada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010912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Lembata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142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+3,7%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82   Δ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80   Δ 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-11,9%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59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1.599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-16,6%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1.917   Δ -318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133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79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-39,9%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3986784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Flores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261104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+73,7%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+107,1%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5715000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Flores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01–23 Aug 2026 vs MTD-1 01–23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Flores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Manggarai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7185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Ende Sikka - Flores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2651760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Flores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2944368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209544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3.572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6.006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78 (31,3%)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113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81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51 (63,0%)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