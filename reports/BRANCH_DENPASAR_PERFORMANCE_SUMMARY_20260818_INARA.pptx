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2.843,9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2.408,8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203   Δ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197   Δ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165   Δ 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3.558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3.913   Δ -355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2.087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4.984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405 (12,3%)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891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124 (45,3%)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