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48.0</c:v>
                </c:pt>
                <c:pt idx="1">
                  <c:v>54.0</c:v>
                </c:pt>
                <c:pt idx="2">
                  <c:v>40.0</c:v>
                </c:pt>
                <c:pt idx="3">
                  <c:v>28.0</c:v>
                </c:pt>
                <c:pt idx="4">
                  <c:v>42.0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25.0</c:v>
                </c:pt>
                <c:pt idx="1">
                  <c:v>30.0</c:v>
                </c:pt>
                <c:pt idx="2">
                  <c:v>20.0</c:v>
                </c:pt>
                <c:pt idx="3">
                  <c:v>14.0</c:v>
                </c:pt>
                <c:pt idx="4">
                  <c:v>25.0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 - 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23.0</c:v>
                </c:pt>
                <c:pt idx="1">
                  <c:v>24.0</c:v>
                </c:pt>
                <c:pt idx="2">
                  <c:v>20.0</c:v>
                </c:pt>
                <c:pt idx="3">
                  <c:v>14.0</c:v>
                </c:pt>
                <c:pt idx="4">
                  <c:v>17.0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48.0</c:v>
                </c:pt>
                <c:pt idx="1">
                  <c:v>47.0</c:v>
                </c:pt>
                <c:pt idx="2">
                  <c:v>36.0</c:v>
                </c:pt>
                <c:pt idx="3">
                  <c:v>30.0</c:v>
                </c:pt>
                <c:pt idx="4">
                  <c:v>42.0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29.0</c:v>
                </c:pt>
                <c:pt idx="1">
                  <c:v>23.0</c:v>
                </c:pt>
                <c:pt idx="2">
                  <c:v>22.0</c:v>
                </c:pt>
                <c:pt idx="3">
                  <c:v>18.0</c:v>
                </c:pt>
                <c:pt idx="4">
                  <c:v>17.0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 - 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19.0</c:v>
                </c:pt>
                <c:pt idx="1">
                  <c:v>24.0</c:v>
                </c:pt>
                <c:pt idx="2">
                  <c:v>14.0</c:v>
                </c:pt>
                <c:pt idx="3">
                  <c:v>12.0</c:v>
                </c:pt>
                <c:pt idx="4">
                  <c:v>25.0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-371,0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-299,0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68,4%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+12,2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240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-8,3%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121   Δ -10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+7,9%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101   Δ 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196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+6,5%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184   Δ 12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5.005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-14,0%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5.817   Δ -812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2.406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2.293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3.411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2.712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16 (62,5%)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+66,7%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88 / 213 (41,3%)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+6,0% | Turun 43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109 / 240 (45,4%)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+10,1% | Turun 53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11 (54,5%)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46 / 131 (35,1%)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58 / 148 (39,2%)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+5,5%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42 / 82 (51,2%)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+13,5% | Turun 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51 / 92 (55,4%)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+15,9%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+37,5%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191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-22,8%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265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147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16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213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10 (10,0%)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240 (0,4%)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131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5 (20,0%)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148 (0,7%)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82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92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3.036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9.026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6.344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19.809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15,3%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1.387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484 (34,9%)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1.234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546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510 (93,4%)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1.612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111 | MoM -8,3%
PS: 109 | MoM +7,9%
• Performer
  RE: 1 | Active 100,0% | MoM 0,0%
  PS: 1 | Active 100,0% | MoM 0,0%
• Junior
  RE: 91 | Active 42,7% | MoM -9,0%
  PS: 88 | Active 41,3% | MoM +8,6%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9 | Active 56,2% | MoM -10,0%
  PS: 10 | Active 62,5% | MoM +11,1%
• Junior Plus
  RE: 10 | Active 100,0% | MoM 0,0%
  PS: 10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Bima: PS -70,0%, Gap -7
• Grapari Dompu: PS +100,0%, Gap 2
• Grapari Lombok Timur: PS 0,0%, Gap 0
• Grapari Lombok Utara: PS N/A, Gap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Maluk: PS N/A, Gap 2
• Grapari Mataram: PS -78,6%, Gap -11
• Grapari Sumbawa: PS -50,0%, Gap -2
• Grapari Taliwang: PS N/A, Gap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-31 (-14,6%), PS -16 (-9,8%)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-3 (-18,8%), PS -4 (-40,0%)
• Sumbawa Barat - Sumbawa Timur: RE -2 (-16,7%), PS -3 (-37,5%)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-1 (-50,0%), PS -1 (-50,0%)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Barat - Sumbawa Timur: RE -1 (-100,0%), PS -1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875,0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83,6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BAMBANG WAHYUDDIN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DESI SURIYANI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DARUSSALAM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SRI MARLINA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LIA MISWAN ANJANI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Teddy Soeyitno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mega dirgantini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LENI SUMBAYANTI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Sunarti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Nuroktavia Ningrum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Suryani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IMAM BUDIYANSYAH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SUCI DAFNIATI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BAIQ YULI INDRAYANI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SRI MARLINA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Fanny Aulia Andita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AL MARUF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DEWI PURNAMAWATI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Aprillinda Wulandary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DODIMAN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FIRMANSYAH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Herpan jayadi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Damarbudi prakoso SH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SURYA ALAM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GALANG RAMADHAN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Minhaq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luh puri artini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AYU ANDIRA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LALU IRGI PIRMANSAH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Lalu anggarita arya sukma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GALANG RAMADHAN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Minhaq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TAJUDIN NUR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luh puri artini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LALU IRGI PIRMANSAH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KETUT PUTRA KARSANA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ARIEF RAMADHOAN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ALVIN HIDAYAT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ANNISA SYAKIRAH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