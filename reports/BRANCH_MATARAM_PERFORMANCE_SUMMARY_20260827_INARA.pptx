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161   Δ 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4.387   Δ 1.063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504 (33,9%)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441 (91,7%)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