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27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161   Δ 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5.114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+28,3%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3.986   Δ 1.128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451 (30,3%)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394 (81,9%)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