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Aug 2026 vs MTD-1 01–23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5.284,9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4.403,8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1.886,8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Aug 2026 vs MTD-1 01–23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219   Δ 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213   Δ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4.884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5.132   Δ -248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Aug 2026 vs MTD-1 01–23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483 (14,6%)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1.333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160 (58,2%)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