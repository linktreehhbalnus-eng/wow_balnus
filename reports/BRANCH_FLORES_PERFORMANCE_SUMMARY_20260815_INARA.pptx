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1.379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1.319   Δ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Aug 2026 vs MTD-1 01–15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5.966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(32,8%)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 (68,8%)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