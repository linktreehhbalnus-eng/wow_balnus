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9.0</c:v>
                </c:pt>
                <c:pt idx="27">
                  <c:v>21.0</c:v>
                </c:pt>
                <c:pt idx="2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  <c:pt idx="22">
                  <c:v>17.0</c:v>
                </c:pt>
                <c:pt idx="23">
                  <c:v>17.0</c:v>
                </c:pt>
                <c:pt idx="24">
                  <c:v>15.0</c:v>
                </c:pt>
                <c:pt idx="25">
                  <c:v>9.0</c:v>
                </c:pt>
                <c:pt idx="26">
                  <c:v>5.0</c:v>
                </c:pt>
                <c:pt idx="27">
                  <c:v>14.0</c:v>
                </c:pt>
                <c:pt idx="28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  <c:pt idx="22">
                  <c:v>7.0</c:v>
                </c:pt>
                <c:pt idx="23">
                  <c:v>6.0</c:v>
                </c:pt>
                <c:pt idx="24">
                  <c:v>8.0</c:v>
                </c:pt>
                <c:pt idx="25">
                  <c:v>9.0</c:v>
                </c:pt>
                <c:pt idx="26">
                  <c:v>4.0</c:v>
                </c:pt>
                <c:pt idx="27">
                  <c:v>7.0</c:v>
                </c:pt>
                <c:pt idx="28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  <c:pt idx="25">
                  <c:v>10.0</c:v>
                </c:pt>
                <c:pt idx="26">
                  <c:v>7.0</c:v>
                </c:pt>
                <c:pt idx="27">
                  <c:v>19.0</c:v>
                </c:pt>
                <c:pt idx="28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  <c:pt idx="22">
                  <c:v>14.0</c:v>
                </c:pt>
                <c:pt idx="23">
                  <c:v>13.0</c:v>
                </c:pt>
                <c:pt idx="24">
                  <c:v>13.0</c:v>
                </c:pt>
                <c:pt idx="25">
                  <c:v>6.0</c:v>
                </c:pt>
                <c:pt idx="26">
                  <c:v>2.0</c:v>
                </c:pt>
                <c:pt idx="27">
                  <c:v>15.0</c:v>
                </c:pt>
                <c:pt idx="28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  <c:pt idx="22">
                  <c:v>11.0</c:v>
                </c:pt>
                <c:pt idx="23">
                  <c:v>12.0</c:v>
                </c:pt>
                <c:pt idx="24">
                  <c:v>11.0</c:v>
                </c:pt>
                <c:pt idx="25">
                  <c:v>4.0</c:v>
                </c:pt>
                <c:pt idx="26">
                  <c:v>5.0</c:v>
                </c:pt>
                <c:pt idx="27">
                  <c:v>4.0</c:v>
                </c:pt>
                <c:pt idx="28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+22,6%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53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2.425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+28,1%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1.893   Δ 532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+12,9%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+10,7%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72 (59,7%)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79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64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71 (60,6%)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+19,4%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136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 / 150 (22,0%)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72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79 (26,6%)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64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71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97 (42,4%)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102 (85,7%)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266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96 | MoM +9,1%
PS: 93 | MoM +9,4%
• Junior
  RE: 82 | Active 60,3% | MoM +9,3%
  PS: 79 | Active 58,1% | MoM +9,7%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+75,0%, Gap 6
• Grapari Ende: PS +46,7%, Gap 14
• Grapari Kalabahi: PS -15,4%, Gap -4
• Grapari Labuan Bajo: PS -15,0%,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+66,7%, Gap 6
• Grapari Maumere: PS -20,0%, Gap -4
• Grapari Ruteng: PS +62,5%,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