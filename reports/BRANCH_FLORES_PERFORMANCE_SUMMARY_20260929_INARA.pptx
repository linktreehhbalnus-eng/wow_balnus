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Sheet1!$A$2:$A$30</c:f>
              <c:strCache>
                <c:ptCount val="29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  <c:pt idx="27">
                  <c:v>28 Sep</c:v>
                </c:pt>
                <c:pt idx="28">
                  <c:v>29 Sep</c:v>
                </c:pt>
              </c:strCache>
            </c:strRef>
          </c:cat>
          <c:val>
            <c:numRef>
              <c:f>Sheet1!$B$2:$B$30</c:f>
              <c:numCache>
                <c:formatCode>General</c:formatCode>
                <c:ptCount val="29"/>
                <c:pt idx="0">
                  <c:v>29.0</c:v>
                </c:pt>
                <c:pt idx="1">
                  <c:v>24.0</c:v>
                </c:pt>
                <c:pt idx="2">
                  <c:v>28.0</c:v>
                </c:pt>
                <c:pt idx="3">
                  <c:v>28.0</c:v>
                </c:pt>
                <c:pt idx="4">
                  <c:v>27.0</c:v>
                </c:pt>
                <c:pt idx="5">
                  <c:v>10.0</c:v>
                </c:pt>
                <c:pt idx="6">
                  <c:v>30.0</c:v>
                </c:pt>
                <c:pt idx="7">
                  <c:v>23.0</c:v>
                </c:pt>
                <c:pt idx="8">
                  <c:v>32.0</c:v>
                </c:pt>
                <c:pt idx="9">
                  <c:v>31.0</c:v>
                </c:pt>
                <c:pt idx="10">
                  <c:v>27.0</c:v>
                </c:pt>
                <c:pt idx="11">
                  <c:v>29.0</c:v>
                </c:pt>
                <c:pt idx="12">
                  <c:v>15.0</c:v>
                </c:pt>
                <c:pt idx="13">
                  <c:v>34.0</c:v>
                </c:pt>
                <c:pt idx="14">
                  <c:v>29.0</c:v>
                </c:pt>
                <c:pt idx="15">
                  <c:v>24.0</c:v>
                </c:pt>
                <c:pt idx="16">
                  <c:v>26.0</c:v>
                </c:pt>
                <c:pt idx="17">
                  <c:v>20.0</c:v>
                </c:pt>
                <c:pt idx="18">
                  <c:v>20.0</c:v>
                </c:pt>
                <c:pt idx="19">
                  <c:v>10.0</c:v>
                </c:pt>
                <c:pt idx="20">
                  <c:v>25.0</c:v>
                </c:pt>
                <c:pt idx="21">
                  <c:v>26.0</c:v>
                </c:pt>
                <c:pt idx="22">
                  <c:v>24.0</c:v>
                </c:pt>
                <c:pt idx="23">
                  <c:v>23.0</c:v>
                </c:pt>
                <c:pt idx="24">
                  <c:v>23.0</c:v>
                </c:pt>
                <c:pt idx="25">
                  <c:v>18.0</c:v>
                </c:pt>
                <c:pt idx="26">
                  <c:v>9.0</c:v>
                </c:pt>
                <c:pt idx="27">
                  <c:v>21.0</c:v>
                </c:pt>
                <c:pt idx="28">
                  <c:v>18.0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 - 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Sheet1!$A$2:$A$30</c:f>
              <c:strCache>
                <c:ptCount val="29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  <c:pt idx="27">
                  <c:v>28 Sep</c:v>
                </c:pt>
                <c:pt idx="28">
                  <c:v>29 Sep</c:v>
                </c:pt>
              </c:strCache>
            </c:strRef>
          </c:cat>
          <c:val>
            <c:numRef>
              <c:f>Sheet1!$C$2:$C$30</c:f>
              <c:numCache>
                <c:formatCode>General</c:formatCode>
                <c:ptCount val="29"/>
                <c:pt idx="0">
                  <c:v>17.0</c:v>
                </c:pt>
                <c:pt idx="1">
                  <c:v>13.0</c:v>
                </c:pt>
                <c:pt idx="2">
                  <c:v>18.0</c:v>
                </c:pt>
                <c:pt idx="3">
                  <c:v>18.0</c:v>
                </c:pt>
                <c:pt idx="4">
                  <c:v>21.0</c:v>
                </c:pt>
                <c:pt idx="5">
                  <c:v>4.0</c:v>
                </c:pt>
                <c:pt idx="6">
                  <c:v>19.0</c:v>
                </c:pt>
                <c:pt idx="7">
                  <c:v>15.0</c:v>
                </c:pt>
                <c:pt idx="8">
                  <c:v>18.0</c:v>
                </c:pt>
                <c:pt idx="9">
                  <c:v>18.0</c:v>
                </c:pt>
                <c:pt idx="10">
                  <c:v>13.0</c:v>
                </c:pt>
                <c:pt idx="11">
                  <c:v>20.0</c:v>
                </c:pt>
                <c:pt idx="12">
                  <c:v>10.0</c:v>
                </c:pt>
                <c:pt idx="13">
                  <c:v>21.0</c:v>
                </c:pt>
                <c:pt idx="14">
                  <c:v>16.0</c:v>
                </c:pt>
                <c:pt idx="15">
                  <c:v>14.0</c:v>
                </c:pt>
                <c:pt idx="16">
                  <c:v>14.0</c:v>
                </c:pt>
                <c:pt idx="17">
                  <c:v>12.0</c:v>
                </c:pt>
                <c:pt idx="18">
                  <c:v>10.0</c:v>
                </c:pt>
                <c:pt idx="19">
                  <c:v>5.0</c:v>
                </c:pt>
                <c:pt idx="20">
                  <c:v>16.0</c:v>
                </c:pt>
                <c:pt idx="21">
                  <c:v>17.0</c:v>
                </c:pt>
                <c:pt idx="22">
                  <c:v>17.0</c:v>
                </c:pt>
                <c:pt idx="23">
                  <c:v>17.0</c:v>
                </c:pt>
                <c:pt idx="24">
                  <c:v>15.0</c:v>
                </c:pt>
                <c:pt idx="25">
                  <c:v>9.0</c:v>
                </c:pt>
                <c:pt idx="26">
                  <c:v>5.0</c:v>
                </c:pt>
                <c:pt idx="27">
                  <c:v>14.0</c:v>
                </c:pt>
                <c:pt idx="28">
                  <c:v>14.0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Sheet1!$A$2:$A$30</c:f>
              <c:strCache>
                <c:ptCount val="29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  <c:pt idx="27">
                  <c:v>28 Sep</c:v>
                </c:pt>
                <c:pt idx="28">
                  <c:v>29 Sep</c:v>
                </c:pt>
              </c:strCache>
            </c:strRef>
          </c:cat>
          <c:val>
            <c:numRef>
              <c:f>Sheet1!$D$2:$D$30</c:f>
              <c:numCache>
                <c:formatCode>General</c:formatCode>
                <c:ptCount val="29"/>
                <c:pt idx="0">
                  <c:v>12.0</c:v>
                </c:pt>
                <c:pt idx="1">
                  <c:v>11.0</c:v>
                </c:pt>
                <c:pt idx="2">
                  <c:v>10.0</c:v>
                </c:pt>
                <c:pt idx="3">
                  <c:v>10.0</c:v>
                </c:pt>
                <c:pt idx="4">
                  <c:v>6.0</c:v>
                </c:pt>
                <c:pt idx="5">
                  <c:v>6.0</c:v>
                </c:pt>
                <c:pt idx="6">
                  <c:v>11.0</c:v>
                </c:pt>
                <c:pt idx="7">
                  <c:v>8.0</c:v>
                </c:pt>
                <c:pt idx="8">
                  <c:v>14.0</c:v>
                </c:pt>
                <c:pt idx="9">
                  <c:v>13.0</c:v>
                </c:pt>
                <c:pt idx="10">
                  <c:v>14.0</c:v>
                </c:pt>
                <c:pt idx="11">
                  <c:v>9.0</c:v>
                </c:pt>
                <c:pt idx="12">
                  <c:v>5.0</c:v>
                </c:pt>
                <c:pt idx="13">
                  <c:v>13.0</c:v>
                </c:pt>
                <c:pt idx="14">
                  <c:v>13.0</c:v>
                </c:pt>
                <c:pt idx="15">
                  <c:v>10.0</c:v>
                </c:pt>
                <c:pt idx="16">
                  <c:v>12.0</c:v>
                </c:pt>
                <c:pt idx="17">
                  <c:v>8.0</c:v>
                </c:pt>
                <c:pt idx="18">
                  <c:v>10.0</c:v>
                </c:pt>
                <c:pt idx="19">
                  <c:v>5.0</c:v>
                </c:pt>
                <c:pt idx="20">
                  <c:v>9.0</c:v>
                </c:pt>
                <c:pt idx="21">
                  <c:v>9.0</c:v>
                </c:pt>
                <c:pt idx="22">
                  <c:v>7.0</c:v>
                </c:pt>
                <c:pt idx="23">
                  <c:v>6.0</c:v>
                </c:pt>
                <c:pt idx="24">
                  <c:v>8.0</c:v>
                </c:pt>
                <c:pt idx="25">
                  <c:v>9.0</c:v>
                </c:pt>
                <c:pt idx="26">
                  <c:v>4.0</c:v>
                </c:pt>
                <c:pt idx="27">
                  <c:v>7.0</c:v>
                </c:pt>
                <c:pt idx="28">
                  <c:v>4.0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Sheet1!$A$2:$A$30</c:f>
              <c:strCache>
                <c:ptCount val="29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  <c:pt idx="27">
                  <c:v>28 Sep</c:v>
                </c:pt>
                <c:pt idx="28">
                  <c:v>29 Sep</c:v>
                </c:pt>
              </c:strCache>
            </c:strRef>
          </c:cat>
          <c:val>
            <c:numRef>
              <c:f>Sheet1!$B$2:$B$30</c:f>
              <c:numCache>
                <c:formatCode>General</c:formatCode>
                <c:ptCount val="29"/>
                <c:pt idx="0">
                  <c:v>20.0</c:v>
                </c:pt>
                <c:pt idx="1">
                  <c:v>26.0</c:v>
                </c:pt>
                <c:pt idx="2">
                  <c:v>24.0</c:v>
                </c:pt>
                <c:pt idx="3">
                  <c:v>25.0</c:v>
                </c:pt>
                <c:pt idx="4">
                  <c:v>15.0</c:v>
                </c:pt>
                <c:pt idx="5">
                  <c:v>15.0</c:v>
                </c:pt>
                <c:pt idx="6">
                  <c:v>19.0</c:v>
                </c:pt>
                <c:pt idx="7">
                  <c:v>10.0</c:v>
                </c:pt>
                <c:pt idx="8">
                  <c:v>30.0</c:v>
                </c:pt>
                <c:pt idx="9">
                  <c:v>20.0</c:v>
                </c:pt>
                <c:pt idx="10">
                  <c:v>31.0</c:v>
                </c:pt>
                <c:pt idx="11">
                  <c:v>16.0</c:v>
                </c:pt>
                <c:pt idx="12">
                  <c:v>19.0</c:v>
                </c:pt>
                <c:pt idx="13">
                  <c:v>28.0</c:v>
                </c:pt>
                <c:pt idx="14">
                  <c:v>26.0</c:v>
                </c:pt>
                <c:pt idx="15">
                  <c:v>24.0</c:v>
                </c:pt>
                <c:pt idx="16">
                  <c:v>22.0</c:v>
                </c:pt>
                <c:pt idx="17">
                  <c:v>23.0</c:v>
                </c:pt>
                <c:pt idx="18">
                  <c:v>11.0</c:v>
                </c:pt>
                <c:pt idx="19">
                  <c:v>13.0</c:v>
                </c:pt>
                <c:pt idx="20">
                  <c:v>25.0</c:v>
                </c:pt>
                <c:pt idx="21">
                  <c:v>20.0</c:v>
                </c:pt>
                <c:pt idx="22">
                  <c:v>25.0</c:v>
                </c:pt>
                <c:pt idx="23">
                  <c:v>25.0</c:v>
                </c:pt>
                <c:pt idx="24">
                  <c:v>24.0</c:v>
                </c:pt>
                <c:pt idx="25">
                  <c:v>10.0</c:v>
                </c:pt>
                <c:pt idx="26">
                  <c:v>7.0</c:v>
                </c:pt>
                <c:pt idx="27">
                  <c:v>19.0</c:v>
                </c:pt>
                <c:pt idx="28">
                  <c:v>15.0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 - 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Sheet1!$A$2:$A$30</c:f>
              <c:strCache>
                <c:ptCount val="29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  <c:pt idx="27">
                  <c:v>28 Sep</c:v>
                </c:pt>
                <c:pt idx="28">
                  <c:v>29 Sep</c:v>
                </c:pt>
              </c:strCache>
            </c:strRef>
          </c:cat>
          <c:val>
            <c:numRef>
              <c:f>Sheet1!$C$2:$C$30</c:f>
              <c:numCache>
                <c:formatCode>General</c:formatCode>
                <c:ptCount val="29"/>
                <c:pt idx="0">
                  <c:v>14.0</c:v>
                </c:pt>
                <c:pt idx="1">
                  <c:v>17.0</c:v>
                </c:pt>
                <c:pt idx="2">
                  <c:v>14.0</c:v>
                </c:pt>
                <c:pt idx="3">
                  <c:v>16.0</c:v>
                </c:pt>
                <c:pt idx="4">
                  <c:v>7.0</c:v>
                </c:pt>
                <c:pt idx="5">
                  <c:v>9.0</c:v>
                </c:pt>
                <c:pt idx="6">
                  <c:v>11.0</c:v>
                </c:pt>
                <c:pt idx="7">
                  <c:v>9.0</c:v>
                </c:pt>
                <c:pt idx="8">
                  <c:v>18.0</c:v>
                </c:pt>
                <c:pt idx="9">
                  <c:v>12.0</c:v>
                </c:pt>
                <c:pt idx="10">
                  <c:v>16.0</c:v>
                </c:pt>
                <c:pt idx="11">
                  <c:v>10.0</c:v>
                </c:pt>
                <c:pt idx="12">
                  <c:v>13.0</c:v>
                </c:pt>
                <c:pt idx="13">
                  <c:v>18.0</c:v>
                </c:pt>
                <c:pt idx="14">
                  <c:v>15.0</c:v>
                </c:pt>
                <c:pt idx="15">
                  <c:v>13.0</c:v>
                </c:pt>
                <c:pt idx="16">
                  <c:v>14.0</c:v>
                </c:pt>
                <c:pt idx="17">
                  <c:v>12.0</c:v>
                </c:pt>
                <c:pt idx="18">
                  <c:v>6.0</c:v>
                </c:pt>
                <c:pt idx="19">
                  <c:v>9.0</c:v>
                </c:pt>
                <c:pt idx="20">
                  <c:v>16.0</c:v>
                </c:pt>
                <c:pt idx="21">
                  <c:v>14.0</c:v>
                </c:pt>
                <c:pt idx="22">
                  <c:v>14.0</c:v>
                </c:pt>
                <c:pt idx="23">
                  <c:v>13.0</c:v>
                </c:pt>
                <c:pt idx="24">
                  <c:v>13.0</c:v>
                </c:pt>
                <c:pt idx="25">
                  <c:v>6.0</c:v>
                </c:pt>
                <c:pt idx="26">
                  <c:v>2.0</c:v>
                </c:pt>
                <c:pt idx="27">
                  <c:v>15.0</c:v>
                </c:pt>
                <c:pt idx="28">
                  <c:v>13.0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Sheet1!$A$2:$A$30</c:f>
              <c:strCache>
                <c:ptCount val="29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  <c:pt idx="27">
                  <c:v>28 Sep</c:v>
                </c:pt>
                <c:pt idx="28">
                  <c:v>29 Sep</c:v>
                </c:pt>
              </c:strCache>
            </c:strRef>
          </c:cat>
          <c:val>
            <c:numRef>
              <c:f>Sheet1!$D$2:$D$30</c:f>
              <c:numCache>
                <c:formatCode>General</c:formatCode>
                <c:ptCount val="29"/>
                <c:pt idx="0">
                  <c:v>6.0</c:v>
                </c:pt>
                <c:pt idx="1">
                  <c:v>9.0</c:v>
                </c:pt>
                <c:pt idx="2">
                  <c:v>10.0</c:v>
                </c:pt>
                <c:pt idx="3">
                  <c:v>9.0</c:v>
                </c:pt>
                <c:pt idx="4">
                  <c:v>8.0</c:v>
                </c:pt>
                <c:pt idx="5">
                  <c:v>6.0</c:v>
                </c:pt>
                <c:pt idx="6">
                  <c:v>8.0</c:v>
                </c:pt>
                <c:pt idx="7">
                  <c:v>1.0</c:v>
                </c:pt>
                <c:pt idx="8">
                  <c:v>12.0</c:v>
                </c:pt>
                <c:pt idx="9">
                  <c:v>8.0</c:v>
                </c:pt>
                <c:pt idx="10">
                  <c:v>15.0</c:v>
                </c:pt>
                <c:pt idx="11">
                  <c:v>6.0</c:v>
                </c:pt>
                <c:pt idx="12">
                  <c:v>6.0</c:v>
                </c:pt>
                <c:pt idx="13">
                  <c:v>10.0</c:v>
                </c:pt>
                <c:pt idx="14">
                  <c:v>11.0</c:v>
                </c:pt>
                <c:pt idx="15">
                  <c:v>11.0</c:v>
                </c:pt>
                <c:pt idx="16">
                  <c:v>8.0</c:v>
                </c:pt>
                <c:pt idx="17">
                  <c:v>11.0</c:v>
                </c:pt>
                <c:pt idx="18">
                  <c:v>5.0</c:v>
                </c:pt>
                <c:pt idx="19">
                  <c:v>4.0</c:v>
                </c:pt>
                <c:pt idx="20">
                  <c:v>9.0</c:v>
                </c:pt>
                <c:pt idx="21">
                  <c:v>6.0</c:v>
                </c:pt>
                <c:pt idx="22">
                  <c:v>11.0</c:v>
                </c:pt>
                <c:pt idx="23">
                  <c:v>12.0</c:v>
                </c:pt>
                <c:pt idx="24">
                  <c:v>11.0</c:v>
                </c:pt>
                <c:pt idx="25">
                  <c:v>4.0</c:v>
                </c:pt>
                <c:pt idx="26">
                  <c:v>5.0</c:v>
                </c:pt>
                <c:pt idx="27">
                  <c:v>4.0</c:v>
                </c:pt>
                <c:pt idx="28">
                  <c:v>2.0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01–29 Sep 2026 vs MTD-1 01–29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1.391,8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90,5%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1.111,1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87,8%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136,1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-2,6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+126,9%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+107,3%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+144,1%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Flores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90,9%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88,0%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89,7%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87,2%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Ngada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Alor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01–29 Sep 2026 vs MTD-1 01–29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96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+9,1%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88   Δ 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93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+9,4%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85   Δ 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71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+31,5%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54   Δ 17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2.521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+29,8%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1.942   Δ 579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004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004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1.275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1.658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+30,0%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+19,4%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+94,1%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863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+29,4%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133088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Flores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407408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+36,8%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+41,7%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+138,5%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+177,8%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861304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01–29 Sep 2026 vs MTD-1 01–29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13 / 13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79 / 136 (58,1%)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+12,9% | Turun 37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93 / 150 (62,0%)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+10,7% | Turun 41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43 / 72 (59,7%)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+4,9% | Turun 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50 / 79 (63,3%)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+4,2% | Turun 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36 / 64 (56,2%)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+24,1%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43 / 71 (60,6%)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+19,4% | Turun 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194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+32,0%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564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+8,7%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+20,8%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787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+14,1%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361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495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203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292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11 / 13 (84,6%)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+37,5%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21 / 136 (15,4%)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+16,7% | Turun 37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33 / 150 (22,0%)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+22,2% | Turun 41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 / 72 (19,4%)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+7,7% | Turun 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21 / 79 (26,6%)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+16,7% | Turun 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7 (71,4%)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64 (10,9%)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+40,0%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 / 71 (16,9%)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+33,3% | Turun 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01–29 Sep 2026 vs MTD-1 01–29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01–29 Sep 2026 vs MTD-1 01–29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Flores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2.112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2.598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6.043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34,9%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100 (43,7%)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176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119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107 (89,9%)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278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01–29 Sep 2026 vs MTD-1 01–29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217,2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169,7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36,1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96 | MoM +9,1%
PS: 93 | MoM +9,4%
• Junior
  RE: 82 | Active 60,3% | MoM +9,3%
  PS: 79 | Active 58,1% | MoM +9,7%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13 | Active 100,0% | MoM +8,3%
  PS: 13 | Active 100,0% | MoM +8,3%
• Junior Plus
  RE: 1 | Active 100,0% | MoM 0,0%
  PS: 1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Bajawa: PS +75,0%, Gap 6
• Grapari Ende: PS +46,7%, Gap 14
• Grapari Kalabahi: PS -11,5%, Gap -3
• Grapari Labuan Bajo: PS -15,0%, Gap -3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Larantuka: PS +66,7%, Gap 6
• Grapari Maumere: PS -20,0%, Gap -4
• Grapari Ruteng: PS +62,5%, Gap 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01–29 Sep 2026 vs MTD-1 01–29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01–29 Sep 2026 vs MTD-1 01–29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43,7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30,9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335,0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620,0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186,7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218,2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120,7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137,4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66,0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80,8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01–29 Sep 2026 vs MTD-1 01–29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RIZKI MUSTAQIM K LONGSO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FILIA REGINA DOLOROSA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Yesualdus Harsen Pande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Yanuri Nona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ROBERTUS BEDA KOTEN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LABA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MARIO MAXIMILIANO AGUSTO WIO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ROSALINA GETRUDIS MONGGO EDY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MUHAMAD SUNARTO WETI DALA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FERDINANDUS PENO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RIZKI MUSTAQIM K LONGSO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FILIA REGINA DOLOROSA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ROBERTUS BEDA KOTEN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Yesualdus Harsen Pande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Yanuri Nona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MUHAMAD SUNARTO WETI DALA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KLAUDIUS IVANTUS LAJAR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Albertus Makur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paskarini dua gokun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LUKAS ALFREDO LODANG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01–29 Sep 2026 vs MTD-1 01–29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Santiar roti saputri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Aloysius fransisco becenty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Romanus Opun Wokal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PETRUS SUWANDI NONG SUSAR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Mohamad fahrul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AGUSTINUS MAPADA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DOMINGGUS RATU LELE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rikardus apriliano ngadas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MARTINUS YONGKI MANGGO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JENIATI BETI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Santiar roti saputri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Romanus Opun Wokal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rikardus apriliano ngadas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PETRUS SUWANDI NONG SUSAR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Mohamad fahrul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AGUSTINUS MAPADA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STEFANI WEA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YOSAFAT SUDARSO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Marianus Hilton Raja reda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BENYAMIN NDEWI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-68,4%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