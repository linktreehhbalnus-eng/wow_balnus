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  <c:pt idx="11">
                  <c:v>29.0</c:v>
                </c:pt>
                <c:pt idx="12">
                  <c:v>15.0</c:v>
                </c:pt>
                <c:pt idx="13">
                  <c:v>34.0</c:v>
                </c:pt>
                <c:pt idx="14">
                  <c:v>29.0</c:v>
                </c:pt>
                <c:pt idx="15">
                  <c:v>24.0</c:v>
                </c:pt>
                <c:pt idx="16">
                  <c:v>26.0</c:v>
                </c:pt>
                <c:pt idx="17">
                  <c:v>20.0</c:v>
                </c:pt>
                <c:pt idx="18">
                  <c:v>20.0</c:v>
                </c:pt>
                <c:pt idx="19">
                  <c:v>10.0</c:v>
                </c:pt>
                <c:pt idx="20">
                  <c:v>25.0</c:v>
                </c:pt>
                <c:pt idx="21">
                  <c:v>26.0</c:v>
                </c:pt>
                <c:pt idx="22">
                  <c:v>24.0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  <c:pt idx="8">
                  <c:v>18.0</c:v>
                </c:pt>
                <c:pt idx="9">
                  <c:v>18.0</c:v>
                </c:pt>
                <c:pt idx="10">
                  <c:v>13.0</c:v>
                </c:pt>
                <c:pt idx="11">
                  <c:v>20.0</c:v>
                </c:pt>
                <c:pt idx="12">
                  <c:v>10.0</c:v>
                </c:pt>
                <c:pt idx="13">
                  <c:v>21.0</c:v>
                </c:pt>
                <c:pt idx="14">
                  <c:v>16.0</c:v>
                </c:pt>
                <c:pt idx="15">
                  <c:v>14.0</c:v>
                </c:pt>
                <c:pt idx="16">
                  <c:v>14.0</c:v>
                </c:pt>
                <c:pt idx="17">
                  <c:v>12.0</c:v>
                </c:pt>
                <c:pt idx="18">
                  <c:v>10.0</c:v>
                </c:pt>
                <c:pt idx="19">
                  <c:v>5.0</c:v>
                </c:pt>
                <c:pt idx="20">
                  <c:v>16.0</c:v>
                </c:pt>
                <c:pt idx="21">
                  <c:v>17.0</c:v>
                </c:pt>
                <c:pt idx="22">
                  <c:v>17.0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  <c:pt idx="8">
                  <c:v>14.0</c:v>
                </c:pt>
                <c:pt idx="9">
                  <c:v>13.0</c:v>
                </c:pt>
                <c:pt idx="10">
                  <c:v>14.0</c:v>
                </c:pt>
                <c:pt idx="11">
                  <c:v>9.0</c:v>
                </c:pt>
                <c:pt idx="12">
                  <c:v>5.0</c:v>
                </c:pt>
                <c:pt idx="13">
                  <c:v>13.0</c:v>
                </c:pt>
                <c:pt idx="14">
                  <c:v>13.0</c:v>
                </c:pt>
                <c:pt idx="15">
                  <c:v>10.0</c:v>
                </c:pt>
                <c:pt idx="16">
                  <c:v>12.0</c:v>
                </c:pt>
                <c:pt idx="17">
                  <c:v>8.0</c:v>
                </c:pt>
                <c:pt idx="18">
                  <c:v>10.0</c:v>
                </c:pt>
                <c:pt idx="19">
                  <c:v>5.0</c:v>
                </c:pt>
                <c:pt idx="20">
                  <c:v>9.0</c:v>
                </c:pt>
                <c:pt idx="21">
                  <c:v>9.0</c:v>
                </c:pt>
                <c:pt idx="22">
                  <c:v>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  <c:pt idx="9">
                  <c:v>20.0</c:v>
                </c:pt>
                <c:pt idx="10">
                  <c:v>31.0</c:v>
                </c:pt>
                <c:pt idx="11">
                  <c:v>16.0</c:v>
                </c:pt>
                <c:pt idx="12">
                  <c:v>19.0</c:v>
                </c:pt>
                <c:pt idx="13">
                  <c:v>28.0</c:v>
                </c:pt>
                <c:pt idx="14">
                  <c:v>26.0</c:v>
                </c:pt>
                <c:pt idx="15">
                  <c:v>24.0</c:v>
                </c:pt>
                <c:pt idx="16">
                  <c:v>22.0</c:v>
                </c:pt>
                <c:pt idx="17">
                  <c:v>23.0</c:v>
                </c:pt>
                <c:pt idx="18">
                  <c:v>11.0</c:v>
                </c:pt>
                <c:pt idx="19">
                  <c:v>13.0</c:v>
                </c:pt>
                <c:pt idx="20">
                  <c:v>25.0</c:v>
                </c:pt>
                <c:pt idx="21">
                  <c:v>20.0</c:v>
                </c:pt>
                <c:pt idx="22">
                  <c:v>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  <c:pt idx="8">
                  <c:v>18.0</c:v>
                </c:pt>
                <c:pt idx="9">
                  <c:v>12.0</c:v>
                </c:pt>
                <c:pt idx="10">
                  <c:v>16.0</c:v>
                </c:pt>
                <c:pt idx="11">
                  <c:v>10.0</c:v>
                </c:pt>
                <c:pt idx="12">
                  <c:v>13.0</c:v>
                </c:pt>
                <c:pt idx="13">
                  <c:v>18.0</c:v>
                </c:pt>
                <c:pt idx="14">
                  <c:v>15.0</c:v>
                </c:pt>
                <c:pt idx="15">
                  <c:v>13.0</c:v>
                </c:pt>
                <c:pt idx="16">
                  <c:v>14.0</c:v>
                </c:pt>
                <c:pt idx="17">
                  <c:v>12.0</c:v>
                </c:pt>
                <c:pt idx="18">
                  <c:v>6.0</c:v>
                </c:pt>
                <c:pt idx="19">
                  <c:v>9.0</c:v>
                </c:pt>
                <c:pt idx="20">
                  <c:v>16.0</c:v>
                </c:pt>
                <c:pt idx="21">
                  <c:v>14.0</c:v>
                </c:pt>
                <c:pt idx="22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  <c:pt idx="8">
                  <c:v>12.0</c:v>
                </c:pt>
                <c:pt idx="9">
                  <c:v>8.0</c:v>
                </c:pt>
                <c:pt idx="10">
                  <c:v>15.0</c:v>
                </c:pt>
                <c:pt idx="11">
                  <c:v>6.0</c:v>
                </c:pt>
                <c:pt idx="12">
                  <c:v>6.0</c:v>
                </c:pt>
                <c:pt idx="13">
                  <c:v>10.0</c:v>
                </c:pt>
                <c:pt idx="14">
                  <c:v>11.0</c:v>
                </c:pt>
                <c:pt idx="15">
                  <c:v>11.0</c:v>
                </c:pt>
                <c:pt idx="16">
                  <c:v>8.0</c:v>
                </c:pt>
                <c:pt idx="17">
                  <c:v>11.0</c:v>
                </c:pt>
                <c:pt idx="18">
                  <c:v>5.0</c:v>
                </c:pt>
                <c:pt idx="19">
                  <c:v>4.0</c:v>
                </c:pt>
                <c:pt idx="20">
                  <c:v>9.0</c:v>
                </c:pt>
                <c:pt idx="21">
                  <c:v>6.0</c:v>
                </c:pt>
                <c:pt idx="22">
                  <c:v>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85   Δ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82   Δ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+23,1%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52   Δ 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2.264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+40,4%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1.613   Δ 651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1.074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78 / 136 (57,4%)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+14,7% | Turun 28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92 / 150 (61,3%)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+12,2%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 / 72 (58,3%)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 / 79 (62,0%)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+4,3%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 / 64 (56,2%)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+28,6%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71 (60,6%)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+22,9%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475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657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13 (76,9%)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+66,7%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136 (12,5%)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+13,3% | Turun 28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28 / 150 (18,7%)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+27,3%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72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+9,1%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79 (24,1%)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+35,7%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7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64 (7,8%)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71 (12,7%)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2.082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99 (42,5%)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173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98 (83,1%)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92 | MoM +8,2%
PS: 92 | MoM +12,2%
• Junior
  RE: 78 | Active 57,4% | MoM +8,3%
  PS: 78 | Active 57,4% | MoM +13,0%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+8,3%
  PS: 13 | Active 100,0% | MoM +8,3%
• Junior Plus
  RE: 1 | Active 100,0% | MoM 0,0%
  PS: 1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+66,7%, Gap 4
• Grapari Ende: PS +40,0%, Gap 10
• Grapari Kalabahi: PS -29,2%, Gap -7
• Grapari Labuan Bajo: PS -22,2%, Gap 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+66,7%, Gap 4
• Grapari Maumere: PS -41,2%, Gap -7
• Grapari Ruteng: PS +14,3%,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gunawan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Sep 2026 vs MTD-1 01–23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AGUSTINA MARGARETA KEDANG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Marianus Hilton Raja reda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