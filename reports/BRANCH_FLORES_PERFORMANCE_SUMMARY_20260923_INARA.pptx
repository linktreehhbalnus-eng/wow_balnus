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2.219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+38,1%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1.607   Δ 612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 / 136 (57,4%)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+14,7%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150 (61,3%)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72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79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150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72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79 (24,1%)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64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71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(39,4%)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(83,1%)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+8,2%
PS: 92 | MoM +12,2%
• Junior
  RE: 78 | Active 57,4% | MoM +8,3%
  PS: 78 | Active 57,4% | MoM +13,0%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4
• Grapari Ende: PS +40,0%, Gap 10
• Grapari Kalabahi: PS -29,2%, Gap -7
• Grapari Labuan Bajo: PS -22,2%,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+66,7%, Gap 4
• Grapari Maumere: PS -41,2%, Gap -7
• Grapari Ruteng: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