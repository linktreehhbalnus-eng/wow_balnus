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4.862,2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4.230,2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4.008,9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3.495,9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822,8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1.198,2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Klungkung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132   Δ -2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120   Δ -4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+195,0%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   Δ 39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+515,4%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117   Δ 603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+584,6%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919472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2.380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32.047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584 (17,7%)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2.212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225 (57,7%)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1.008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895,5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Dody Setyawan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ANDREYANTO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Kiki kurniawan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RIDAYANI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TINA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WAYAN DESNI 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wijana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USAMAH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01–04 Sep 2026 vs MTD-1 01–04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Handoko Priadtmono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 SRI WULAN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 Rohmatul hazijah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KARTAKA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KETUT SUPARIASIH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 Rohmatul hazijah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NURSIAH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D. BUDIONO HARSONO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KARTAKA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SYAFII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Kunzita Lazuardi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NYOMAN AGUS RIADY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