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143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85   Δ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83   Δ 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-25,4%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71   Δ -18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1.991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-17,9%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2.426   Δ -435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243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87 (35,8%)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135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66 (81,5%)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fernando nahi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RADJO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Marianus Hilton Raja reda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fernando nahi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Marianus Hilton Raja reda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RADJO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Alifiah Putri Fadillah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ROBERTUS JUNAIDI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Roynaldus aquino kasi agung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ALOYSIUS BOY JEMAT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SRY ANITA MEGAWATI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GERADUS SOLA LIMA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YAYAN PUA RAGA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RIYANDIS BRAEN TUBULAU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Alifiah Putri Fadillah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ROBERTUS JUNAIDI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Roynaldus aquino kasi agung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ALOYSIUS BOY JEMAT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GERADUS SOLA LIMA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YAYAN PUA RAGA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RIYANDIS BRAEN TUBULAU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Laurensia Golang keraf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