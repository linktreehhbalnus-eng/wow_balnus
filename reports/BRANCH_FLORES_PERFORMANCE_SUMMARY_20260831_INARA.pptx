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01–31 Aug 2026 vs MTD-1 01–31 Jul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1.263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1.122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1.387,3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80,9%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265,3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1.156,0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77,3%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262,0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2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78,8%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79,7%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+0,9 pp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-41,5%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-34,2%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+154,4%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+182,2%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-26,5%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-54,5%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Flores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932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85,1%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129,5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82,1%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129,7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73,8%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135,8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69,4%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132,3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517136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4800599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4800599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010912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+22,4%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Alor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Ngada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010912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Lembata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-30,5%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-51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01–31 Aug 2026 vs MTD-1 01–31 Jul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0" y="749808"/>
            <a:ext cx="23317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Registered SF: 143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87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+2,4%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85   Δ 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85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28032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+2,4%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83   Δ 2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53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35824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-25,4%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71   Δ -18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1.991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43616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-17,9%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2.426   Δ -435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&amp; DJP by WOK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20040" y="2505456"/>
          <a:ext cx="10378436" cy="11338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46820"/>
                <a:gridCol w="594185"/>
                <a:gridCol w="673410"/>
                <a:gridCol w="673410"/>
                <a:gridCol w="673410"/>
                <a:gridCol w="673410"/>
                <a:gridCol w="673410"/>
                <a:gridCol w="673410"/>
                <a:gridCol w="673410"/>
                <a:gridCol w="673410"/>
                <a:gridCol w="673410"/>
                <a:gridCol w="792247"/>
                <a:gridCol w="792247"/>
                <a:gridCol w="792247"/>
              </a:tblGrid>
              <a:tr h="3779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Reg.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DJP M-1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DJP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DJP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Visit M-1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Visit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Visit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79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1.284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1.294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+0,8%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79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-45,2%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1.142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-39,0%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320040" y="3986784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Flores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20040" y="4261104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+85,7%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320040" y="5715000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01–31 Aug 2026 vs MTD-1 01–31 Jul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-32,3%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-31,5%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2651760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Flores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2944368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209544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970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2944368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209544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220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-22,7%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-23,0%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713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1.239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3.516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6.007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11,9%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58,5%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243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87 (35,8%)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135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81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66 (81,5%)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113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