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01–31 Aug 2026 vs MTD-1 01–31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1.387,3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80,9%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265,3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1.156,0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77,3%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+0,9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85,1%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82,1%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73,8%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69,4%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01–31 Aug 2026 vs MTD-1 01–31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143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85   Δ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+2,4%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83   Δ 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-25,4%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71   Δ -18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1.991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-17,9%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2.426   Δ -435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01–31 Aug 2026 vs MTD-1 01–31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3.516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243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87 (35,8%)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135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81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66 (81,5%)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01–31 Aug 2026 vs MTD-1 01–31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Felix fernando nahi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AGUSTINUS MAPADA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WILLYAM RICSKY SAUDALE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MARTINUS YONGKI MANGGO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RADJO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Marianus Hilton Raja reda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Albertus Makur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Felix fernando nahi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Marianus Hilton Raja reda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AGUSTINUS MAPADA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VINSENSIUS JEMADA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MARIANIS TAPIN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PURNAMA RAYA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RADJO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ADRIANUS MARIOLIANUS OWON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01–31 Aug 2026 vs MTD-1 01–31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Alifiah Putri Fadillah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ROBERTUS JUNAIDI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Roynaldus aquino kasi agung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ALOYSIUS BOY JEMAT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SRY ANITA MEGAWATI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GERADUS SOLA LIMA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YAYAN PUA RAGA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RIYANDIS BRAEN TUBULAU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FILIA REGINA DOLOROSA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ROSALINA GETRUDIS MONGGO EDY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Alifiah Putri Fadillah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ROBERTUS JUNAIDI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Roynaldus aquino kasi agung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ALOYSIUS BOY JEMAT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GERADUS SOLA LIMA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YAYAN PUA RAGA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FRANSISKUS XAVERIUS LENGU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RIYANDIS BRAEN TUBULAU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Laurensia Golang keraf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FILIA REGINA DOLOROSA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