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83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N/A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0   Δ 53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1.991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N/A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0   Δ 1.991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87 (35,8%)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135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66 (81,5%)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