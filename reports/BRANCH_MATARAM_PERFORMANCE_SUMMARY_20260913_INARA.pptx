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60.0</c:v>
                </c:pt>
                <c:pt idx="1">
                  <c:v>57.0</c:v>
                </c:pt>
                <c:pt idx="2">
                  <c:v>49.0</c:v>
                </c:pt>
                <c:pt idx="3">
                  <c:v>49.0</c:v>
                </c:pt>
                <c:pt idx="4">
                  <c:v>49.0</c:v>
                </c:pt>
                <c:pt idx="5">
                  <c:v>38.0</c:v>
                </c:pt>
                <c:pt idx="6">
                  <c:v>59.0</c:v>
                </c:pt>
                <c:pt idx="7">
                  <c:v>61.0</c:v>
                </c:pt>
                <c:pt idx="8">
                  <c:v>48.0</c:v>
                </c:pt>
                <c:pt idx="9">
                  <c:v>51.0</c:v>
                </c:pt>
                <c:pt idx="10">
                  <c:v>57.0</c:v>
                </c:pt>
                <c:pt idx="11">
                  <c:v>51.0</c:v>
                </c:pt>
                <c:pt idx="12">
                  <c:v>32.0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36.0</c:v>
                </c:pt>
                <c:pt idx="1">
                  <c:v>34.0</c:v>
                </c:pt>
                <c:pt idx="2">
                  <c:v>28.0</c:v>
                </c:pt>
                <c:pt idx="3">
                  <c:v>22.0</c:v>
                </c:pt>
                <c:pt idx="4">
                  <c:v>29.0</c:v>
                </c:pt>
                <c:pt idx="5">
                  <c:v>23.0</c:v>
                </c:pt>
                <c:pt idx="6">
                  <c:v>36.0</c:v>
                </c:pt>
                <c:pt idx="7">
                  <c:v>28.0</c:v>
                </c:pt>
                <c:pt idx="8">
                  <c:v>31.0</c:v>
                </c:pt>
                <c:pt idx="9">
                  <c:v>35.0</c:v>
                </c:pt>
                <c:pt idx="10">
                  <c:v>26.0</c:v>
                </c:pt>
                <c:pt idx="11">
                  <c:v>28.0</c:v>
                </c:pt>
                <c:pt idx="12">
                  <c:v>21.0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24.0</c:v>
                </c:pt>
                <c:pt idx="1">
                  <c:v>23.0</c:v>
                </c:pt>
                <c:pt idx="2">
                  <c:v>21.0</c:v>
                </c:pt>
                <c:pt idx="3">
                  <c:v>27.0</c:v>
                </c:pt>
                <c:pt idx="4">
                  <c:v>20.0</c:v>
                </c:pt>
                <c:pt idx="5">
                  <c:v>15.0</c:v>
                </c:pt>
                <c:pt idx="6">
                  <c:v>23.0</c:v>
                </c:pt>
                <c:pt idx="7">
                  <c:v>33.0</c:v>
                </c:pt>
                <c:pt idx="8">
                  <c:v>17.0</c:v>
                </c:pt>
                <c:pt idx="9">
                  <c:v>16.0</c:v>
                </c:pt>
                <c:pt idx="10">
                  <c:v>31.0</c:v>
                </c:pt>
                <c:pt idx="11">
                  <c:v>23.0</c:v>
                </c:pt>
                <c:pt idx="12">
                  <c:v>11.0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Mataram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44.0</c:v>
                </c:pt>
                <c:pt idx="1">
                  <c:v>44.0</c:v>
                </c:pt>
                <c:pt idx="2">
                  <c:v>40.0</c:v>
                </c:pt>
                <c:pt idx="3">
                  <c:v>34.0</c:v>
                </c:pt>
                <c:pt idx="4">
                  <c:v>34.0</c:v>
                </c:pt>
                <c:pt idx="5">
                  <c:v>21.0</c:v>
                </c:pt>
                <c:pt idx="6">
                  <c:v>44.0</c:v>
                </c:pt>
                <c:pt idx="7">
                  <c:v>56.0</c:v>
                </c:pt>
                <c:pt idx="8">
                  <c:v>54.0</c:v>
                </c:pt>
                <c:pt idx="9">
                  <c:v>38.0</c:v>
                </c:pt>
                <c:pt idx="10">
                  <c:v>33.0</c:v>
                </c:pt>
                <c:pt idx="11">
                  <c:v>43.0</c:v>
                </c:pt>
                <c:pt idx="12">
                  <c:v>25.0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Lombok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23.0</c:v>
                </c:pt>
                <c:pt idx="1">
                  <c:v>29.0</c:v>
                </c:pt>
                <c:pt idx="2">
                  <c:v>23.0</c:v>
                </c:pt>
                <c:pt idx="3">
                  <c:v>18.0</c:v>
                </c:pt>
                <c:pt idx="4">
                  <c:v>19.0</c:v>
                </c:pt>
                <c:pt idx="5">
                  <c:v>12.0</c:v>
                </c:pt>
                <c:pt idx="6">
                  <c:v>32.0</c:v>
                </c:pt>
                <c:pt idx="7">
                  <c:v>29.0</c:v>
                </c:pt>
                <c:pt idx="8">
                  <c:v>31.0</c:v>
                </c:pt>
                <c:pt idx="9">
                  <c:v>19.0</c:v>
                </c:pt>
                <c:pt idx="10">
                  <c:v>21.0</c:v>
                </c:pt>
                <c:pt idx="11">
                  <c:v>25.0</c:v>
                </c:pt>
                <c:pt idx="12">
                  <c:v>18.0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Sumbawa Barat - Sumbawa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</c:strCache>
            </c:strRef>
          </c:cat>
          <c:val>
            <c:numRef>
              <c:f>Sheet1!$D$2:$D$14</c:f>
              <c:numCache>
                <c:formatCode>General</c:formatCode>
                <c:ptCount val="13"/>
                <c:pt idx="0">
                  <c:v>21.0</c:v>
                </c:pt>
                <c:pt idx="1">
                  <c:v>15.0</c:v>
                </c:pt>
                <c:pt idx="2">
                  <c:v>17.0</c:v>
                </c:pt>
                <c:pt idx="3">
                  <c:v>16.0</c:v>
                </c:pt>
                <c:pt idx="4">
                  <c:v>15.0</c:v>
                </c:pt>
                <c:pt idx="5">
                  <c:v>9.0</c:v>
                </c:pt>
                <c:pt idx="6">
                  <c:v>12.0</c:v>
                </c:pt>
                <c:pt idx="7">
                  <c:v>27.0</c:v>
                </c:pt>
                <c:pt idx="8">
                  <c:v>23.0</c:v>
                </c:pt>
                <c:pt idx="9">
                  <c:v>19.0</c:v>
                </c:pt>
                <c:pt idx="10">
                  <c:v>12.0</c:v>
                </c:pt>
                <c:pt idx="11">
                  <c:v>18.0</c:v>
                </c:pt>
                <c:pt idx="12">
                  <c:v>7.0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2.623,1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1.478,1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2.094,1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1.286,1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+193,2%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45,8%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43,5%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751,2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-29,7%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238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+7,8%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154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+2,6%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151   Δ 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157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+45,4%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108   Δ 49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2.756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+4,0%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2.650   Δ 106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+9,2%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1.278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1.372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1.690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+23,2%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+82,9%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16 (87,5%)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+16,7%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130 / 211 (61,6%)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155 / 238 (65,1%)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+2,0%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11 (81,8%)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74 / 129 (57,4%)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+1,4%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89 / 146 (61,0%)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+3,5%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 / 82 (68,3%)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-1,8%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5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66 / 92 (71,7%)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+14,3%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513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106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292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16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13 / 211 (6,2%)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+30,0% | Turun 64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10 (50,0%)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238 (8,4%)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+17,6% | Turun 76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129 (7,8%)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N/A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15 / 146 (10,3%)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+25,0%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82 (3,7%)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+50,0%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 / 5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92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19.831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1.456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312 (21,4%)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552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520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305 (58,7%)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738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1.144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175,3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12,7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166 | MoM +7,8%
PS: 155 | MoM +2,6%
• Performer
  RE: 1 | Active 100,0% | MoM 0,0%
  PS: 1 | Active 100,0% | MoM 0,0%
• Junior
  RE: 141 | Active 66,8% | MoM +8,5%
  PS: 130 | Active 61,6% | MoM +2,4%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14 | Active 87,5% | MoM +7,7%
  PS: 14 | Active 87,5% | MoM +7,7%
• Junior Plus
  RE: 10 | Active 100,0% | MoM 0,0%
  PS: 10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Bima: PS -17,4%, Gap -4
• Grapari Dompu: PS +66,7%, Gap 2
• Grapari Lombok Timur: PS 0,0%, Gap 0
• Grapari Lombok Utara: PS -100,0%, Gap -1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Maluk: PS -100,0%, Gap -1
• Grapari Mataram: PS -10,3%, Gap -3
• Grapari Sumbawa: PS +20,0%, Gap 1
• Grapari Taliwang: PS -50,0%, Gap -1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59 (+16,3%), PS -13 (-4,4%)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1 (+3,6%), PS -1 (-4,5%)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Sumbawa Barat - Sumbawa Timur: RE -1 (-6,7%), PS -1 (-14,3%)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Lombok: RE -3 (-75,0%),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-18,9%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+442,9%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52,6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45,5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17,2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+257,6%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565,0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+633,2%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590,0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203,7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89,3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110,2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93,5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NISH RINAH HAMIDAH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ARIEF RAMADHOAN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+460,0%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SELLY TRI NOVIASTANTI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SULASTRI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Abdul Haris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Utami muji kristina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11,0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Lalu anggarita arya sukma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Indah lestari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PUTU LINGGAR GERRY KUSUMA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IMAM EFENDI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 UTARI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ASMARAHADI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mega dirgantini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Baiq nilna audia oktapia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Herpan jayadi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01–13 Sep 2026 vs MTD-1 01–13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HERNAWATI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Wahdatun aulia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YANTI 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ERNY JUMRIANTY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Samsul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NURJANAH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HUZAIMATUL HADI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GST BAGUS AGUNG ADIATMA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 tarmizi taher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Ibadillah Hish Sholihah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Nuraini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Wiratja atmaja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