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1.478,1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154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151   Δ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+48,1%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104   Δ 50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2.672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2.333   Δ 339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1.048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130 / 211 (61,6%)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155 / 238 (65,1%)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+2,0%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 (81,8%)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 / 129 (57,4%)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 / 146 (61,0%)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+3,5%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 / 82 (68,3%)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 / 92 (71,7%)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211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+30,0%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10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 / 238 (8,4%)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+17,6%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129 (7,8%)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146 (10,3%)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82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92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311 (21,6%)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549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303 (60,7%)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727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166 | MoM +7,8%
PS: 155 | MoM +2,6%
• Performer
  RE: 1 | Active 100,0% | MoM 0,0%
  PS: 1 | Active 100,0% | MoM 0,0%
• Junior
  RE: 141 | Active 66,8% | MoM +8,5%
  PS: 130 | Active 61,6% | MoM +2,4%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14 | Active 87,5% | MoM +7,7%
  PS: 14 | Active 87,5% | MoM +7,7%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-17,4%, Gap -4
• Grapari Dompu: PS +66,7%, Gap 2
• Grapari Lombok Timur: PS 0,0%, Gap 0
• Grapari Lombok Utara: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-100,0%, Gap -1
• Grapari Mataram: PS -10,3%, Gap -3
• Grapari Sumbawa: PS +20,0%, Gap 1
• Grapari Taliwang: PS -50,0%,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59 (+16,3%), PS -13 (-4,4%)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1 (+3,6%), PS -1 (-4,5%)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-1 (-6,7%), PS -1 (-14,3%)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(-75,0%),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NISH RINAH HAMIDAH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EFENDI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nilna audia oktapia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EFENDI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nilna audia oktapia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Wahdatun aulia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