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17/09</c:v>
                </c:pt>
                <c:pt idx="1">
                  <c:v>18/09</c:v>
                </c:pt>
                <c:pt idx="2">
                  <c:v>19/09</c:v>
                </c:pt>
                <c:pt idx="3">
                  <c:v>20/09</c:v>
                </c:pt>
                <c:pt idx="4">
                  <c:v>21/09</c:v>
                </c:pt>
                <c:pt idx="5">
                  <c:v>22/09</c:v>
                </c:pt>
                <c:pt idx="6">
                  <c:v>23/09</c:v>
                </c:pt>
                <c:pt idx="7">
                  <c:v>24/09</c:v>
                </c:pt>
                <c:pt idx="8">
                  <c:v>25/09</c:v>
                </c:pt>
                <c:pt idx="9">
                  <c:v>26/09</c:v>
                </c:pt>
                <c:pt idx="10">
                  <c:v>27/09</c:v>
                </c:pt>
                <c:pt idx="11">
                  <c:v>28/09</c:v>
                </c:pt>
                <c:pt idx="12">
                  <c:v>29/09</c:v>
                </c:pt>
                <c:pt idx="13">
                  <c:v>30/09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334.0</c:v>
                </c:pt>
                <c:pt idx="1">
                  <c:v>305.0</c:v>
                </c:pt>
                <c:pt idx="2">
                  <c:v>267.0</c:v>
                </c:pt>
                <c:pt idx="3">
                  <c:v>193.0</c:v>
                </c:pt>
                <c:pt idx="4">
                  <c:v>378.0</c:v>
                </c:pt>
                <c:pt idx="5">
                  <c:v>316.0</c:v>
                </c:pt>
                <c:pt idx="6">
                  <c:v>299.0</c:v>
                </c:pt>
                <c:pt idx="7">
                  <c:v>309.0</c:v>
                </c:pt>
                <c:pt idx="8">
                  <c:v>303.0</c:v>
                </c:pt>
                <c:pt idx="9">
                  <c:v>248.0</c:v>
                </c:pt>
                <c:pt idx="10">
                  <c:v>150.0</c:v>
                </c:pt>
                <c:pt idx="11">
                  <c:v>315.0</c:v>
                </c:pt>
                <c:pt idx="12">
                  <c:v>321.0</c:v>
                </c:pt>
                <c:pt idx="13">
                  <c:v>257.0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17/09</c:v>
                </c:pt>
                <c:pt idx="1">
                  <c:v>18/09</c:v>
                </c:pt>
                <c:pt idx="2">
                  <c:v>19/09</c:v>
                </c:pt>
                <c:pt idx="3">
                  <c:v>20/09</c:v>
                </c:pt>
                <c:pt idx="4">
                  <c:v>21/09</c:v>
                </c:pt>
                <c:pt idx="5">
                  <c:v>22/09</c:v>
                </c:pt>
                <c:pt idx="6">
                  <c:v>23/09</c:v>
                </c:pt>
                <c:pt idx="7">
                  <c:v>24/09</c:v>
                </c:pt>
                <c:pt idx="8">
                  <c:v>25/09</c:v>
                </c:pt>
                <c:pt idx="9">
                  <c:v>26/09</c:v>
                </c:pt>
                <c:pt idx="10">
                  <c:v>27/09</c:v>
                </c:pt>
                <c:pt idx="11">
                  <c:v>28/09</c:v>
                </c:pt>
                <c:pt idx="12">
                  <c:v>29/09</c:v>
                </c:pt>
                <c:pt idx="13">
                  <c:v>30/09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261.0</c:v>
                </c:pt>
                <c:pt idx="1">
                  <c:v>242.0</c:v>
                </c:pt>
                <c:pt idx="2">
                  <c:v>209.0</c:v>
                </c:pt>
                <c:pt idx="3">
                  <c:v>177.0</c:v>
                </c:pt>
                <c:pt idx="4">
                  <c:v>269.0</c:v>
                </c:pt>
                <c:pt idx="5">
                  <c:v>271.0</c:v>
                </c:pt>
                <c:pt idx="6">
                  <c:v>247.0</c:v>
                </c:pt>
                <c:pt idx="7">
                  <c:v>254.0</c:v>
                </c:pt>
                <c:pt idx="8">
                  <c:v>239.0</c:v>
                </c:pt>
                <c:pt idx="9">
                  <c:v>173.0</c:v>
                </c:pt>
                <c:pt idx="10">
                  <c:v>131.0</c:v>
                </c:pt>
                <c:pt idx="11">
                  <c:v>241.0</c:v>
                </c:pt>
                <c:pt idx="12">
                  <c:v>240.0</c:v>
                </c:pt>
                <c:pt idx="13">
                  <c:v>232.0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+1,2% &amp; PS +0,5% MoM — Achievement Mencapai 87,9% (RE) / 87,1%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30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01–30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(+17,3%), Denpasar Terdalam (-2,6%)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+17,3%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+1,2%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-2,0%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-2,6%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97,4%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90,9%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87,5%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67,6%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(+25,2%), Bali Tengah 1 Terdalam (-8,2%)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(+148), Ngada Tumbuh Tertinggi (+46,6%)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+290, Bottom 5 -289, dan perubahan PS regional +35.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(+32,6%), TSEL One &gt;30 Mbps Turun Terdalam (-51,3%)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+0,8%, Aktivitas DJP -2,8%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16.873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37.886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24.741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5.255
Dikunjungi: 1.393 (26,5%)
Visit DJP: 3.771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1.375
Dikunjungi: 1.169 (85,0%)
Visit DJP: 3.515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RIZKI MUSTAQIM K LONGSO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Stefanus jefri kantur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NYOMAN SAPUTRA WIJAYA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Wahyu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AYU GEDE FAJAR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RIZKI MUSTAQIM K LONGSO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Stefanus jefri kantur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ALVIN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GEORANO INDRIANTO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INLY OLIFA PABALA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Barthlomeus Mario Jeriko Pareira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Santiar roti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Barthlomeus Mario Jeriko Pareira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Santiar roti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01–30 Sep 2026 vs MTD-1 01–30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01–30 Sep 2026 vs MTD-1 01–30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2.591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2.505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1.541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1.325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7.053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7.088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3.183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3.100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2.081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2.039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01–30 Sep 2026 vs MTD-1 01–30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01–30 Sep 2026 vs MTD-1 01–30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8.857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8.960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7.053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7.088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1,6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7.554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7.507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6.175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6.132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1,3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115,2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103,2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+68,8%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+61,7%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645 | MoM +0,2%
PS: 628 | MoM +0,8%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553 | Active 69,3% | MoM 0,0%
  PS: 536 | Active 67,2% | MoM +0,8%
• Greenfield
  RE: 56 | Active 96,6% | MoM +3,7%
  PS: 56 | Active 96,6% | MoM +3,7%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+15,2%, Gap +16
• Flores: PS +24,8%, Gap +30
• Kupang: PS +32,5%, Gap +13
• Mataram: PS -5,1%, Gap -7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Singaraja (Denpasar): -50,0%, Gap -5
• Grapari Lombok Timur (Mataram): -50,0%, Gap -2
• Grapari Lombok Utara (Mataram): -50,0%, Gap -1
• Grapari Tabanan (Denpasar): -40,0%, Gap -4
• Grapari Mataram (Mataram): -26,2%, Gap -16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-80 (-5,8%), PS -76 (-6,8%)
• Bali Tengah 2: RE -96 (-10,2%), PS -65 (-8,4%)
• Bali Tengah 1: RE -48 (-5,6%), PS -60 (-8,2%)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-35 (-26,3%), PS -34 (-32,4%)
• Bali Tengah 1: RE -10 (-10,2%), PS -6 (-8,5%)
• Kupang Rote - Malaka Timtim Belu: RE +1 (+2,2%), PS -4 (-13,8%)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-14 (-27,5%), PS -8 (-36,4%)
• Bali Timur: RE +1 (+7,7%), PS -4 (-44,4%)
• Sumbawa Barat - Sumbawa Timur: RE -5 (-13,2%), PS -3 (-18,8%)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-5 (-62,5%), PS -3 (-100,0%)
• Bali Tengah 1: RE -3 (-75,0%), PS -2 (-66,7%)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01–30 Sep 2026 vs MTD-1 01–30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186 / 310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-12,3% | Turun 121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225 / 351 (64,1%)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-8,9% | Turun 144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 / 136 (58,8%)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94 / 150 (62,7%)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+11,9%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103 / 139 (74,1%)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+13,2%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115 / 152 (75,7%)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+10,6%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16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167 / 213 (78,4%)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194 / 240 (80,8%)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+2,1% | Turun 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 / 58 (96,6%)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+5,7% | Turun 27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536 / 798 (67,2%)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-0,7% | Turun 273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629 / 924 (68,1%)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+0,3% | Turun 323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1.292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+364,5%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2.709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1.275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1.779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608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3.851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578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+450,0%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6.123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20 (55,0%)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310 (13,5%)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121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 / 351 (20,8%)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-1,4% | Turun 144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 / 136 (16,2%)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+15,8%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 / 150 (23,3%)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 / 139 (19,4%)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-6,9%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152 (20,4%)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-6,1%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213 (19,2%)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-19,6% | Turun 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60 / 240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-10,4% | Turun 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31 / 58 (53,4%)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+29,2% | Turun 27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132 / 798 (16,5%)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-10,2% | Turun 273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199 / 924 (21,5%)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-1,5% | Turun 323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