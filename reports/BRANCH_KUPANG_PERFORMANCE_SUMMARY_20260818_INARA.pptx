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Aug 2026 vs MTD-1 01–18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2.045,7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1.356,7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1.162,6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1.163,8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Aug 2026 vs MTD-1 01–18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101   Δ -3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98   Δ -2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78   Δ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2.739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-13,8%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3.176   Δ -437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Aug 2026 vs MTD-1 01–18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6.920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77 (18,1%)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309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99 (69,2%)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