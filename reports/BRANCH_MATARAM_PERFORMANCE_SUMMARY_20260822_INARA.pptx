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156   Δ 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155   Δ 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4.490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3.382   Δ 1.108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Aug 2026 vs MTD-1 01–22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431 (29,1%)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358 (79,9%)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