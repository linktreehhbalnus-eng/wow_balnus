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  <c:pt idx="22">
                  <c:v>29.0</c:v>
                </c:pt>
                <c:pt idx="23">
                  <c:v>26.0</c:v>
                </c:pt>
                <c:pt idx="24">
                  <c:v>21.0</c:v>
                </c:pt>
                <c:pt idx="25">
                  <c:v>22.0</c:v>
                </c:pt>
                <c:pt idx="26">
                  <c:v>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  <c:pt idx="20">
                  <c:v>37.0</c:v>
                </c:pt>
                <c:pt idx="21">
                  <c:v>31.0</c:v>
                </c:pt>
                <c:pt idx="22">
                  <c:v>23.0</c:v>
                </c:pt>
                <c:pt idx="23">
                  <c:v>20.0</c:v>
                </c:pt>
                <c:pt idx="24">
                  <c:v>17.0</c:v>
                </c:pt>
                <c:pt idx="25">
                  <c:v>18.0</c:v>
                </c:pt>
                <c:pt idx="26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  <c:pt idx="20">
                  <c:v>8.0</c:v>
                </c:pt>
                <c:pt idx="21">
                  <c:v>6.0</c:v>
                </c:pt>
                <c:pt idx="22">
                  <c:v>6.0</c:v>
                </c:pt>
                <c:pt idx="23">
                  <c:v>6.0</c:v>
                </c:pt>
                <c:pt idx="24">
                  <c:v>4.0</c:v>
                </c:pt>
                <c:pt idx="25">
                  <c:v>4.0</c:v>
                </c:pt>
                <c:pt idx="26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  <c:pt idx="22">
                  <c:v>28.0</c:v>
                </c:pt>
                <c:pt idx="23">
                  <c:v>26.0</c:v>
                </c:pt>
                <c:pt idx="24">
                  <c:v>25.0</c:v>
                </c:pt>
                <c:pt idx="25">
                  <c:v>14.0</c:v>
                </c:pt>
                <c:pt idx="26">
                  <c:v>10.0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  <c:pt idx="20">
                  <c:v>28.0</c:v>
                </c:pt>
                <c:pt idx="21">
                  <c:v>28.0</c:v>
                </c:pt>
                <c:pt idx="22">
                  <c:v>22.0</c:v>
                </c:pt>
                <c:pt idx="23">
                  <c:v>22.0</c:v>
                </c:pt>
                <c:pt idx="24">
                  <c:v>19.0</c:v>
                </c:pt>
                <c:pt idx="25">
                  <c:v>11.0</c:v>
                </c:pt>
                <c:pt idx="26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  <c:pt idx="20">
                  <c:v>6.0</c:v>
                </c:pt>
                <c:pt idx="21">
                  <c:v>6.0</c:v>
                </c:pt>
                <c:pt idx="22">
                  <c:v>6.0</c:v>
                </c:pt>
                <c:pt idx="23">
                  <c:v>4.0</c:v>
                </c:pt>
                <c:pt idx="24">
                  <c:v>6.0</c:v>
                </c:pt>
                <c:pt idx="25">
                  <c:v>3.0</c:v>
                </c:pt>
                <c:pt idx="26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-12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2.333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-27,7%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3.227   Δ -894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-22,2%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 / 139 (71,9%)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111 / 152 (73,0%)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+7,8%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84 / 109 (77,1%)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+10,5%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120 (77,5%)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 / 139 (16,5%)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 / 152 (17,8%)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-3,6%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109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120 (15,8%)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104 (26,9%)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483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120 (75,9%)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115 | MoM +11,7%
PS: 111 | MoM +8,8%
• Junior
  RE: 103 | Active 74,1% | MoM +13,2%
  PS: 100 | Active 71,9% | MoM +11,1%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0,0%
  PS: 7 | Active 77,8% | MoM -12,5%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0,0%, Gap 0
• Grapari Kupang: PS +18,2%,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+66,7%, Gap 2
• Grapari Waikabubak: PS +33,3%, Gap 1
• Grapari Waingapu: PS -14,3%,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-56 (-7,9%), PS -39 (-6,4%)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0 (0,0%), PS -5 (-18,5%)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-15 (-31,9%), PS -8 (-38,1%)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MELISA PRATAMI ALSYATRI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ATRY TAHUN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