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  <c:pt idx="26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  <c:pt idx="25">
                  <c:v>18.0</c:v>
                </c:pt>
                <c:pt idx="26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  <c:pt idx="25">
                  <c:v>4.0</c:v>
                </c:pt>
                <c:pt idx="26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  <c:pt idx="26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  <c:pt idx="25">
                  <c:v>11.0</c:v>
                </c:pt>
                <c:pt idx="26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  <c:pt idx="25">
                  <c:v>3.0</c:v>
                </c:pt>
                <c:pt idx="26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3.181   Δ -851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+7,8%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109 (77,1%)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120 (77,5%)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-3,6%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109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120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117 (76,0%)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115 | MoM +11,7%
PS: 111 | MoM +8,8%
• Junior
  RE: 103 | Active 74,1% | MoM +13,2%
  PS: 100 | Active 71,9% | MoM +11,1%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+18,2%,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+66,7%, Gap 2
• Grapari Waikabubak: PS +33,3%, Gap 1
• Grapari Waingapu: PS -14,3%,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-56 (-7,9%), PS -39 (-6,4%)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0 (0,0%), PS -5 (-18,5%)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-15 (-31,9%), PS -8 (-38,1%)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