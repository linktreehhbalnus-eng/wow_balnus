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17/08</c:v>
                </c:pt>
                <c:pt idx="1">
                  <c:v>18/08</c:v>
                </c:pt>
                <c:pt idx="2">
                  <c:v>19/08</c:v>
                </c:pt>
                <c:pt idx="3">
                  <c:v>20/08</c:v>
                </c:pt>
                <c:pt idx="4">
                  <c:v>21/08</c:v>
                </c:pt>
                <c:pt idx="5">
                  <c:v>22/08</c:v>
                </c:pt>
                <c:pt idx="6">
                  <c:v>23/08</c:v>
                </c:pt>
                <c:pt idx="7">
                  <c:v>24/08</c:v>
                </c:pt>
                <c:pt idx="8">
                  <c:v>25/08</c:v>
                </c:pt>
                <c:pt idx="9">
                  <c:v>26/08</c:v>
                </c:pt>
                <c:pt idx="10">
                  <c:v>27/08</c:v>
                </c:pt>
                <c:pt idx="11">
                  <c:v>28/08</c:v>
                </c:pt>
                <c:pt idx="12">
                  <c:v>29/08</c:v>
                </c:pt>
                <c:pt idx="13">
                  <c:v>30/08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218.0</c:v>
                </c:pt>
                <c:pt idx="1">
                  <c:v>358.0</c:v>
                </c:pt>
                <c:pt idx="2">
                  <c:v>297.0</c:v>
                </c:pt>
                <c:pt idx="3">
                  <c:v>303.0</c:v>
                </c:pt>
                <c:pt idx="4">
                  <c:v>358.0</c:v>
                </c:pt>
                <c:pt idx="5">
                  <c:v>316.0</c:v>
                </c:pt>
                <c:pt idx="6">
                  <c:v>211.0</c:v>
                </c:pt>
                <c:pt idx="7">
                  <c:v>343.0</c:v>
                </c:pt>
                <c:pt idx="8">
                  <c:v>296.0</c:v>
                </c:pt>
                <c:pt idx="9">
                  <c:v>348.0</c:v>
                </c:pt>
                <c:pt idx="10">
                  <c:v>307.0</c:v>
                </c:pt>
                <c:pt idx="11">
                  <c:v>339.0</c:v>
                </c:pt>
                <c:pt idx="12">
                  <c:v>270.0</c:v>
                </c:pt>
                <c:pt idx="13">
                  <c:v>202.0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17/08</c:v>
                </c:pt>
                <c:pt idx="1">
                  <c:v>18/08</c:v>
                </c:pt>
                <c:pt idx="2">
                  <c:v>19/08</c:v>
                </c:pt>
                <c:pt idx="3">
                  <c:v>20/08</c:v>
                </c:pt>
                <c:pt idx="4">
                  <c:v>21/08</c:v>
                </c:pt>
                <c:pt idx="5">
                  <c:v>22/08</c:v>
                </c:pt>
                <c:pt idx="6">
                  <c:v>23/08</c:v>
                </c:pt>
                <c:pt idx="7">
                  <c:v>24/08</c:v>
                </c:pt>
                <c:pt idx="8">
                  <c:v>25/08</c:v>
                </c:pt>
                <c:pt idx="9">
                  <c:v>26/08</c:v>
                </c:pt>
                <c:pt idx="10">
                  <c:v>27/08</c:v>
                </c:pt>
                <c:pt idx="11">
                  <c:v>28/08</c:v>
                </c:pt>
                <c:pt idx="12">
                  <c:v>29/08</c:v>
                </c:pt>
                <c:pt idx="13">
                  <c:v>30/08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149.0</c:v>
                </c:pt>
                <c:pt idx="1">
                  <c:v>278.0</c:v>
                </c:pt>
                <c:pt idx="2">
                  <c:v>268.0</c:v>
                </c:pt>
                <c:pt idx="3">
                  <c:v>231.0</c:v>
                </c:pt>
                <c:pt idx="4">
                  <c:v>271.0</c:v>
                </c:pt>
                <c:pt idx="5">
                  <c:v>256.0</c:v>
                </c:pt>
                <c:pt idx="6">
                  <c:v>197.0</c:v>
                </c:pt>
                <c:pt idx="7">
                  <c:v>266.0</c:v>
                </c:pt>
                <c:pt idx="8">
                  <c:v>228.0</c:v>
                </c:pt>
                <c:pt idx="9">
                  <c:v>230.0</c:v>
                </c:pt>
                <c:pt idx="10">
                  <c:v>298.0</c:v>
                </c:pt>
                <c:pt idx="11">
                  <c:v>255.0</c:v>
                </c:pt>
                <c:pt idx="12">
                  <c:v>238.0</c:v>
                </c:pt>
                <c:pt idx="13">
                  <c:v>142.0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-1,7% &amp; PS -2,2% MoM — Achievement Mencapai 75,8% (RE) / 72,4%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Agu 2026 vs MTD-1 01–30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30 Agustus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Agu 2026 vs MTD-1 01–30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01–30 Agustus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(+6,2%), Kupang Terdalam (-13,2%)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Agu 2026 vs MTD-1 01–30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+6,2%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-1,7%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-8,5%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-13,2%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84,1%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74,5%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72,3%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54,4%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Tertinggi (+12,4%), Sumba Terdalam (-13,3%)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Agu 2026 vs MTD-1 01–30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Tengah Penyumbang PS Absolut Terbesar (+104), Lombok Tengah Tumbuh Tertinggi (+92,0%)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Agu 2026 vs MTD-1 01–30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+260, Bottom 5 -268, dan perubahan PS regional -156.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(+58,7%), TSEL One &gt;30 Mbps Turun Terdalam (-28,3%)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Agu 2026 vs MTD-1 01–30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+7,6%, Aktivitas DJP -5,3% MoM — Registered SF 861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Agu 2026 vs MTD-1 01–30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16.684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9.738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56.265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5.439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5.439
Dikunjungi: 1.215 (22,3%)
Visit DJP: 3.333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1.033
Dikunjungi: 808 (78,2%)
Visit DJP: 2.247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Agu 2026 vs MTD-1 01–30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Agu 2026 vs MTD-1 01–30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Felix fernando nahi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HERNAWATI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wayan pebri wirianta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Evan elison selan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Felix fernando nahi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ZAENUDDIN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wayan pebri wirianta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Balla panja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Agu 2026 vs MTD-1 01–30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esa pramudya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ARI SAPUTRA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I PUTU BAYU ARYANATA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Luh Putu Arini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ALVI MEGAWATI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KHADIJAH AHLUSSUFFI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BAGUS ANOM PURWA KENITEN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PRASDIKA FADKUR ROHMAN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ARI SAPUTRA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Agu 2026 vs MTD-1 01–30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Agu 2026 vs MTD-1 01–30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