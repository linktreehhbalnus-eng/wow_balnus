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06/09</c:v>
                </c:pt>
                <c:pt idx="1">
                  <c:v>07/09</c:v>
                </c:pt>
                <c:pt idx="2">
                  <c:v>08/09</c:v>
                </c:pt>
                <c:pt idx="3">
                  <c:v>09/09</c:v>
                </c:pt>
                <c:pt idx="4">
                  <c:v>10/09</c:v>
                </c:pt>
                <c:pt idx="5">
                  <c:v>11/09</c:v>
                </c:pt>
                <c:pt idx="6">
                  <c:v>12/09</c:v>
                </c:pt>
                <c:pt idx="7">
                  <c:v>13/09</c:v>
                </c:pt>
                <c:pt idx="8">
                  <c:v>14/09</c:v>
                </c:pt>
                <c:pt idx="9">
                  <c:v>15/09</c:v>
                </c:pt>
                <c:pt idx="10">
                  <c:v>16/09</c:v>
                </c:pt>
                <c:pt idx="11">
                  <c:v>17/09</c:v>
                </c:pt>
                <c:pt idx="12">
                  <c:v>18/09</c:v>
                </c:pt>
                <c:pt idx="13">
                  <c:v>19/09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198.0</c:v>
                </c:pt>
                <c:pt idx="1">
                  <c:v>362.0</c:v>
                </c:pt>
                <c:pt idx="2">
                  <c:v>351.0</c:v>
                </c:pt>
                <c:pt idx="3">
                  <c:v>315.0</c:v>
                </c:pt>
                <c:pt idx="4">
                  <c:v>313.0</c:v>
                </c:pt>
                <c:pt idx="5">
                  <c:v>319.0</c:v>
                </c:pt>
                <c:pt idx="6">
                  <c:v>254.0</c:v>
                </c:pt>
                <c:pt idx="7">
                  <c:v>169.0</c:v>
                </c:pt>
                <c:pt idx="8">
                  <c:v>339.0</c:v>
                </c:pt>
                <c:pt idx="9">
                  <c:v>320.0</c:v>
                </c:pt>
                <c:pt idx="10">
                  <c:v>322.0</c:v>
                </c:pt>
                <c:pt idx="11">
                  <c:v>334.0</c:v>
                </c:pt>
                <c:pt idx="12">
                  <c:v>304.0</c:v>
                </c:pt>
                <c:pt idx="13">
                  <c:v>266.0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06/09</c:v>
                </c:pt>
                <c:pt idx="1">
                  <c:v>07/09</c:v>
                </c:pt>
                <c:pt idx="2">
                  <c:v>08/09</c:v>
                </c:pt>
                <c:pt idx="3">
                  <c:v>09/09</c:v>
                </c:pt>
                <c:pt idx="4">
                  <c:v>10/09</c:v>
                </c:pt>
                <c:pt idx="5">
                  <c:v>11/09</c:v>
                </c:pt>
                <c:pt idx="6">
                  <c:v>12/09</c:v>
                </c:pt>
                <c:pt idx="7">
                  <c:v>13/09</c:v>
                </c:pt>
                <c:pt idx="8">
                  <c:v>14/09</c:v>
                </c:pt>
                <c:pt idx="9">
                  <c:v>15/09</c:v>
                </c:pt>
                <c:pt idx="10">
                  <c:v>16/09</c:v>
                </c:pt>
                <c:pt idx="11">
                  <c:v>17/09</c:v>
                </c:pt>
                <c:pt idx="12">
                  <c:v>18/09</c:v>
                </c:pt>
                <c:pt idx="13">
                  <c:v>19/09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159.0</c:v>
                </c:pt>
                <c:pt idx="1">
                  <c:v>256.0</c:v>
                </c:pt>
                <c:pt idx="2">
                  <c:v>285.0</c:v>
                </c:pt>
                <c:pt idx="3">
                  <c:v>266.0</c:v>
                </c:pt>
                <c:pt idx="4">
                  <c:v>237.0</c:v>
                </c:pt>
                <c:pt idx="5">
                  <c:v>258.0</c:v>
                </c:pt>
                <c:pt idx="6">
                  <c:v>191.0</c:v>
                </c:pt>
                <c:pt idx="7">
                  <c:v>151.0</c:v>
                </c:pt>
                <c:pt idx="8">
                  <c:v>266.0</c:v>
                </c:pt>
                <c:pt idx="9">
                  <c:v>271.0</c:v>
                </c:pt>
                <c:pt idx="10">
                  <c:v>266.0</c:v>
                </c:pt>
                <c:pt idx="11">
                  <c:v>261.0</c:v>
                </c:pt>
                <c:pt idx="12">
                  <c:v>242.0</c:v>
                </c:pt>
                <c:pt idx="13">
                  <c:v>209.0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+5,5% &amp; PS +3,9% MoM — Achievement Mencapai 57,6% (RE) / 56,7%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Sep 2026 vs MTD-1 01–19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19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Sep 2026 vs MTD-1 01–19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01–19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(+13,1%), Denpasar Terdalam (-1,0%)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Sep 2026 vs MTD-1 01–19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+13,1%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+8,8%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+2,5%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-1,0%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61,1%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59,2%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58,3%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44,0%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 Tertinggi (+24,0%), Bali Tengah 1 Terdalam (-9,8%)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Sep 2026 vs MTD-1 01–19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(+157), Buleleng Tumbuh Tertinggi (+71,4%)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Sep 2026 vs MTD-1 01–19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+306, Bottom 5 -199, dan perubahan PS regional +173.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(+67,9%), TSEL One &gt;30 Mbps Turun Terdalam (-63,5%)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Sep 2026 vs MTD-1 01–19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+2,7%, Aktivitas DJP +13,8% MoM — Registered SF 893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Sep 2026 vs MTD-1 01–19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10.513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+1.447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5.037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9.971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55.836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7.082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5.487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83.413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5.487
Dikunjungi: 894 (16,3%)
Visit DJP: 2.459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1.306
Dikunjungi: 774 (59,3%)
Visit DJP: 2.252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Sep 2026 vs MTD-1 01–19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Sep 2026 vs MTD-1 01–19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DODYK SUPRIADI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Yudi arman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Ismail Marzuki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MARIO MAXIMILIANO AGUSTO WIO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ROBERTUS BEDA KOTEN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Haris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Hendra Tauhid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Christin Natalia Banunaek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ASWAD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FIKA AYU PUSPITASARI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Achmad ahmadi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 TOPAN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Christin Natalia Banunaek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FILIA REGINA DOLOROSA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DJULEHA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mega dirgantini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IBNU MAULANA MAHENDRA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Sep 2026 vs MTD-1 01–19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FERDY ARYANDO JARA JUTALO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 ANDI SEMBIRING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EMILIA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ERNY JUMRIANTY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Sep 2026 vs MTD-1 01–19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Sep 2026 vs MTD-1 01–19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01–19 Sep 2026 vs MTD-1 01–19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1.745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1.687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4.441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4.614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2.086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2.065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01–19 Sep 2026 vs MTD-1 01–19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966,3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1,0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01–19 Sep 2026 vs MTD-1 01–19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5.563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5.869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4.441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4.614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1,0 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4.676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4.959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3.844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4.024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872,8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+159,2%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592 | MoM +5,2%
PS: 564 | MoM +2,7%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502 | Active 62,9% | MoM +5,0%
  PS: 475 | Active 59,5% | MoM +2,4%
• Greenfield
  RE: 54 | Active 93,1% | MoM +12,5%
  PS: 53 | Active 91,4% | MoM +10,4%
• Junior Plus
  RE: 19 | Active 95,0% | MoM -5,0%
  PS: 19 | Active 95,0% | MoM -5,0%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+15,9%, Gap +10
• Flores: PS -10,9%, Gap -10
• Kupang: PS +28,6%, Gap +8
• Mataram: PS -7,9%, Gap -7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Lombok Utara (Mataram): -100,0%, Gap -1
• Grapari Gatsu Tengah (Denpasar): -66,7%, Gap -4
• Grapari Lombok Timur (Mataram): -50,0%, Gap -1
• Grapari Maluk (Mataram): -50,0%, Gap -1
• Grapari Labuan Bajo (Flores): -41,2%, Gap -7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1: RE -59 (-10,3%), PS -44 (-9,0%)
• Bali Timur: RE +2 (+0,5%), PS -31 (-10,1%)
• Kupang Rote - Malaka Timtim Belu: RE -24 (-5,0%), PS -21 (-5,0%)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2: RE -35 (-37,6%), PS -30 (-39,5%)
• Bali Tengah 1: RE -11 (-16,4%), PS -11 (-21,2%)
• Bali Barat: RE -18 (-47,4%), PS -8 (-42,1%)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Kupang Rote - Malaka Timtim Belu: RE -11 (-33,3%), PS -8 (-50,0%)
• Bali Timur: RE 0 (0,0%), PS -3 (-37,5%)
• Bali Barat: RE -4 (-36,4%), PS -2 (-50,0%)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-3 (-50,0%),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01–19 Sep 2026 vs MTD-1 01–19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+18,8%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156 / 310 (50,3%)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-11,4% | Turun 101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195 / 351 (55,6%)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 | Turun 122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 / 136 (54,4%)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+10,4% | Turun 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 / 150 (58,7%)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+8,6% | Turun 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94 / 139 (67,6%)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+8,0%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105 / 152 (69,1%)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+7,1%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16 (87,5%)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151 / 213 (70,9%)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176 / 240 (73,3%)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+6,7% | Turun 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 / 58 (91,4%)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+10,4% | Turun 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475 / 798 (59,5%)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+0,4% | Turun 228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 | Turun 10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565 / 924 (61,1%)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+2,2% | Turun 274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1.825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1.115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2.534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+653,1%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488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4.023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20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 / 310 (7,7%)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-22,6% | Turun 101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 / 351 (13,7%)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122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13 (53,8%)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136 (11,0%)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150 (15,3%)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+53,3% | Turun 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139 (7,2%)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152 (9,2%)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16 (18,8%)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 / 213 (11,3%)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 / 240 (15,8%)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+8,6% | Turun 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58 (24,1%)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+7,7% | Turun 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73 / 798 (9,1%)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-2,7% | Turun 228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+18,8% | Turun 10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123 / 924 (13,3%)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+6,0% | Turun 274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