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12.0</c:v>
                </c:pt>
                <c:pt idx="27">
                  <c:v>16.0</c:v>
                </c:pt>
                <c:pt idx="28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10.0</c:v>
                </c:pt>
                <c:pt idx="27">
                  <c:v>15.0</c:v>
                </c:pt>
                <c:pt idx="28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10.0</c:v>
                </c:pt>
                <c:pt idx="27">
                  <c:v>15.0</c:v>
                </c:pt>
                <c:pt idx="2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9.0</c:v>
                </c:pt>
                <c:pt idx="27">
                  <c:v>14.0</c:v>
                </c:pt>
                <c:pt idx="2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10.0</c:v>
                </c:pt>
                <c:pt idx="27">
                  <c:v>13.0</c:v>
                </c:pt>
                <c:pt idx="28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11.0</c:v>
                </c:pt>
                <c:pt idx="27">
                  <c:v>13.0</c:v>
                </c:pt>
                <c:pt idx="28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11.0</c:v>
                </c:pt>
                <c:pt idx="27">
                  <c:v>14.0</c:v>
                </c:pt>
                <c:pt idx="2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8.0</c:v>
                </c:pt>
                <c:pt idx="27">
                  <c:v>9.0</c:v>
                </c:pt>
                <c:pt idx="28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243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214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6.681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6.184   Δ 497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184 / 310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223 / 351 (63,5%)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 | Turun 141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68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 / 80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2.631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 / 310 (12,9%)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351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 | Turun 141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68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80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93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675 (20,8%)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1.769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397 (71,9%)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232 | MoM -7,2%
PS: 223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193 | Active 62,3% | MoM -8,5%
  PS: 184 | Active 59,4% | MoM -9,8%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-33,3%, Gap -3
• Grapari Jimbaran: PS +46,7%, Gap 7
• Grapari Kuta: PS +100,0%, Gap 4
• Grapari Negara: PS +200,0%, Gap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+13,2%, Gap 5
• Grapari Singaraja: PS -44,4%, Gap -4
• Grapari Tabanan: PS -40,0%, Gap -4
• Grapari Ubud: PS +23,1%,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-57 (-6,8%), PS -71 (-9,9%)
• Bali Tengah 2: RE -90 (-9,9%), PS -71 (-9,4%)
• Bali Timur: RE -8 (-1,5%), PS -37 (-8,1%)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-37 (-28,2%), PS -37 (-35,6%)
• Bali Tengah 1: RE -7 (-7,5%), PS -8 (-11,4%)
• Bali Barat: RE -8 (-18,6%), PS -3 (-14,3%)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Tengah 1: RE 3 (+15,8%), PS -1 (-7,1%)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