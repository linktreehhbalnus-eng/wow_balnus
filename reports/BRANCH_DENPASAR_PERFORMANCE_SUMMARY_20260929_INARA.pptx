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  <c:pt idx="17">
                  <c:v>50.0</c:v>
                </c:pt>
                <c:pt idx="18">
                  <c:v>58.0</c:v>
                </c:pt>
                <c:pt idx="19">
                  <c:v>52.0</c:v>
                </c:pt>
                <c:pt idx="20">
                  <c:v>69.0</c:v>
                </c:pt>
                <c:pt idx="21">
                  <c:v>58.0</c:v>
                </c:pt>
                <c:pt idx="22">
                  <c:v>55.0</c:v>
                </c:pt>
                <c:pt idx="23">
                  <c:v>66.0</c:v>
                </c:pt>
                <c:pt idx="24">
                  <c:v>55.0</c:v>
                </c:pt>
                <c:pt idx="25">
                  <c:v>56.0</c:v>
                </c:pt>
                <c:pt idx="26">
                  <c:v>41.0</c:v>
                </c:pt>
                <c:pt idx="27">
                  <c:v>60.0</c:v>
                </c:pt>
                <c:pt idx="28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  <c:pt idx="16">
                  <c:v>21.0</c:v>
                </c:pt>
                <c:pt idx="17">
                  <c:v>19.0</c:v>
                </c:pt>
                <c:pt idx="18">
                  <c:v>18.0</c:v>
                </c:pt>
                <c:pt idx="19">
                  <c:v>19.0</c:v>
                </c:pt>
                <c:pt idx="20">
                  <c:v>23.0</c:v>
                </c:pt>
                <c:pt idx="21">
                  <c:v>15.0</c:v>
                </c:pt>
                <c:pt idx="22">
                  <c:v>15.0</c:v>
                </c:pt>
                <c:pt idx="23">
                  <c:v>23.0</c:v>
                </c:pt>
                <c:pt idx="24">
                  <c:v>16.0</c:v>
                </c:pt>
                <c:pt idx="25">
                  <c:v>14.0</c:v>
                </c:pt>
                <c:pt idx="26">
                  <c:v>12.0</c:v>
                </c:pt>
                <c:pt idx="27">
                  <c:v>16.0</c:v>
                </c:pt>
                <c:pt idx="28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  <c:pt idx="16">
                  <c:v>17.0</c:v>
                </c:pt>
                <c:pt idx="17">
                  <c:v>13.0</c:v>
                </c:pt>
                <c:pt idx="18">
                  <c:v>11.0</c:v>
                </c:pt>
                <c:pt idx="19">
                  <c:v>12.0</c:v>
                </c:pt>
                <c:pt idx="20">
                  <c:v>19.0</c:v>
                </c:pt>
                <c:pt idx="21">
                  <c:v>16.0</c:v>
                </c:pt>
                <c:pt idx="22">
                  <c:v>15.0</c:v>
                </c:pt>
                <c:pt idx="23">
                  <c:v>16.0</c:v>
                </c:pt>
                <c:pt idx="24">
                  <c:v>15.0</c:v>
                </c:pt>
                <c:pt idx="25">
                  <c:v>12.0</c:v>
                </c:pt>
                <c:pt idx="26">
                  <c:v>10.0</c:v>
                </c:pt>
                <c:pt idx="27">
                  <c:v>15.0</c:v>
                </c:pt>
                <c:pt idx="28">
                  <c:v>16.0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Sheet1!$E$2:$E$30</c:f>
              <c:numCache>
                <c:formatCode>General</c:formatCode>
                <c:ptCount val="29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18.0</c:v>
                </c:pt>
                <c:pt idx="17">
                  <c:v>11.0</c:v>
                </c:pt>
                <c:pt idx="18">
                  <c:v>16.0</c:v>
                </c:pt>
                <c:pt idx="19">
                  <c:v>12.0</c:v>
                </c:pt>
                <c:pt idx="20">
                  <c:v>14.0</c:v>
                </c:pt>
                <c:pt idx="21">
                  <c:v>14.0</c:v>
                </c:pt>
                <c:pt idx="22">
                  <c:v>13.0</c:v>
                </c:pt>
                <c:pt idx="23">
                  <c:v>19.0</c:v>
                </c:pt>
                <c:pt idx="24">
                  <c:v>15.0</c:v>
                </c:pt>
                <c:pt idx="25">
                  <c:v>18.0</c:v>
                </c:pt>
                <c:pt idx="26">
                  <c:v>10.0</c:v>
                </c:pt>
                <c:pt idx="27">
                  <c:v>15.0</c:v>
                </c:pt>
                <c:pt idx="28">
                  <c:v>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Sheet1!$F$2:$F$30</c:f>
              <c:numCache>
                <c:formatCode>General</c:formatCode>
                <c:ptCount val="29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  <c:pt idx="16">
                  <c:v>16.0</c:v>
                </c:pt>
                <c:pt idx="17">
                  <c:v>7.0</c:v>
                </c:pt>
                <c:pt idx="18">
                  <c:v>13.0</c:v>
                </c:pt>
                <c:pt idx="19">
                  <c:v>10.0</c:v>
                </c:pt>
                <c:pt idx="20">
                  <c:v>13.0</c:v>
                </c:pt>
                <c:pt idx="21">
                  <c:v>13.0</c:v>
                </c:pt>
                <c:pt idx="22">
                  <c:v>12.0</c:v>
                </c:pt>
                <c:pt idx="23">
                  <c:v>8.0</c:v>
                </c:pt>
                <c:pt idx="24">
                  <c:v>9.0</c:v>
                </c:pt>
                <c:pt idx="25">
                  <c:v>12.0</c:v>
                </c:pt>
                <c:pt idx="26">
                  <c:v>9.0</c:v>
                </c:pt>
                <c:pt idx="27">
                  <c:v>14.0</c:v>
                </c:pt>
                <c:pt idx="28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  <c:pt idx="17">
                  <c:v>55.0</c:v>
                </c:pt>
                <c:pt idx="18">
                  <c:v>46.0</c:v>
                </c:pt>
                <c:pt idx="19">
                  <c:v>52.0</c:v>
                </c:pt>
                <c:pt idx="20">
                  <c:v>55.0</c:v>
                </c:pt>
                <c:pt idx="21">
                  <c:v>63.0</c:v>
                </c:pt>
                <c:pt idx="22">
                  <c:v>46.0</c:v>
                </c:pt>
                <c:pt idx="23">
                  <c:v>57.0</c:v>
                </c:pt>
                <c:pt idx="24">
                  <c:v>51.0</c:v>
                </c:pt>
                <c:pt idx="25">
                  <c:v>42.0</c:v>
                </c:pt>
                <c:pt idx="26">
                  <c:v>40.0</c:v>
                </c:pt>
                <c:pt idx="27">
                  <c:v>49.0</c:v>
                </c:pt>
                <c:pt idx="28">
                  <c:v>57.0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  <c:pt idx="16">
                  <c:v>18.0</c:v>
                </c:pt>
                <c:pt idx="17">
                  <c:v>14.0</c:v>
                </c:pt>
                <c:pt idx="18">
                  <c:v>15.0</c:v>
                </c:pt>
                <c:pt idx="19">
                  <c:v>16.0</c:v>
                </c:pt>
                <c:pt idx="20">
                  <c:v>19.0</c:v>
                </c:pt>
                <c:pt idx="21">
                  <c:v>21.0</c:v>
                </c:pt>
                <c:pt idx="22">
                  <c:v>15.0</c:v>
                </c:pt>
                <c:pt idx="23">
                  <c:v>13.0</c:v>
                </c:pt>
                <c:pt idx="24">
                  <c:v>17.0</c:v>
                </c:pt>
                <c:pt idx="25">
                  <c:v>13.0</c:v>
                </c:pt>
                <c:pt idx="26">
                  <c:v>10.0</c:v>
                </c:pt>
                <c:pt idx="27">
                  <c:v>13.0</c:v>
                </c:pt>
                <c:pt idx="28">
                  <c:v>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  <c:pt idx="16">
                  <c:v>14.0</c:v>
                </c:pt>
                <c:pt idx="17">
                  <c:v>16.0</c:v>
                </c:pt>
                <c:pt idx="18">
                  <c:v>12.0</c:v>
                </c:pt>
                <c:pt idx="19">
                  <c:v>10.0</c:v>
                </c:pt>
                <c:pt idx="20">
                  <c:v>10.0</c:v>
                </c:pt>
                <c:pt idx="21">
                  <c:v>17.0</c:v>
                </c:pt>
                <c:pt idx="22">
                  <c:v>12.0</c:v>
                </c:pt>
                <c:pt idx="23">
                  <c:v>17.0</c:v>
                </c:pt>
                <c:pt idx="24">
                  <c:v>14.0</c:v>
                </c:pt>
                <c:pt idx="25">
                  <c:v>11.0</c:v>
                </c:pt>
                <c:pt idx="26">
                  <c:v>11.0</c:v>
                </c:pt>
                <c:pt idx="27">
                  <c:v>13.0</c:v>
                </c:pt>
                <c:pt idx="28">
                  <c:v>14.0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Sheet1!$E$2:$E$30</c:f>
              <c:numCache>
                <c:formatCode>General</c:formatCode>
                <c:ptCount val="29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  <c:pt idx="16">
                  <c:v>17.0</c:v>
                </c:pt>
                <c:pt idx="17">
                  <c:v>17.0</c:v>
                </c:pt>
                <c:pt idx="18">
                  <c:v>10.0</c:v>
                </c:pt>
                <c:pt idx="19">
                  <c:v>17.0</c:v>
                </c:pt>
                <c:pt idx="20">
                  <c:v>16.0</c:v>
                </c:pt>
                <c:pt idx="21">
                  <c:v>13.0</c:v>
                </c:pt>
                <c:pt idx="22">
                  <c:v>8.0</c:v>
                </c:pt>
                <c:pt idx="23">
                  <c:v>14.0</c:v>
                </c:pt>
                <c:pt idx="24">
                  <c:v>14.0</c:v>
                </c:pt>
                <c:pt idx="25">
                  <c:v>14.0</c:v>
                </c:pt>
                <c:pt idx="26">
                  <c:v>11.0</c:v>
                </c:pt>
                <c:pt idx="27">
                  <c:v>14.0</c:v>
                </c:pt>
                <c:pt idx="28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Sheet1!$F$2:$F$30</c:f>
              <c:numCache>
                <c:formatCode>General</c:formatCode>
                <c:ptCount val="29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  <c:pt idx="16">
                  <c:v>10.0</c:v>
                </c:pt>
                <c:pt idx="17">
                  <c:v>8.0</c:v>
                </c:pt>
                <c:pt idx="18">
                  <c:v>10.0</c:v>
                </c:pt>
                <c:pt idx="19">
                  <c:v>9.0</c:v>
                </c:pt>
                <c:pt idx="20">
                  <c:v>10.0</c:v>
                </c:pt>
                <c:pt idx="21">
                  <c:v>12.0</c:v>
                </c:pt>
                <c:pt idx="22">
                  <c:v>11.0</c:v>
                </c:pt>
                <c:pt idx="23">
                  <c:v>13.0</c:v>
                </c:pt>
                <c:pt idx="24">
                  <c:v>6.0</c:v>
                </c:pt>
                <c:pt idx="25">
                  <c:v>4.0</c:v>
                </c:pt>
                <c:pt idx="26">
                  <c:v>8.0</c:v>
                </c:pt>
                <c:pt idx="27">
                  <c:v>9.0</c:v>
                </c:pt>
                <c:pt idx="28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-48,8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250   Δ -18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243   Δ -20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216   Δ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6.963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6.258   Δ 705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1.968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2.073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184 / 310 (59,4%)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-12,4% | Turun 119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223 / 351 (63,5%)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-9,0% | Turun 141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68 (67,6%)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56 / 80 (70,0%)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-9,7%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 / 85 (62,4%)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-20,9%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61 / 93 (65,6%)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 | Turun 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80 (51,2%)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 / 93 (58,1%)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+1,9%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 / 77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-15,4%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 / 85 (61,2%)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1.255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+381,0%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2.631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20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40 / 310 (12,9%)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119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70 / 351 (19,9%)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-2,8% | Turun 141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68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 / 80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85 (10,6%)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-35,7%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93 (18,3%)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-15,0% | Turun 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80 (8,8%)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93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77 (9,1%)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85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3.262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7.604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710 (21,8%)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1.901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428 (77,5%)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603,4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232 | MoM -7,2%
PS: 223 | MoM -8,2%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193 | Active 62,3% | MoM -8,5%
  PS: 184 | Active 59,4% | MoM -9,8%
• Greenfield
  RE: 19 | Active 95,0% | MoM +5,6%
  PS: 19 | Active 95,0% | MoM +5,6%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-33,3%, Gap -3
• Grapari Jimbaran: PS +46,7%, Gap 7
• Grapari Kuta: PS +100,0%, Gap 4
• Grapari Negara: PS +200,0%, Gap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+13,2%, Gap 5
• Grapari Singaraja: PS -44,4%, Gap -4
• Grapari Tabanan: PS -40,0%, Gap -4
• Grapari Ubud: PS +23,1%, Gap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-57 (-6,8%), PS -71 (-9,9%)
• Bali Tengah 2: RE -90 (-9,9%), PS -71 (-9,4%)
• Bali Timur: RE -8 (-1,5%), PS -37 (-8,1%)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-37 (-28,2%), PS -37 (-35,6%)
• Bali Tengah 1: RE -7 (-7,5%), PS -8 (-11,4%)
• Bali Barat: RE -8 (-18,6%), PS -3 (-14,3%)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1 (+7,7%), PS -4 (-44,4%)
• Bali Tengah 1: RE 3 (+15,8%), PS -1 (-7,1%)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-3 (-75,0%), PS -2 (-66,7%)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636,8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604,1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Syarah nur febriyani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WINARSIH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Tuti Karmila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 adi widiana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supantra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Syarah nur febriyani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AZRILFIAN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GEDE ARI SUASTAWAN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WINARSIH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Barthlomeus Mario Jeriko Pareira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 RAVI 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ARI OKTAVIANI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Barthlomeus Mario Jeriko Pareira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 RAVI 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ARI OKTAVIANI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