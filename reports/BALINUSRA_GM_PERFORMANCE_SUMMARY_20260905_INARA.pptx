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23/08</c:v>
                </c:pt>
                <c:pt idx="1">
                  <c:v>24/08</c:v>
                </c:pt>
                <c:pt idx="2">
                  <c:v>25/08</c:v>
                </c:pt>
                <c:pt idx="3">
                  <c:v>26/08</c:v>
                </c:pt>
                <c:pt idx="4">
                  <c:v>27/08</c:v>
                </c:pt>
                <c:pt idx="5">
                  <c:v>28/08</c:v>
                </c:pt>
                <c:pt idx="6">
                  <c:v>29/08</c:v>
                </c:pt>
                <c:pt idx="7">
                  <c:v>30/08</c:v>
                </c:pt>
                <c:pt idx="8">
                  <c:v>31/08</c:v>
                </c:pt>
                <c:pt idx="9">
                  <c:v>01/09</c:v>
                </c:pt>
                <c:pt idx="10">
                  <c:v>02/09</c:v>
                </c:pt>
                <c:pt idx="11">
                  <c:v>03/09</c:v>
                </c:pt>
                <c:pt idx="12">
                  <c:v>04/09</c:v>
                </c:pt>
                <c:pt idx="13">
                  <c:v>05/09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211.0</c:v>
                </c:pt>
                <c:pt idx="1">
                  <c:v>343.0</c:v>
                </c:pt>
                <c:pt idx="2">
                  <c:v>296.0</c:v>
                </c:pt>
                <c:pt idx="3">
                  <c:v>348.0</c:v>
                </c:pt>
                <c:pt idx="4">
                  <c:v>307.0</c:v>
                </c:pt>
                <c:pt idx="5">
                  <c:v>339.0</c:v>
                </c:pt>
                <c:pt idx="6">
                  <c:v>270.0</c:v>
                </c:pt>
                <c:pt idx="7">
                  <c:v>203.0</c:v>
                </c:pt>
                <c:pt idx="8">
                  <c:v>311.0</c:v>
                </c:pt>
                <c:pt idx="9">
                  <c:v>407.0</c:v>
                </c:pt>
                <c:pt idx="10">
                  <c:v>359.0</c:v>
                </c:pt>
                <c:pt idx="11">
                  <c:v>334.0</c:v>
                </c:pt>
                <c:pt idx="12">
                  <c:v>324.0</c:v>
                </c:pt>
                <c:pt idx="13">
                  <c:v>279.0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23/08</c:v>
                </c:pt>
                <c:pt idx="1">
                  <c:v>24/08</c:v>
                </c:pt>
                <c:pt idx="2">
                  <c:v>25/08</c:v>
                </c:pt>
                <c:pt idx="3">
                  <c:v>26/08</c:v>
                </c:pt>
                <c:pt idx="4">
                  <c:v>27/08</c:v>
                </c:pt>
                <c:pt idx="5">
                  <c:v>28/08</c:v>
                </c:pt>
                <c:pt idx="6">
                  <c:v>29/08</c:v>
                </c:pt>
                <c:pt idx="7">
                  <c:v>30/08</c:v>
                </c:pt>
                <c:pt idx="8">
                  <c:v>31/08</c:v>
                </c:pt>
                <c:pt idx="9">
                  <c:v>01/09</c:v>
                </c:pt>
                <c:pt idx="10">
                  <c:v>02/09</c:v>
                </c:pt>
                <c:pt idx="11">
                  <c:v>03/09</c:v>
                </c:pt>
                <c:pt idx="12">
                  <c:v>04/09</c:v>
                </c:pt>
                <c:pt idx="13">
                  <c:v>05/09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197.0</c:v>
                </c:pt>
                <c:pt idx="1">
                  <c:v>266.0</c:v>
                </c:pt>
                <c:pt idx="2">
                  <c:v>228.0</c:v>
                </c:pt>
                <c:pt idx="3">
                  <c:v>230.0</c:v>
                </c:pt>
                <c:pt idx="4">
                  <c:v>298.0</c:v>
                </c:pt>
                <c:pt idx="5">
                  <c:v>255.0</c:v>
                </c:pt>
                <c:pt idx="6">
                  <c:v>238.0</c:v>
                </c:pt>
                <c:pt idx="7">
                  <c:v>142.0</c:v>
                </c:pt>
                <c:pt idx="8">
                  <c:v>250.0</c:v>
                </c:pt>
                <c:pt idx="9">
                  <c:v>271.0</c:v>
                </c:pt>
                <c:pt idx="10">
                  <c:v>315.0</c:v>
                </c:pt>
                <c:pt idx="11">
                  <c:v>270.0</c:v>
                </c:pt>
                <c:pt idx="12">
                  <c:v>255.0</c:v>
                </c:pt>
                <c:pt idx="13">
                  <c:v>185.0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+2,9% &amp; PS +2,9% MoM — Achievement Mencapai 15,2% (RE) / 14,1%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5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01–05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(+13,6%), Denpasar Terdalam (+1,0%)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+13,6%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+3,0%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14,6%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10,8%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(+64,3%), Bali Tengah 1 Terdalam (-14,6%)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(+54), Lombok Tengah Tumbuh Tertinggi (+188,9%)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+109, Bottom 5 -83, dan perubahan PS regional +37.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(+120,5%), TSEL One &gt;30 Mbps Turun Terdalam (-57,9%)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-1,4%, Aktivitas DJP +356,6% MoM — Registered SF 858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56.018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5.441
Dikunjungi: 1.259 (23,1%)
Visit DJP: 4.070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1.112
Dikunjungi: 858 (77,2%)
Visit DJP: 2.979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ANDREYANTO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Wira Anggrawan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NYOMAN RAKA TRISNAYANTI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Kiki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PURNAMA RAYA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Clemens Novanus Rae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SAFRULLAH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 SURATMAN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 DIMIATI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ROBIL ANWAR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FRANSISKUS NDAGANG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MARIANIS TAPIN WOKAL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IRUL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MARTINUS YONGKI MANGGO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 ARNOP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DEWI SRI WULAN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NICO ADRIAN RAMA AWANG MANSOPU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PUSPITA 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PUPUT APRILISIA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Ipradictus Fransis Adipapa Blegur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RAFIKI ABDURAHMAN PUA JENDO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LENI SUMBAYANTI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01–05 Sep 2026 vs MTD-1 01–05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Sep 2026 vs MTD-1 01–05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01–05 Sep 2026 vs MTD-1 01–05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