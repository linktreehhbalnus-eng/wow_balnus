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  <c:pt idx="10">
                  <c:v>64.0</c:v>
                </c:pt>
                <c:pt idx="11">
                  <c:v>51.0</c:v>
                </c:pt>
                <c:pt idx="12">
                  <c:v>49.0</c:v>
                </c:pt>
                <c:pt idx="13">
                  <c:v>64.0</c:v>
                </c:pt>
                <c:pt idx="14">
                  <c:v>67.0</c:v>
                </c:pt>
                <c:pt idx="15">
                  <c:v>67.0</c:v>
                </c:pt>
                <c:pt idx="16">
                  <c:v>71.0</c:v>
                </c:pt>
                <c:pt idx="17">
                  <c:v>50.0</c:v>
                </c:pt>
                <c:pt idx="18">
                  <c:v>58.0</c:v>
                </c:pt>
                <c:pt idx="19">
                  <c:v>52.0</c:v>
                </c:pt>
                <c:pt idx="20">
                  <c:v>69.0</c:v>
                </c:pt>
                <c:pt idx="21">
                  <c:v>58.0</c:v>
                </c:pt>
                <c:pt idx="22">
                  <c:v>55.0</c:v>
                </c:pt>
                <c:pt idx="23">
                  <c:v>66.0</c:v>
                </c:pt>
                <c:pt idx="24">
                  <c:v>55.0</c:v>
                </c:pt>
                <c:pt idx="25">
                  <c:v>56.0</c:v>
                </c:pt>
                <c:pt idx="26">
                  <c:v>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  <c:pt idx="9">
                  <c:v>21.0</c:v>
                </c:pt>
                <c:pt idx="10">
                  <c:v>19.0</c:v>
                </c:pt>
                <c:pt idx="11">
                  <c:v>15.0</c:v>
                </c:pt>
                <c:pt idx="12">
                  <c:v>16.0</c:v>
                </c:pt>
                <c:pt idx="13">
                  <c:v>16.0</c:v>
                </c:pt>
                <c:pt idx="14">
                  <c:v>21.0</c:v>
                </c:pt>
                <c:pt idx="15">
                  <c:v>21.0</c:v>
                </c:pt>
                <c:pt idx="16">
                  <c:v>21.0</c:v>
                </c:pt>
                <c:pt idx="17">
                  <c:v>19.0</c:v>
                </c:pt>
                <c:pt idx="18">
                  <c:v>18.0</c:v>
                </c:pt>
                <c:pt idx="19">
                  <c:v>19.0</c:v>
                </c:pt>
                <c:pt idx="20">
                  <c:v>23.0</c:v>
                </c:pt>
                <c:pt idx="21">
                  <c:v>15.0</c:v>
                </c:pt>
                <c:pt idx="22">
                  <c:v>15.0</c:v>
                </c:pt>
                <c:pt idx="23">
                  <c:v>23.0</c:v>
                </c:pt>
                <c:pt idx="24">
                  <c:v>16.0</c:v>
                </c:pt>
                <c:pt idx="25">
                  <c:v>14.0</c:v>
                </c:pt>
                <c:pt idx="26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  <c:pt idx="9">
                  <c:v>9.0</c:v>
                </c:pt>
                <c:pt idx="10">
                  <c:v>20.0</c:v>
                </c:pt>
                <c:pt idx="11">
                  <c:v>12.0</c:v>
                </c:pt>
                <c:pt idx="12">
                  <c:v>13.0</c:v>
                </c:pt>
                <c:pt idx="13">
                  <c:v>20.0</c:v>
                </c:pt>
                <c:pt idx="14">
                  <c:v>17.0</c:v>
                </c:pt>
                <c:pt idx="15">
                  <c:v>17.0</c:v>
                </c:pt>
                <c:pt idx="16">
                  <c:v>17.0</c:v>
                </c:pt>
                <c:pt idx="17">
                  <c:v>13.0</c:v>
                </c:pt>
                <c:pt idx="18">
                  <c:v>11.0</c:v>
                </c:pt>
                <c:pt idx="19">
                  <c:v>12.0</c:v>
                </c:pt>
                <c:pt idx="20">
                  <c:v>19.0</c:v>
                </c:pt>
                <c:pt idx="21">
                  <c:v>16.0</c:v>
                </c:pt>
                <c:pt idx="22">
                  <c:v>15.0</c:v>
                </c:pt>
                <c:pt idx="23">
                  <c:v>16.0</c:v>
                </c:pt>
                <c:pt idx="24">
                  <c:v>15.0</c:v>
                </c:pt>
                <c:pt idx="25">
                  <c:v>12.0</c:v>
                </c:pt>
                <c:pt idx="26">
                  <c:v>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Sheet1!$E$2:$E$28</c:f>
              <c:numCache>
                <c:formatCode>General</c:formatCode>
                <c:ptCount val="27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  <c:pt idx="9">
                  <c:v>19.0</c:v>
                </c:pt>
                <c:pt idx="10">
                  <c:v>12.0</c:v>
                </c:pt>
                <c:pt idx="11">
                  <c:v>15.0</c:v>
                </c:pt>
                <c:pt idx="12">
                  <c:v>12.0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18.0</c:v>
                </c:pt>
                <c:pt idx="17">
                  <c:v>11.0</c:v>
                </c:pt>
                <c:pt idx="18">
                  <c:v>16.0</c:v>
                </c:pt>
                <c:pt idx="19">
                  <c:v>12.0</c:v>
                </c:pt>
                <c:pt idx="20">
                  <c:v>14.0</c:v>
                </c:pt>
                <c:pt idx="21">
                  <c:v>14.0</c:v>
                </c:pt>
                <c:pt idx="22">
                  <c:v>13.0</c:v>
                </c:pt>
                <c:pt idx="23">
                  <c:v>19.0</c:v>
                </c:pt>
                <c:pt idx="24">
                  <c:v>15.0</c:v>
                </c:pt>
                <c:pt idx="25">
                  <c:v>18.0</c:v>
                </c:pt>
                <c:pt idx="26">
                  <c:v>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Sheet1!$F$2:$F$28</c:f>
              <c:numCache>
                <c:formatCode>General</c:formatCode>
                <c:ptCount val="27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  <c:pt idx="9">
                  <c:v>13.0</c:v>
                </c:pt>
                <c:pt idx="10">
                  <c:v>13.0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13.0</c:v>
                </c:pt>
                <c:pt idx="15">
                  <c:v>13.0</c:v>
                </c:pt>
                <c:pt idx="16">
                  <c:v>16.0</c:v>
                </c:pt>
                <c:pt idx="17">
                  <c:v>7.0</c:v>
                </c:pt>
                <c:pt idx="18">
                  <c:v>13.0</c:v>
                </c:pt>
                <c:pt idx="19">
                  <c:v>10.0</c:v>
                </c:pt>
                <c:pt idx="20">
                  <c:v>13.0</c:v>
                </c:pt>
                <c:pt idx="21">
                  <c:v>13.0</c:v>
                </c:pt>
                <c:pt idx="22">
                  <c:v>12.0</c:v>
                </c:pt>
                <c:pt idx="23">
                  <c:v>8.0</c:v>
                </c:pt>
                <c:pt idx="24">
                  <c:v>9.0</c:v>
                </c:pt>
                <c:pt idx="25">
                  <c:v>12.0</c:v>
                </c:pt>
                <c:pt idx="26">
                  <c:v>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  <c:pt idx="12">
                  <c:v>45.0</c:v>
                </c:pt>
                <c:pt idx="13">
                  <c:v>51.0</c:v>
                </c:pt>
                <c:pt idx="14">
                  <c:v>58.0</c:v>
                </c:pt>
                <c:pt idx="15">
                  <c:v>59.0</c:v>
                </c:pt>
                <c:pt idx="16">
                  <c:v>59.0</c:v>
                </c:pt>
                <c:pt idx="17">
                  <c:v>55.0</c:v>
                </c:pt>
                <c:pt idx="18">
                  <c:v>46.0</c:v>
                </c:pt>
                <c:pt idx="19">
                  <c:v>52.0</c:v>
                </c:pt>
                <c:pt idx="20">
                  <c:v>55.0</c:v>
                </c:pt>
                <c:pt idx="21">
                  <c:v>63.0</c:v>
                </c:pt>
                <c:pt idx="22">
                  <c:v>46.0</c:v>
                </c:pt>
                <c:pt idx="23">
                  <c:v>57.0</c:v>
                </c:pt>
                <c:pt idx="24">
                  <c:v>51.0</c:v>
                </c:pt>
                <c:pt idx="25">
                  <c:v>42.0</c:v>
                </c:pt>
                <c:pt idx="26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  <c:pt idx="9">
                  <c:v>12.0</c:v>
                </c:pt>
                <c:pt idx="10">
                  <c:v>16.0</c:v>
                </c:pt>
                <c:pt idx="11">
                  <c:v>16.0</c:v>
                </c:pt>
                <c:pt idx="12">
                  <c:v>16.0</c:v>
                </c:pt>
                <c:pt idx="13">
                  <c:v>15.0</c:v>
                </c:pt>
                <c:pt idx="14">
                  <c:v>15.0</c:v>
                </c:pt>
                <c:pt idx="15">
                  <c:v>17.0</c:v>
                </c:pt>
                <c:pt idx="16">
                  <c:v>18.0</c:v>
                </c:pt>
                <c:pt idx="17">
                  <c:v>14.0</c:v>
                </c:pt>
                <c:pt idx="18">
                  <c:v>15.0</c:v>
                </c:pt>
                <c:pt idx="19">
                  <c:v>16.0</c:v>
                </c:pt>
                <c:pt idx="20">
                  <c:v>19.0</c:v>
                </c:pt>
                <c:pt idx="21">
                  <c:v>21.0</c:v>
                </c:pt>
                <c:pt idx="22">
                  <c:v>15.0</c:v>
                </c:pt>
                <c:pt idx="23">
                  <c:v>13.0</c:v>
                </c:pt>
                <c:pt idx="24">
                  <c:v>17.0</c:v>
                </c:pt>
                <c:pt idx="25">
                  <c:v>13.0</c:v>
                </c:pt>
                <c:pt idx="26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  <c:pt idx="9">
                  <c:v>14.0</c:v>
                </c:pt>
                <c:pt idx="10">
                  <c:v>17.0</c:v>
                </c:pt>
                <c:pt idx="11">
                  <c:v>14.0</c:v>
                </c:pt>
                <c:pt idx="12">
                  <c:v>13.0</c:v>
                </c:pt>
                <c:pt idx="13">
                  <c:v>13.0</c:v>
                </c:pt>
                <c:pt idx="14">
                  <c:v>18.0</c:v>
                </c:pt>
                <c:pt idx="15">
                  <c:v>15.0</c:v>
                </c:pt>
                <c:pt idx="16">
                  <c:v>14.0</c:v>
                </c:pt>
                <c:pt idx="17">
                  <c:v>16.0</c:v>
                </c:pt>
                <c:pt idx="18">
                  <c:v>12.0</c:v>
                </c:pt>
                <c:pt idx="19">
                  <c:v>10.0</c:v>
                </c:pt>
                <c:pt idx="20">
                  <c:v>10.0</c:v>
                </c:pt>
                <c:pt idx="21">
                  <c:v>17.0</c:v>
                </c:pt>
                <c:pt idx="22">
                  <c:v>12.0</c:v>
                </c:pt>
                <c:pt idx="23">
                  <c:v>17.0</c:v>
                </c:pt>
                <c:pt idx="24">
                  <c:v>14.0</c:v>
                </c:pt>
                <c:pt idx="25">
                  <c:v>11.0</c:v>
                </c:pt>
                <c:pt idx="26">
                  <c:v>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Sheet1!$E$2:$E$28</c:f>
              <c:numCache>
                <c:formatCode>General</c:formatCode>
                <c:ptCount val="27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  <c:pt idx="9">
                  <c:v>19.0</c:v>
                </c:pt>
                <c:pt idx="10">
                  <c:v>19.0</c:v>
                </c:pt>
                <c:pt idx="11">
                  <c:v>15.0</c:v>
                </c:pt>
                <c:pt idx="12">
                  <c:v>11.0</c:v>
                </c:pt>
                <c:pt idx="13">
                  <c:v>14.0</c:v>
                </c:pt>
                <c:pt idx="14">
                  <c:v>12.0</c:v>
                </c:pt>
                <c:pt idx="15">
                  <c:v>15.0</c:v>
                </c:pt>
                <c:pt idx="16">
                  <c:v>17.0</c:v>
                </c:pt>
                <c:pt idx="17">
                  <c:v>17.0</c:v>
                </c:pt>
                <c:pt idx="18">
                  <c:v>10.0</c:v>
                </c:pt>
                <c:pt idx="19">
                  <c:v>17.0</c:v>
                </c:pt>
                <c:pt idx="20">
                  <c:v>16.0</c:v>
                </c:pt>
                <c:pt idx="21">
                  <c:v>13.0</c:v>
                </c:pt>
                <c:pt idx="22">
                  <c:v>8.0</c:v>
                </c:pt>
                <c:pt idx="23">
                  <c:v>14.0</c:v>
                </c:pt>
                <c:pt idx="24">
                  <c:v>14.0</c:v>
                </c:pt>
                <c:pt idx="25">
                  <c:v>14.0</c:v>
                </c:pt>
                <c:pt idx="26">
                  <c:v>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Sheet1!$F$2:$F$28</c:f>
              <c:numCache>
                <c:formatCode>General</c:formatCode>
                <c:ptCount val="27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12.0</c:v>
                </c:pt>
                <c:pt idx="11">
                  <c:v>9.0</c:v>
                </c:pt>
                <c:pt idx="12">
                  <c:v>5.0</c:v>
                </c:pt>
                <c:pt idx="13">
                  <c:v>9.0</c:v>
                </c:pt>
                <c:pt idx="14">
                  <c:v>13.0</c:v>
                </c:pt>
                <c:pt idx="15">
                  <c:v>12.0</c:v>
                </c:pt>
                <c:pt idx="16">
                  <c:v>10.0</c:v>
                </c:pt>
                <c:pt idx="17">
                  <c:v>8.0</c:v>
                </c:pt>
                <c:pt idx="18">
                  <c:v>10.0</c:v>
                </c:pt>
                <c:pt idx="19">
                  <c:v>9.0</c:v>
                </c:pt>
                <c:pt idx="20">
                  <c:v>10.0</c:v>
                </c:pt>
                <c:pt idx="21">
                  <c:v>12.0</c:v>
                </c:pt>
                <c:pt idx="22">
                  <c:v>11.0</c:v>
                </c:pt>
                <c:pt idx="23">
                  <c:v>13.0</c:v>
                </c:pt>
                <c:pt idx="24">
                  <c:v>6.0</c:v>
                </c:pt>
                <c:pt idx="25">
                  <c:v>4.0</c:v>
                </c:pt>
                <c:pt idx="26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243   Δ -14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234   Δ -13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210   Δ 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6.486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5.824   Δ 662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1.871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1.866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1.570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1.577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+5,6%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182 / 310 (58,7%)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-8,5% | Turun 107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221 / 351 (63,0%)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-5,6% | Turun 130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 / 68 (66,2%)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-4,3%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55 / 80 (68,8%)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-6,8%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 / 85 (62,4%)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-14,5%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61 / 93 (65,6%)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-11,6%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 / 80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-2,4%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 / 93 (57,0%)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 / 77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-10,2%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 / 85 (61,2%)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-1,9%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1.164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+424,0%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2.401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20 (35,0%)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37 / 310 (11,9%)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-11,9% | Turun 107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64 / 351 (18,2%)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130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68 (20,6%)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 / 80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+5,3%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85 (10,6%)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 / 93 (17,2%)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80 (8,8%)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 / 93 (18,3%)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-5,6%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77 (9,1%)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85 (12,9%)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3.016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7.589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3.246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647 (19,9%)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1.721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376 (69,8%)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1.099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229 | MoM -5,8%
PS: 221 | MoM -5,6%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190 | Active 61,3% | MoM -6,9%
  PS: 182 | Active 58,7% | MoM -6,7%
• Greenfield
  RE: 19 | Active 95,0% | MoM +5,6%
  PS: 19 | Active 95,0% | MoM +5,6%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+100,0%, Gap 1
• Grapari Gatsu Tengah: PS -44,4%, Gap -4
• Grapari Jimbaran: PS +50,0%, Gap 7
• Grapari Kuta: PS +133,3%, Gap 4
• Grapari Negara: PS +150,0%, Gap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+11,1%, Gap 4
• Grapari Singaraja: PS -37,5%, Gap -3
• Grapari Tabanan: PS -25,0%, Gap -2
• Grapari Ubud: PS +36,4%, Gap 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-93 (-11,9%), PS -91 (-13,6%)
• Bali Tengah 2: RE -90 (-10,7%), PS -81 (-11,5%)
• Bali Timur: RE 1 (+0,2%), PS -44 (-10,4%)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-40 (-32,0%), PS -39 (-39,4%)
• Bali Tengah 1: RE -10 (-11,6%), PS -13 (-19,4%)
• Bali Barat: RE -14 (-32,6%), PS -6 (-28,6%)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1 (+7,7%), PS -4 (-44,4%)
• Bali Barat: RE -7 (-36,8%), PS -3 (-50,0%)
• Bali Tengah 1: RE 3 (+16,7%), PS -3 (-21,4%)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-3 (-75,0%), PS -2 (-66,7%)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594,6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Syarah nur febriyani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 SUSILAWATI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WINARSIH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Tuti Karmila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supantra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Herzza Rahmadhani Duha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AZRILFIAN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Wayan Pebri 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WINARSIH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Barthlomeus Mario Jeriko Pareira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 RAVI 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ARI OKTAVIANI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Barthlomeus Mario Jeriko Pareira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 RAVI 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Zulkarnain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