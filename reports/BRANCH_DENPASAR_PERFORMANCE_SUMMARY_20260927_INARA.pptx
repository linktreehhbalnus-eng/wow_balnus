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  <c:pt idx="25">
                  <c:v>14.0</c:v>
                </c:pt>
                <c:pt idx="26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  <c:pt idx="25">
                  <c:v>12.0</c:v>
                </c:pt>
                <c:pt idx="2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  <c:pt idx="25">
                  <c:v>18.0</c:v>
                </c:pt>
                <c:pt idx="26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  <c:pt idx="25">
                  <c:v>12.0</c:v>
                </c:pt>
                <c:pt idx="26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  <c:pt idx="25">
                  <c:v>13.0</c:v>
                </c:pt>
                <c:pt idx="26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  <c:pt idx="25">
                  <c:v>11.0</c:v>
                </c:pt>
                <c:pt idx="26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  <c:pt idx="25">
                  <c:v>14.0</c:v>
                </c:pt>
                <c:pt idx="26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  <c:pt idx="25">
                  <c:v>4.0</c:v>
                </c:pt>
                <c:pt idx="2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243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210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6.517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6.032   Δ 485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182 / 310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221 / 351 (63,0%)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134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68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 / 80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85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 / 93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93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77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85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2.468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 | Turun 111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351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134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80 (26,2%)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85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93 (17,2%)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647 (19,9%)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1.725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376 (68,1%)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230 | MoM -5,3%
PS: 221 | MoM -5,6%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191 | Active 61,6% | MoM -6,4%
  PS: 182 | Active 58,7% | MoM -6,7%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+200,0%, Gap 2
• Grapari Gatsu Tengah: PS -44,4%, Gap -4
• Grapari Jimbaran: PS +50,0%, Gap 7
• Grapari Kuta: PS +166,7%, Gap 5
• Grapari Negara: PS +150,0%,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+16,7%, Gap 6
• Grapari Singaraja: PS -37,5%, Gap -3
• Grapari Tabanan: PS -25,0%, Gap -2
• Grapari Ubud: PS +36,4%,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-76 (-9,7%), PS -70 (-10,5%)
• Bali Tengah 2: RE -72 (-8,6%), PS -62 (-8,8%)
• Bali Timur: RE 13 (+2,6%), PS -31 (-7,3%)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-38 (-30,4%), PS -37 (-37,4%)
• Bali Tengah 1: RE -6 (-7,0%), PS -10 (-14,9%)
• Bali Barat: RE -12 (-27,9%), PS -5 (-23,8%)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
• Bali Barat: RE -7 (-36,8%), PS -2 (-33,3%)
• Bali Tengah 1: RE 4 (+22,2%), PS -2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Wayan Pebri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