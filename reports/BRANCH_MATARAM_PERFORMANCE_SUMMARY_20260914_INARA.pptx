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1.204,1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160   Δ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153   Δ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+45,4%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108   Δ 49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2.756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2.650   Δ 106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1.066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135 / 211 (64,0%)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+2,3% | Turun 61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160 / 238 (67,2%)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+3,9% | Turun 72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 (81,8%)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 / 129 (60,5%)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+6,8%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 / 146 (63,7%)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+8,1%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57 / 82 (69,5%)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-3,4%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67 / 92 (72,8%)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-1,5%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771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211 (7,1%)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+36,4% | Turun 61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10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 / 238 (9,7%)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+21,1% | Turun 72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129 (7,8%)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146 (10,3%)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82 (6,1%)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92 (8,7%)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312 (21,4%)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552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305 (58,7%)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738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169 | MoM +5,6%
PS: 160 | MoM +4,6%
• Performer
  RE: 1 | Active 100,0% | MoM 0,0%
  PS: 1 | Active 100,0% | MoM 0,0%
• Junior
  RE: 143 | Active 67,8% | MoM +5,1%
  PS: 135 | Active 64,0% | MoM +4,7%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15 | Active 93,8% | MoM +15,4%
  PS: 14 | Active 87,5% | MoM +7,7%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-12,5%, Gap -3
• Grapari Dompu: PS +50,0%, Gap 2
• Grapari Lombok Timur: PS 0,0%, Gap 0
• Grapari Lombok Utara: PS -100,0%,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-100,0%, Gap -1
• Grapari Mataram: PS -9,7%, Gap -3
• Grapari Sumbawa: PS +40,0%, Gap 2
• Grapari Taliwang: PS -66,7%,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1 (+3,3%), PS -1 (-4,3%)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0 (0,0%), PS -1 (-14,3%)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-4 (-80,0%),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NISH RINAH HAMIDAH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EFENDI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nilna audia oktapia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NISH RINAH HAMIDAH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EFENDI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01–14 Sep 2026 vs MTD-1 01–14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Wahdatun aulia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