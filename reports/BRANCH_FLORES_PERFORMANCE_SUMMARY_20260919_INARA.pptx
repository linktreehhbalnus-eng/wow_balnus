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1.899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1.447   Δ 452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72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79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64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71 (57,7%)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+53,3%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79 (20,3%)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93 (36,2%)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163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90 | MoM +7,1%
PS: 88 | MoM +8,6%
• Junior
  RE: 76 | Active 55,9% | MoM +7,0%
  PS: 74 | Active 54,4% | MoM +8,8%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+60,0%, Gap 3
• Grapari Ende: PS +13,0%, Gap 3
• Grapari Kalabahi: PS -33,3%, Gap -7
• Grapari Labuan Bajo: PS -41,2%, Gap 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+40,0%, Gap 2
• Grapari Maumere: PS -40,0%, Gap -6
• Grapari Ruteng: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