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  <c:pt idx="23">
                  <c:v>26.0</c:v>
                </c:pt>
                <c:pt idx="24">
                  <c:v>21.0</c:v>
                </c:pt>
                <c:pt idx="25">
                  <c:v>22.0</c:v>
                </c:pt>
                <c:pt idx="26">
                  <c:v>11.0</c:v>
                </c:pt>
                <c:pt idx="27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  <c:pt idx="22">
                  <c:v>23.0</c:v>
                </c:pt>
                <c:pt idx="23">
                  <c:v>20.0</c:v>
                </c:pt>
                <c:pt idx="24">
                  <c:v>17.0</c:v>
                </c:pt>
                <c:pt idx="25">
                  <c:v>18.0</c:v>
                </c:pt>
                <c:pt idx="26">
                  <c:v>9.0</c:v>
                </c:pt>
                <c:pt idx="27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  <c:pt idx="22">
                  <c:v>6.0</c:v>
                </c:pt>
                <c:pt idx="23">
                  <c:v>6.0</c:v>
                </c:pt>
                <c:pt idx="24">
                  <c:v>4.0</c:v>
                </c:pt>
                <c:pt idx="25">
                  <c:v>4.0</c:v>
                </c:pt>
                <c:pt idx="26">
                  <c:v>2.0</c:v>
                </c:pt>
                <c:pt idx="27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  <c:pt idx="23">
                  <c:v>26.0</c:v>
                </c:pt>
                <c:pt idx="24">
                  <c:v>25.0</c:v>
                </c:pt>
                <c:pt idx="25">
                  <c:v>14.0</c:v>
                </c:pt>
                <c:pt idx="26">
                  <c:v>10.0</c:v>
                </c:pt>
                <c:pt idx="27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  <c:pt idx="21">
                  <c:v>28.0</c:v>
                </c:pt>
                <c:pt idx="22">
                  <c:v>22.0</c:v>
                </c:pt>
                <c:pt idx="23">
                  <c:v>22.0</c:v>
                </c:pt>
                <c:pt idx="24">
                  <c:v>19.0</c:v>
                </c:pt>
                <c:pt idx="25">
                  <c:v>11.0</c:v>
                </c:pt>
                <c:pt idx="26">
                  <c:v>9.0</c:v>
                </c:pt>
                <c:pt idx="27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  <c:pt idx="23">
                  <c:v>4.0</c:v>
                </c:pt>
                <c:pt idx="24">
                  <c:v>6.0</c:v>
                </c:pt>
                <c:pt idx="25">
                  <c:v>3.0</c:v>
                </c:pt>
                <c:pt idx="26">
                  <c:v>1.0</c:v>
                </c:pt>
                <c:pt idx="27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-27,7%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3.227   Δ -894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102 / 139 (73,4%)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114 / 152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+10,7%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109 (78,0%)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+11,8%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 / 120 (79,2%)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+9,2%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30 (56,7%)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32 (59,4%)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 / 139 (17,3%)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-7,7%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 / 152 (18,4%)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109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-10,5%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120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104 (26,9%)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483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120 (75,9%)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117 | MoM +13,6%
PS: 114 | MoM +11,8%
• Junior
  RE: 105 | Active 75,5% | MoM +15,4%
  PS: 102 | Active 73,4% | MoM +13,3%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8 | Active 88,9%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+33,3%, Gap 1
• Grapari Baa Rote: PS 0,0%, Gap 0
• Grapari Kefamenanu: PS 0,0%, Gap 0
• Grapari Kupang: PS +18,2%,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+100,0%, Gap 3
• Grapari Waikabubak: PS +33,3%, Gap 1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-52 (-7,1%), PS -31 (-5,0%)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2 (+4,8%), PS -4 (-14,3%)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-16 (-33,3%), PS -7 (-33,3%)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MELISA PRATAMI ALSYATRI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Sep 2026 vs MTD-1 01–28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