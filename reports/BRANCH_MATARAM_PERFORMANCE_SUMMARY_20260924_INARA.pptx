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  <c:pt idx="20">
                  <c:v>63.0</c:v>
                </c:pt>
                <c:pt idx="21">
                  <c:v>51.0</c:v>
                </c:pt>
                <c:pt idx="22">
                  <c:v>50.0</c:v>
                </c:pt>
                <c:pt idx="23">
                  <c:v>53.0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  <c:pt idx="19">
                  <c:v>22.0</c:v>
                </c:pt>
                <c:pt idx="20">
                  <c:v>30.0</c:v>
                </c:pt>
                <c:pt idx="21">
                  <c:v>28.0</c:v>
                </c:pt>
                <c:pt idx="22">
                  <c:v>30.0</c:v>
                </c:pt>
                <c:pt idx="23">
                  <c:v>35.0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  <c:pt idx="19">
                  <c:v>15.0</c:v>
                </c:pt>
                <c:pt idx="20">
                  <c:v>33.0</c:v>
                </c:pt>
                <c:pt idx="21">
                  <c:v>23.0</c:v>
                </c:pt>
                <c:pt idx="22">
                  <c:v>20.0</c:v>
                </c:pt>
                <c:pt idx="23">
                  <c:v>18.0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  <c:pt idx="20">
                  <c:v>56.0</c:v>
                </c:pt>
                <c:pt idx="21">
                  <c:v>50.0</c:v>
                </c:pt>
                <c:pt idx="22">
                  <c:v>42.0</c:v>
                </c:pt>
                <c:pt idx="23">
                  <c:v>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  <c:pt idx="19">
                  <c:v>20.0</c:v>
                </c:pt>
                <c:pt idx="20">
                  <c:v>32.0</c:v>
                </c:pt>
                <c:pt idx="21">
                  <c:v>25.0</c:v>
                </c:pt>
                <c:pt idx="22">
                  <c:v>26.0</c:v>
                </c:pt>
                <c:pt idx="23">
                  <c:v>26.0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  <c:pt idx="19">
                  <c:v>12.0</c:v>
                </c:pt>
                <c:pt idx="20">
                  <c:v>24.0</c:v>
                </c:pt>
                <c:pt idx="21">
                  <c:v>25.0</c:v>
                </c:pt>
                <c:pt idx="22">
                  <c:v>16.0</c:v>
                </c:pt>
                <c:pt idx="23">
                  <c:v>22.0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185   Δ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178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+16,6%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163   Δ 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4.369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5.006   Δ -637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1.981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161 / 213 (75,6%)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+2,5% | Turun 71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187 / 240 (77,9%)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+4,5% | Turun 84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11 (90,9%)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97 / 131 (74,0%)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+5,4%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113 / 148 (76,4%)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+7,6% | Turun 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 / 82 (78,0%)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 / 92 (80,4%)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1.023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1.435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16 (31,2%)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 / 213 (14,6%)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-3,1% | Turun 71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 / 240 (19,6%)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+2,2% | Turun 84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11 (36,4%)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131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 / 148 (20,3%)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82 (13,4%)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92 (18,5%)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-10,5%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2.994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425 (30,8%)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439 (82,8%)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1.359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195 | MoM +5,4%
PS: 187 | MoM +5,1%
• Performer
  RE: 1 | Active 100,0% | MoM 0,0%
  PS: 1 | Active 100,0% | MoM 0,0%
• Junior
  RE: 168 | Active 78,9% | MoM +5,7%
  PS: 161 | Active 75,6% | MoM +5,9%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+6,7%
  PS: 15 | Active 93,8% | MoM 0,0%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+12,1%, Gap 4
• Grapari Dompu: PS +12,5%, Gap 1
• Grapari Lombok Timur: PS 0,0%, Gap 0
• Grapari Lombok Utara: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-66,7%, Gap -2
• Grapari Mataram: PS -19,6%, Gap -10
• Grapari Sumbawa: PS +50,0%, Gap 3
• Grapari Taliwang: PS +16,7%,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-4 (-13,8%), PS -3 (-27,3%)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-4 (-57,1%), PS -2 (-100,0%)
• Sumbawa Barat - Sumbawa Timur: RE 2 (+50,0%), PS -1 (-33,3%)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253,5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SAIRIN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Nizma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Nizma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