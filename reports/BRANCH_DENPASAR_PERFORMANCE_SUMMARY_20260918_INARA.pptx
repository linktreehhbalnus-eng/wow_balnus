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  <c:pt idx="17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16.0</c:v>
                </c:pt>
                <c:pt idx="17">
                  <c:v>13.0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  <c:pt idx="17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  <c:pt idx="17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  <c:pt idx="17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  <c:pt idx="17">
                  <c:v>16.0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  <c:pt idx="17">
                  <c:v>17.0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  <c:pt idx="17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212   Δ -7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206   Δ -12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+27,6%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156   Δ 43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4.507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+32,7%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3.397   Δ 1.110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+18,8%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155 / 310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-11,4% | Turun 100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194 / 351 (55,3%)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 | Turun 122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68 (54,4%)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-17,8%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 / 80 (58,8%)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85 (54,1%)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 / 93 (58,1%)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 / 80 (41,2%)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-13,2%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93 (49,5%)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77 (50,6%)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85 (55,3%)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+4,4%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+630,8%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1.739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23 / 310 (7,4%)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-20,7% | Turun 100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47 / 351 (13,4%)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-2,1% | Turun 122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68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80 (18,8%)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85 (5,9%)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-44,4%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93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80 (3,8%)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93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77 (6,5%)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85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31.992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336 (10,0%)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1.088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191 (37,1%)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655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205 | MoM -3,3%
PS: 194 | MoM -5,8%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166 | Active 53,5% | MoM -4,6%
  PS: 155 | Active 50,0% | MoM -8,3%
• Greenfield
  RE: 19 | Active 95,0% | MoM +11,8%
  PS: 19 | Active 95,0% | MoM +18,8%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-66,7%, Gap -4
• Grapari Jimbaran: PS +50,0%, Gap 5
• Grapari Kuta: PS +500,0%, Gap 5
• Grapari Negara: PS +100,0%,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0,0%, Gap 0
• Grapari Singaraja: PS -20,0%, Gap -1
• Grapari Tabanan: PS -16,7%, Gap -1
• Grapari Ubud: PS +60,0%, Gap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-46 (-8,5%), PS -42 (-8,9%)
• Bali Timur: RE -11 (-3,0%), PS -34 (-11,4%)
• Bali Tengah 2: RE -38 (-6,7%), PS -11 (-2,4%)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-35 (-39,8%), PS -29 (-41,4%)
• Bali Tengah 1: RE -12 (-18,2%), PS -13 (-25,5%)
• Bali Barat: RE -16 (-44,4%), PS -7 (-38,9%)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0 (0,0%), PS -3 (-37,5%)
• Bali Barat: RE -5 (-45,5%), PS -2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404,9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AYU MADE SUDIASIH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WINARSIH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WYN ARYANITI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