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08/09</c:v>
                </c:pt>
                <c:pt idx="1">
                  <c:v>09/09</c:v>
                </c:pt>
                <c:pt idx="2">
                  <c:v>10/09</c:v>
                </c:pt>
                <c:pt idx="3">
                  <c:v>11/09</c:v>
                </c:pt>
                <c:pt idx="4">
                  <c:v>12/09</c:v>
                </c:pt>
                <c:pt idx="5">
                  <c:v>13/09</c:v>
                </c:pt>
                <c:pt idx="6">
                  <c:v>14/09</c:v>
                </c:pt>
                <c:pt idx="7">
                  <c:v>15/09</c:v>
                </c:pt>
                <c:pt idx="8">
                  <c:v>16/09</c:v>
                </c:pt>
                <c:pt idx="9">
                  <c:v>17/09</c:v>
                </c:pt>
                <c:pt idx="10">
                  <c:v>18/09</c:v>
                </c:pt>
                <c:pt idx="11">
                  <c:v>19/09</c:v>
                </c:pt>
                <c:pt idx="12">
                  <c:v>20/09</c:v>
                </c:pt>
                <c:pt idx="13">
                  <c:v>21/09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285.0</c:v>
                </c:pt>
                <c:pt idx="1">
                  <c:v>266.0</c:v>
                </c:pt>
                <c:pt idx="2">
                  <c:v>237.0</c:v>
                </c:pt>
                <c:pt idx="3">
                  <c:v>258.0</c:v>
                </c:pt>
                <c:pt idx="4">
                  <c:v>191.0</c:v>
                </c:pt>
                <c:pt idx="5">
                  <c:v>151.0</c:v>
                </c:pt>
                <c:pt idx="6">
                  <c:v>266.0</c:v>
                </c:pt>
                <c:pt idx="7">
                  <c:v>271.0</c:v>
                </c:pt>
                <c:pt idx="8">
                  <c:v>266.0</c:v>
                </c:pt>
                <c:pt idx="9">
                  <c:v>261.0</c:v>
                </c:pt>
                <c:pt idx="10">
                  <c:v>242.0</c:v>
                </c:pt>
                <c:pt idx="11">
                  <c:v>209.0</c:v>
                </c:pt>
                <c:pt idx="12">
                  <c:v>0.0</c:v>
                </c:pt>
                <c:pt idx="13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08/09</c:v>
                </c:pt>
                <c:pt idx="1">
                  <c:v>09/09</c:v>
                </c:pt>
                <c:pt idx="2">
                  <c:v>10/09</c:v>
                </c:pt>
                <c:pt idx="3">
                  <c:v>11/09</c:v>
                </c:pt>
                <c:pt idx="4">
                  <c:v>12/09</c:v>
                </c:pt>
                <c:pt idx="5">
                  <c:v>13/09</c:v>
                </c:pt>
                <c:pt idx="6">
                  <c:v>14/09</c:v>
                </c:pt>
                <c:pt idx="7">
                  <c:v>15/09</c:v>
                </c:pt>
                <c:pt idx="8">
                  <c:v>16/09</c:v>
                </c:pt>
                <c:pt idx="9">
                  <c:v>17/09</c:v>
                </c:pt>
                <c:pt idx="10">
                  <c:v>18/09</c:v>
                </c:pt>
                <c:pt idx="11">
                  <c:v>19/09</c:v>
                </c:pt>
                <c:pt idx="12">
                  <c:v>20/09</c:v>
                </c:pt>
                <c:pt idx="13">
                  <c:v>21/09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285.0</c:v>
                </c:pt>
                <c:pt idx="1">
                  <c:v>266.0</c:v>
                </c:pt>
                <c:pt idx="2">
                  <c:v>237.0</c:v>
                </c:pt>
                <c:pt idx="3">
                  <c:v>258.0</c:v>
                </c:pt>
                <c:pt idx="4">
                  <c:v>191.0</c:v>
                </c:pt>
                <c:pt idx="5">
                  <c:v>151.0</c:v>
                </c:pt>
                <c:pt idx="6">
                  <c:v>266.0</c:v>
                </c:pt>
                <c:pt idx="7">
                  <c:v>271.0</c:v>
                </c:pt>
                <c:pt idx="8">
                  <c:v>266.0</c:v>
                </c:pt>
                <c:pt idx="9">
                  <c:v>261.0</c:v>
                </c:pt>
                <c:pt idx="10">
                  <c:v>242.0</c:v>
                </c:pt>
                <c:pt idx="11">
                  <c:v>209.0</c:v>
                </c:pt>
                <c:pt idx="12">
                  <c:v>0.0</c:v>
                </c:pt>
                <c:pt idx="13">
                  <c:v>0.0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-6,7% &amp; PS -6,7% MoM — Achievement Mencapai 45,3% (RE) / 56,7%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Sep 2026 vs MTD-1 01–21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21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Sep 2026 vs MTD-1 01–21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01–21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(+4,4%), Denpasar Terdalam (-10,7%)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Sep 2026 vs MTD-1 01–21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+4,4%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-4,6%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-7,3%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-10,7%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61,1%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59,2%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58,3%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44,0%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(+11,2%), Bali Tengah 1 Terdalam (-18,0%)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Sep 2026 vs MTD-1 01–21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(+157), Buleleng Tumbuh Tertinggi (+71,4%)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Sep 2026 vs MTD-1 01–21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+306, Bottom 5 -199, dan perubahan PS regional -329.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(+34,6%), TSEL One &gt;30 Mbps Turun Terdalam (-65,2%)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Sep 2026 vs MTD-1 01–21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-0,4%, Aktivitas DJP +5,1%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Sep 2026 vs MTD-1 01–21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5.109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9.932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55.850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5.483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83.458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5.483
Dikunjungi: 995 (18,1%)
Visit DJP: 2.741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1.306
Dikunjungi: 844 (64,6%)
Visit DJP: 2.540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Sep 2026 vs MTD-1 01–21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Sep 2026 vs MTD-1 01–21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FIKA AYU PUSPITASARI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Achmad ahmadi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Tauhid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Christin Natalia Banunaek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IBNU MAULANA MAHENDRA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Stefanus jefri kantur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FIKA AYU PUSPITASARI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Achmad ahmadi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Tauhid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Christin Natalia Banunaek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IBNU MAULANA MAHENDRA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Stefanus jefri kantur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Sep 2026 vs MTD-1 01–21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Sep 2026 vs MTD-1 01–21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Sep 2026 vs MTD-1 01–21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01–21 Sep 2026 vs MTD-1 01–21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1.897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1.687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4.943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4.614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2.312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2.065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1.342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01–21 Sep 2026 vs MTD-1 01–21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1,0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01–21 Sep 2026 vs MTD-1 01–21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4.943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4.614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4.943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4.614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1,0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4.297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4.024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4.297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4.024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872,8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+159,2%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564 | MoM -0,4%
PS: 564 | MoM -0,4%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475 | Active 59,5% | MoM -0,8%
  PS: 475 | Active 59,5% | MoM -0,8%
• Greenfield
  RE: 53 | Active 91,4% | MoM +6,0%
  PS: 53 | Active 91,4% | MoM +6,0%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+1,4%, Gap +1
• Flores: PS -16,3%, Gap -16
• Kupang: PS +24,1%, Gap +7
• Mataram: PS -14,6%, Gap 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Utara (Mataram): -100,0%, Gap -1
• Grapari Gatsu Tengah (Denpasar): -66,7%, Gap -4
• Grapari Maluk (Mataram): -66,7%, Gap -2
• Grapari Lombok Timur (Mataram): -50,0%, Gap -1
• Grapari Labuan Bajo (Flores): -44,4%, Gap -8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-94 (-17,4%), PS -94 (-17,4%)
• Bali Tengah 2: RE -70 (-13,0%), PS -70 (-13,0%)
• Bali Timur: RE -64 (-18,8%), PS -64 (-18,8%)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-37 (-44,6%), PS -37 (-44,6%)
• Bali Tengah 1: RE -13 (-24,1%), PS -13 (-24,1%)
• Bali Barat: RE -9 (-45,0%), PS -9 (-45,0%)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-8 (-50,0%), PS -8 (-50,0%)
• Bali Barat: RE -3 (-60,0%), PS -3 (-60,0%)
• Bali Tengah 1: RE -3 (-27,3%), PS -3 (-27,3%)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-2 (-100,0%),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01–21 Sep 2026 vs MTD-1 01–21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+18,8%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156 / 310 (50,3%)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 | Turun 101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195 / 351 (55,6%)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 | Turun 122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 / 136 (54,4%)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+10,4% | Turun 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 / 150 (58,7%)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+8,6%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94 / 139 (67,6%)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+8,0%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105 / 152 (69,1%)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151 / 213 (70,9%)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176 / 240 (73,3%)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 | Turun 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 / 58 (91,4%)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+10,4%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475 / 798 (59,5%)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+0,4% | Turun 228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10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565 / 924 (61,1%)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+2,2% | Turun 274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1.825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2.534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+653,1%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4.023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 / 310 (7,7%)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-22,6% | Turun 101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351 (13,7%)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 | Turun 122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13 (53,8%)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136 (11,0%)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150 (15,3%)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+53,3%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139 (7,2%)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152 (9,2%)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16 (18,8%)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 / 213 (11,3%)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 / 240 (15,8%)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+8,6% | Turun 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58 (24,1%)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+7,7%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73 / 798 (9,1%)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-2,7% | Turun 228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+18,8% | Turun 10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123 / 924 (13,3%)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+6,0% | Turun 274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