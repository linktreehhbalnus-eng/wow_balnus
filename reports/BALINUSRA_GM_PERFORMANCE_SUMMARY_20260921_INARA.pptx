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08/09</c:v>
                </c:pt>
                <c:pt idx="1">
                  <c:v>09/09</c:v>
                </c:pt>
                <c:pt idx="2">
                  <c:v>10/09</c:v>
                </c:pt>
                <c:pt idx="3">
                  <c:v>11/09</c:v>
                </c:pt>
                <c:pt idx="4">
                  <c:v>12/09</c:v>
                </c:pt>
                <c:pt idx="5">
                  <c:v>13/09</c:v>
                </c:pt>
                <c:pt idx="6">
                  <c:v>14/09</c:v>
                </c:pt>
                <c:pt idx="7">
                  <c:v>15/09</c:v>
                </c:pt>
                <c:pt idx="8">
                  <c:v>16/09</c:v>
                </c:pt>
                <c:pt idx="9">
                  <c:v>17/09</c:v>
                </c:pt>
                <c:pt idx="10">
                  <c:v>18/09</c:v>
                </c:pt>
                <c:pt idx="11">
                  <c:v>19/09</c:v>
                </c:pt>
                <c:pt idx="12">
                  <c:v>20/09</c:v>
                </c:pt>
                <c:pt idx="13">
                  <c:v>21/09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351.0</c:v>
                </c:pt>
                <c:pt idx="1">
                  <c:v>315.0</c:v>
                </c:pt>
                <c:pt idx="2">
                  <c:v>313.0</c:v>
                </c:pt>
                <c:pt idx="3">
                  <c:v>319.0</c:v>
                </c:pt>
                <c:pt idx="4">
                  <c:v>254.0</c:v>
                </c:pt>
                <c:pt idx="5">
                  <c:v>169.0</c:v>
                </c:pt>
                <c:pt idx="6">
                  <c:v>339.0</c:v>
                </c:pt>
                <c:pt idx="7">
                  <c:v>320.0</c:v>
                </c:pt>
                <c:pt idx="8">
                  <c:v>322.0</c:v>
                </c:pt>
                <c:pt idx="9">
                  <c:v>334.0</c:v>
                </c:pt>
                <c:pt idx="10">
                  <c:v>305.0</c:v>
                </c:pt>
                <c:pt idx="11">
                  <c:v>267.0</c:v>
                </c:pt>
                <c:pt idx="12">
                  <c:v>193.0</c:v>
                </c:pt>
                <c:pt idx="13">
                  <c:v>378.0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08/09</c:v>
                </c:pt>
                <c:pt idx="1">
                  <c:v>09/09</c:v>
                </c:pt>
                <c:pt idx="2">
                  <c:v>10/09</c:v>
                </c:pt>
                <c:pt idx="3">
                  <c:v>11/09</c:v>
                </c:pt>
                <c:pt idx="4">
                  <c:v>12/09</c:v>
                </c:pt>
                <c:pt idx="5">
                  <c:v>13/09</c:v>
                </c:pt>
                <c:pt idx="6">
                  <c:v>14/09</c:v>
                </c:pt>
                <c:pt idx="7">
                  <c:v>15/09</c:v>
                </c:pt>
                <c:pt idx="8">
                  <c:v>16/09</c:v>
                </c:pt>
                <c:pt idx="9">
                  <c:v>17/09</c:v>
                </c:pt>
                <c:pt idx="10">
                  <c:v>18/09</c:v>
                </c:pt>
                <c:pt idx="11">
                  <c:v>19/09</c:v>
                </c:pt>
                <c:pt idx="12">
                  <c:v>20/09</c:v>
                </c:pt>
                <c:pt idx="13">
                  <c:v>21/09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285.0</c:v>
                </c:pt>
                <c:pt idx="1">
                  <c:v>266.0</c:v>
                </c:pt>
                <c:pt idx="2">
                  <c:v>237.0</c:v>
                </c:pt>
                <c:pt idx="3">
                  <c:v>258.0</c:v>
                </c:pt>
                <c:pt idx="4">
                  <c:v>191.0</c:v>
                </c:pt>
                <c:pt idx="5">
                  <c:v>151.0</c:v>
                </c:pt>
                <c:pt idx="6">
                  <c:v>266.0</c:v>
                </c:pt>
                <c:pt idx="7">
                  <c:v>271.0</c:v>
                </c:pt>
                <c:pt idx="8">
                  <c:v>266.0</c:v>
                </c:pt>
                <c:pt idx="9">
                  <c:v>261.0</c:v>
                </c:pt>
                <c:pt idx="10">
                  <c:v>242.0</c:v>
                </c:pt>
                <c:pt idx="11">
                  <c:v>209.0</c:v>
                </c:pt>
                <c:pt idx="12">
                  <c:v>177.0</c:v>
                </c:pt>
                <c:pt idx="13">
                  <c:v>269.0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+3,5% &amp; PS +2,4% MoM — Achievement Mencapai 63,2% (RE) / 62,2%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21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01–21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(+13,8%), Denpasar Terdalam (-2,3%)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(+19,7%), Bali Tengah 1 Terdalam (-12,7%)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(+158), Buleleng Tumbuh Tertinggi (+62,5%)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+306, Bottom 5 -237, dan perubahan PS regional +117.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(+49,9%), TSEL One &gt;30 Mbps Turun Terdalam (-62,1%)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+3,2%, Aktivitas DJP +3,3%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5.483
Dikunjungi: 1.069 (19,5%)
Visit DJP: 2.948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868 (66,5%)
Visit DJP: 2.638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Christin Natalia Banunaek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01–21 Sep 2026 vs MTD-1 01–21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Sep 2026 vs MTD-1 01–21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5.060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Sep 2026 vs MTD-1 01–21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Sep 2026 vs MTD-1 01–21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962,0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608 | MoM +3,9%
PS: 584 | MoM +3,2%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517 | Active 64,8% | MoM +4,0%
  PS: 494 | Active 61,9% | MoM +3,1%
• Greenfield
  RE: 55 | Active 94,8% | MoM +7,8%
  PS: 54 | Active 93,1% | MoM +8,0%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+6,9%, Gap +5
• Flores: PS -6,1%, Gap -6
• Kupang: PS +34,5%, Gap +10
• Mataram: PS -5,2%,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Gatsu Tengah (Denpasar): -66,7%, Gap -4
• Grapari Maluk (Mataram): -66,7%, Gap -2
• Grapari Lombok Timur (Mataram): -50,0%, Gap -1
• Grapari Maumere (Flores): -37,5%, Gap -6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-72 (-11,3%), PS -64 (-11,9%)
• Bali Timur: RE +7 (+1,7%), PS -29 (-8,5%)
• Bali Tengah 2: RE -55 (-8,3%), PS -22 (-4,1%)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-44 (-41,1%), PS -32 (-38,6%)
• Bali Tengah 1: RE -14 (-19,2%), PS -10 (-18,5%)
• Bali Barat: RE -14 (-36,8%), PS -8 (-40,0%)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(-35,1%), PS -6 (-37,5%)
• Bali Barat: RE -7 (-46,7%), PS -3 (-60,0%)
• Bali Tengah 1: RE +3 (+21,4%), PS -3 (-27,3%)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01–21 Sep 2026 vs MTD-1 01–21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310 (53,9%)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 / 351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 / 136 (55,9%)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+13,4%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 / 150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139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 / 152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155 / 213 (72,8%)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 / 240 (75,4%)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+10,2%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494 / 798 (61,9%)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+1,0% | Turun 231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585 / 924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+523,8%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4.414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310 (9,0%)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351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150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+38,9%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139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152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213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240 (17,5%)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81 / 798 (10,2%)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+11,8%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 / 924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