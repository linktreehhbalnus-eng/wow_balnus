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04/09</c:v>
                </c:pt>
                <c:pt idx="1">
                  <c:v>05/09</c:v>
                </c:pt>
                <c:pt idx="2">
                  <c:v>06/09</c:v>
                </c:pt>
                <c:pt idx="3">
                  <c:v>07/09</c:v>
                </c:pt>
                <c:pt idx="4">
                  <c:v>08/09</c:v>
                </c:pt>
                <c:pt idx="5">
                  <c:v>09/09</c:v>
                </c:pt>
                <c:pt idx="6">
                  <c:v>10/09</c:v>
                </c:pt>
                <c:pt idx="7">
                  <c:v>11/09</c:v>
                </c:pt>
                <c:pt idx="8">
                  <c:v>12/09</c:v>
                </c:pt>
                <c:pt idx="9">
                  <c:v>13/09</c:v>
                </c:pt>
                <c:pt idx="10">
                  <c:v>14/09</c:v>
                </c:pt>
                <c:pt idx="11">
                  <c:v>15/09</c:v>
                </c:pt>
                <c:pt idx="12">
                  <c:v>16/09</c:v>
                </c:pt>
                <c:pt idx="13">
                  <c:v>17/09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324.0</c:v>
                </c:pt>
                <c:pt idx="1">
                  <c:v>279.0</c:v>
                </c:pt>
                <c:pt idx="2">
                  <c:v>198.0</c:v>
                </c:pt>
                <c:pt idx="3">
                  <c:v>362.0</c:v>
                </c:pt>
                <c:pt idx="4">
                  <c:v>351.0</c:v>
                </c:pt>
                <c:pt idx="5">
                  <c:v>315.0</c:v>
                </c:pt>
                <c:pt idx="6">
                  <c:v>313.0</c:v>
                </c:pt>
                <c:pt idx="7">
                  <c:v>319.0</c:v>
                </c:pt>
                <c:pt idx="8">
                  <c:v>254.0</c:v>
                </c:pt>
                <c:pt idx="9">
                  <c:v>169.0</c:v>
                </c:pt>
                <c:pt idx="10">
                  <c:v>339.0</c:v>
                </c:pt>
                <c:pt idx="11">
                  <c:v>320.0</c:v>
                </c:pt>
                <c:pt idx="12">
                  <c:v>322.0</c:v>
                </c:pt>
                <c:pt idx="13">
                  <c:v>332.0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04/09</c:v>
                </c:pt>
                <c:pt idx="1">
                  <c:v>05/09</c:v>
                </c:pt>
                <c:pt idx="2">
                  <c:v>06/09</c:v>
                </c:pt>
                <c:pt idx="3">
                  <c:v>07/09</c:v>
                </c:pt>
                <c:pt idx="4">
                  <c:v>08/09</c:v>
                </c:pt>
                <c:pt idx="5">
                  <c:v>09/09</c:v>
                </c:pt>
                <c:pt idx="6">
                  <c:v>10/09</c:v>
                </c:pt>
                <c:pt idx="7">
                  <c:v>11/09</c:v>
                </c:pt>
                <c:pt idx="8">
                  <c:v>12/09</c:v>
                </c:pt>
                <c:pt idx="9">
                  <c:v>13/09</c:v>
                </c:pt>
                <c:pt idx="10">
                  <c:v>14/09</c:v>
                </c:pt>
                <c:pt idx="11">
                  <c:v>15/09</c:v>
                </c:pt>
                <c:pt idx="12">
                  <c:v>16/09</c:v>
                </c:pt>
                <c:pt idx="13">
                  <c:v>17/09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255.0</c:v>
                </c:pt>
                <c:pt idx="1">
                  <c:v>185.0</c:v>
                </c:pt>
                <c:pt idx="2">
                  <c:v>159.0</c:v>
                </c:pt>
                <c:pt idx="3">
                  <c:v>256.0</c:v>
                </c:pt>
                <c:pt idx="4">
                  <c:v>285.0</c:v>
                </c:pt>
                <c:pt idx="5">
                  <c:v>266.0</c:v>
                </c:pt>
                <c:pt idx="6">
                  <c:v>237.0</c:v>
                </c:pt>
                <c:pt idx="7">
                  <c:v>258.0</c:v>
                </c:pt>
                <c:pt idx="8">
                  <c:v>191.0</c:v>
                </c:pt>
                <c:pt idx="9">
                  <c:v>151.0</c:v>
                </c:pt>
                <c:pt idx="10">
                  <c:v>266.0</c:v>
                </c:pt>
                <c:pt idx="11">
                  <c:v>271.0</c:v>
                </c:pt>
                <c:pt idx="12">
                  <c:v>266.0</c:v>
                </c:pt>
                <c:pt idx="13">
                  <c:v>261.0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+7,9% &amp; PS +6,9% MoM — Achievement Mencapai 52,0% (RE) / 51,2%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Relatif Stabil pada 17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01–17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(+16,2%), Denpasar Terdalam (-0,6%)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54,7%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54,1%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39,8%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(+31,1%), Bali Tengah 1 Terdalam (-9,5%)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(+141), Bima Tumbuh Tertinggi (+73,1%)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+304, Bottom 5 -157, dan perubahan PS regional +268.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(+89,3%), TSEL One &gt;30 Mbps Turun Terdalam (-65,6%)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+3,9%, Aktivitas DJP +10,5%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5.487
Dikunjungi: 837 (15,3%)
Visit DJP: 2.266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1.306
Dikunjungi: 709 (54,3%)
Visit DJP: 2.104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Cornelis Desanto Karo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Haris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STANISLAUS APRIANUS HUN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 RIVAN ANDIKA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MUHAMAD SUNARTO WETI DALA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HUZAIMATUL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Sep 2026 vs MTD-1 01–17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01–17 Sep 2026 vs MTD-1 01–17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1.532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3.895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4.163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1.875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01–17 Sep 2026 vs MTD-1 01–17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01–17 Sep 2026 vs MTD-1 01–17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4.908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5.297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3.895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4.163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922,6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4.485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3.359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3.638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787,2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+181,3%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580 | MoM +4,9%
PS: 554 | MoM +3,9%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490 | Active 61,4% | MoM +4,5%
  PS: 465 | Active 58,3% | MoM +3,3%
• Greenfield
  RE: 54 | Active 93,1% | MoM +14,9%
  PS: 53 | Active 91,4% | MoM +15,2%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+12,1%, Gap +7
• Flores: PS -16,3%, Gap -14
• Kupang: PS +40,0%, Gap +10
• Mataram: PS -6,2%, Gap 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Gatsu Tengah (Denpasar): -66,7%, Gap -4
• Grapari Maumere (Flores): -53,3%, Gap -8
• Grapari Lombok Timur (Mataram): -50,0%, Gap -1
• Grapari Maluk (Mataram): -50,0%,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-49 (-9,6%), PS -37 (-8,4%)
• Bali Timur: RE +1 (+0,3%), PS -26 (-9,3%)
• Bali Tengah 2: RE -27 (-5,1%), PS -17 (-3,8%)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-33 (-39,8%), PS -25 (-39,1%)
• Bali Tengah 1: RE -11 (-17,7%), PS -13 (-26,5%)
• Bali Barat: RE -16 (-45,7%), PS -7 (-38,9%)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-10 (-37,0%), PS -6 (-46,2%)
• Bali Barat: RE -5 (-50,0%), PS -2 (-50,0%)
• Bali Timur: RE -1 (-9,1%), PS -2 (-28,6%)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-4 (-66,7%),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01–17 Sep 2026 vs MTD-1 01–17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+26,7%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155 / 310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-9,9% | Turun 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194 / 351 (55,3%)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 | Turun 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 / 136 (52,9%)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+10,8%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 / 150 (57,3%)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+8,9%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 / 139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+8,2%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 / 152 (67,8%)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+9,6%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 / 213 (68,5%)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+5,8% | Turun 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171 / 240 (71,2%)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+17,8% | Turun 20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465 / 798 (58,3%)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 | Turun 212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555 / 924 (60,1%)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+3,4% | Turun 253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+658,3%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2.296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+804,2%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3.638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310 (6,8%)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351 (12,8%)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 | Turun 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136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150 (14,0%)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139 (5,0%)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152 (7,2%)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16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213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240 (14,2%)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+30,8%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58 (20,7%)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 | Turun 20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 / 798 (8,0%)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+10,3% | Turun 212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111 / 924 (12,0%)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+14,4% | Turun 253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