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62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53   Δ 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+145,9%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133   Δ 194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(23,4%)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121 (83,4%)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JACOB BESSIE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THADEUS NGEWI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THADEUS NGEWI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