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20/08</c:v>
                </c:pt>
                <c:pt idx="1">
                  <c:v>21/08</c:v>
                </c:pt>
                <c:pt idx="2">
                  <c:v>22/08</c:v>
                </c:pt>
                <c:pt idx="3">
                  <c:v>23/08</c:v>
                </c:pt>
                <c:pt idx="4">
                  <c:v>24/08</c:v>
                </c:pt>
                <c:pt idx="5">
                  <c:v>25/08</c:v>
                </c:pt>
                <c:pt idx="6">
                  <c:v>26/08</c:v>
                </c:pt>
                <c:pt idx="7">
                  <c:v>27/08</c:v>
                </c:pt>
                <c:pt idx="8">
                  <c:v>28/08</c:v>
                </c:pt>
                <c:pt idx="9">
                  <c:v>29/08</c:v>
                </c:pt>
                <c:pt idx="10">
                  <c:v>30/08</c:v>
                </c:pt>
                <c:pt idx="11">
                  <c:v>31/08</c:v>
                </c:pt>
                <c:pt idx="12">
                  <c:v>01/09</c:v>
                </c:pt>
                <c:pt idx="13">
                  <c:v>02/09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303.0</c:v>
                </c:pt>
                <c:pt idx="1">
                  <c:v>358.0</c:v>
                </c:pt>
                <c:pt idx="2">
                  <c:v>316.0</c:v>
                </c:pt>
                <c:pt idx="3">
                  <c:v>211.0</c:v>
                </c:pt>
                <c:pt idx="4">
                  <c:v>343.0</c:v>
                </c:pt>
                <c:pt idx="5">
                  <c:v>296.0</c:v>
                </c:pt>
                <c:pt idx="6">
                  <c:v>348.0</c:v>
                </c:pt>
                <c:pt idx="7">
                  <c:v>307.0</c:v>
                </c:pt>
                <c:pt idx="8">
                  <c:v>339.0</c:v>
                </c:pt>
                <c:pt idx="9">
                  <c:v>270.0</c:v>
                </c:pt>
                <c:pt idx="10">
                  <c:v>203.0</c:v>
                </c:pt>
                <c:pt idx="11">
                  <c:v>311.0</c:v>
                </c:pt>
                <c:pt idx="12">
                  <c:v>407.0</c:v>
                </c:pt>
                <c:pt idx="13">
                  <c:v>359.0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20/08</c:v>
                </c:pt>
                <c:pt idx="1">
                  <c:v>21/08</c:v>
                </c:pt>
                <c:pt idx="2">
                  <c:v>22/08</c:v>
                </c:pt>
                <c:pt idx="3">
                  <c:v>23/08</c:v>
                </c:pt>
                <c:pt idx="4">
                  <c:v>24/08</c:v>
                </c:pt>
                <c:pt idx="5">
                  <c:v>25/08</c:v>
                </c:pt>
                <c:pt idx="6">
                  <c:v>26/08</c:v>
                </c:pt>
                <c:pt idx="7">
                  <c:v>27/08</c:v>
                </c:pt>
                <c:pt idx="8">
                  <c:v>28/08</c:v>
                </c:pt>
                <c:pt idx="9">
                  <c:v>29/08</c:v>
                </c:pt>
                <c:pt idx="10">
                  <c:v>30/08</c:v>
                </c:pt>
                <c:pt idx="11">
                  <c:v>31/08</c:v>
                </c:pt>
                <c:pt idx="12">
                  <c:v>01/09</c:v>
                </c:pt>
                <c:pt idx="13">
                  <c:v>02/09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231.0</c:v>
                </c:pt>
                <c:pt idx="1">
                  <c:v>271.0</c:v>
                </c:pt>
                <c:pt idx="2">
                  <c:v>256.0</c:v>
                </c:pt>
                <c:pt idx="3">
                  <c:v>197.0</c:v>
                </c:pt>
                <c:pt idx="4">
                  <c:v>266.0</c:v>
                </c:pt>
                <c:pt idx="5">
                  <c:v>228.0</c:v>
                </c:pt>
                <c:pt idx="6">
                  <c:v>230.0</c:v>
                </c:pt>
                <c:pt idx="7">
                  <c:v>298.0</c:v>
                </c:pt>
                <c:pt idx="8">
                  <c:v>255.0</c:v>
                </c:pt>
                <c:pt idx="9">
                  <c:v>238.0</c:v>
                </c:pt>
                <c:pt idx="10">
                  <c:v>142.0</c:v>
                </c:pt>
                <c:pt idx="11">
                  <c:v>250.0</c:v>
                </c:pt>
                <c:pt idx="12">
                  <c:v>271.0</c:v>
                </c:pt>
                <c:pt idx="13">
                  <c:v>315.0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+45,9% &amp; PS +60,1% MoM — Achievement Mencapai 6,9% (RE) / 6,4%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01–02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(+147,1%), Denpasar Terdalam (+31,8%)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+147,1%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+102,6%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+31,8%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- Flores Timur Tertinggi (+152,2%), Bali Timur Terdalam (-16,3%)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(+46), Lombok Tengah Tumbuh Tertinggi (+1000,0%)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37 kabupaten: Top 5 menyumbang +102, Bottom 5 -14, dan perubahan PS regional +220.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TSEL One &gt;30 Mbps Tumbuh Tertinggi (+500,0%), 50 Mbps Turun Terdalam (-6,5%)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+22,4%, Aktivitas DJP +10441,7%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+10441,7%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+10850,0%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56.034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5.438
Dikunjungi: 1.262 (23,2%)
Visit DJP: 3.968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1.095
Dikunjungi: 856 (78,2%)
Visit DJP: 2.898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 SUBANDRI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KETUT TINA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SYAFRUDIN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Ketut wijana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Kiki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ALDIAN YULEX LAYBOIS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Mohamad Ferdiansyah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 UTARI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KETUT TINA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ALDIAN YULEX LAYBOIS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Florianus Antus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witana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MARKUS RUA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MADE WARNI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WAYAN DESNI 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SYAFRUDIN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Aprillinda Wulandary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LUKAS ALFREDO LODANG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ANIS MARIATUL KIPTIAN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Novi Rohmatul hazijah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JEVRIANUS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ANIS MARIATUL KIPTIAN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SETIASIH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YUSUF MARIO BENNY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Sep 2026 vs MTD-1 01–02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