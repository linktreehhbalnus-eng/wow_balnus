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13/08</c:v>
                </c:pt>
                <c:pt idx="1">
                  <c:v>14/08</c:v>
                </c:pt>
                <c:pt idx="2">
                  <c:v>15/08</c:v>
                </c:pt>
                <c:pt idx="3">
                  <c:v>16/08</c:v>
                </c:pt>
                <c:pt idx="4">
                  <c:v>17/08</c:v>
                </c:pt>
                <c:pt idx="5">
                  <c:v>18/08</c:v>
                </c:pt>
                <c:pt idx="6">
                  <c:v>19/08</c:v>
                </c:pt>
                <c:pt idx="7">
                  <c:v>20/08</c:v>
                </c:pt>
                <c:pt idx="8">
                  <c:v>21/08</c:v>
                </c:pt>
                <c:pt idx="9">
                  <c:v>22/08</c:v>
                </c:pt>
                <c:pt idx="10">
                  <c:v>23/08</c:v>
                </c:pt>
                <c:pt idx="11">
                  <c:v>24/08</c:v>
                </c:pt>
                <c:pt idx="12">
                  <c:v>25/08</c:v>
                </c:pt>
                <c:pt idx="13">
                  <c:v>26/08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270.0</c:v>
                </c:pt>
                <c:pt idx="1">
                  <c:v>263.0</c:v>
                </c:pt>
                <c:pt idx="2">
                  <c:v>214.0</c:v>
                </c:pt>
                <c:pt idx="3">
                  <c:v>214.0</c:v>
                </c:pt>
                <c:pt idx="4">
                  <c:v>218.0</c:v>
                </c:pt>
                <c:pt idx="5">
                  <c:v>358.0</c:v>
                </c:pt>
                <c:pt idx="6">
                  <c:v>297.0</c:v>
                </c:pt>
                <c:pt idx="7">
                  <c:v>303.0</c:v>
                </c:pt>
                <c:pt idx="8">
                  <c:v>358.0</c:v>
                </c:pt>
                <c:pt idx="9">
                  <c:v>316.0</c:v>
                </c:pt>
                <c:pt idx="10">
                  <c:v>211.0</c:v>
                </c:pt>
                <c:pt idx="11">
                  <c:v>343.0</c:v>
                </c:pt>
                <c:pt idx="12">
                  <c:v>296.0</c:v>
                </c:pt>
                <c:pt idx="13">
                  <c:v>348.0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13/08</c:v>
                </c:pt>
                <c:pt idx="1">
                  <c:v>14/08</c:v>
                </c:pt>
                <c:pt idx="2">
                  <c:v>15/08</c:v>
                </c:pt>
                <c:pt idx="3">
                  <c:v>16/08</c:v>
                </c:pt>
                <c:pt idx="4">
                  <c:v>17/08</c:v>
                </c:pt>
                <c:pt idx="5">
                  <c:v>18/08</c:v>
                </c:pt>
                <c:pt idx="6">
                  <c:v>19/08</c:v>
                </c:pt>
                <c:pt idx="7">
                  <c:v>20/08</c:v>
                </c:pt>
                <c:pt idx="8">
                  <c:v>21/08</c:v>
                </c:pt>
                <c:pt idx="9">
                  <c:v>22/08</c:v>
                </c:pt>
                <c:pt idx="10">
                  <c:v>23/08</c:v>
                </c:pt>
                <c:pt idx="11">
                  <c:v>24/08</c:v>
                </c:pt>
                <c:pt idx="12">
                  <c:v>25/08</c:v>
                </c:pt>
                <c:pt idx="13">
                  <c:v>26/08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263.0</c:v>
                </c:pt>
                <c:pt idx="1">
                  <c:v>217.0</c:v>
                </c:pt>
                <c:pt idx="2">
                  <c:v>162.0</c:v>
                </c:pt>
                <c:pt idx="3">
                  <c:v>151.0</c:v>
                </c:pt>
                <c:pt idx="4">
                  <c:v>149.0</c:v>
                </c:pt>
                <c:pt idx="5">
                  <c:v>278.0</c:v>
                </c:pt>
                <c:pt idx="6">
                  <c:v>268.0</c:v>
                </c:pt>
                <c:pt idx="7">
                  <c:v>231.0</c:v>
                </c:pt>
                <c:pt idx="8">
                  <c:v>271.0</c:v>
                </c:pt>
                <c:pt idx="9">
                  <c:v>256.0</c:v>
                </c:pt>
                <c:pt idx="10">
                  <c:v>197.0</c:v>
                </c:pt>
                <c:pt idx="11">
                  <c:v>266.0</c:v>
                </c:pt>
                <c:pt idx="12">
                  <c:v>228.0</c:v>
                </c:pt>
                <c:pt idx="13">
                  <c:v>230.0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0,0% &amp; PS -1,8% MoM — Achievement Mencapai 66,2% (RE) / 62,8%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26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01–26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(+2,5%), Kupang Terdalam (-11,7%)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63,8%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(+9,1%), Sumba Terdalam (-14,4%)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(+84), Lombok Tengah Tumbuh Tertinggi (+85,7%)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+242, Bottom 5 -218, dan perubahan PS regional -111.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(+45,7%), 50 Mbps Turun Terdalam (-24,0%)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+7,0%, Aktivitas DJP -6,0%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1.174 (21,5%)
Visit DJP: 3.067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947
Dikunjungi: 731 (77,2%)
Visit DJP: 1.876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01–26 Agu 2026 vs MTD-1 01–26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