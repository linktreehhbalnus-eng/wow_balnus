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18.0</c:v>
                </c:pt>
                <c:pt idx="1">
                  <c:v>17.0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14.0</c:v>
                </c:pt>
                <c:pt idx="1">
                  <c:v>12.0</c:v>
                </c:pt>
                <c:pt idx="2">
                  <c:v>10.0</c:v>
                </c:pt>
                <c:pt idx="3">
                  <c:v>10.0</c:v>
                </c:pt>
                <c:pt idx="4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-266,0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-159,0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55   Δ 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136 (27,2%)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 / 150 (32,7%)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-3,9%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72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79 (30,4%)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64 (29,7%)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71 (35,2%)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+8,7%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(43,7%)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57 | MoM -10,9%
PS: 49 | MoM -10,9%
• Junior
  RE: 45 | Active 33,1% | MoM -13,5%
  PS: 37 | Active 27,2% | MoM -11,9%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+9,1%
  PS: 12 | Active 92,3%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-100,0%, Gap -1
• Grapari Ende: PS +66,7%, Gap 4
• Grapari Kalabahi: PS 0,0%, Gap 0
• Grapari Labuan Bajo: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-20,0%, Gap -1
• Grapari Ruteng: PS +100,0%,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7 (+5,5%), PS -14 (-14,6%)
• Manggarai: RE 1 (+1,4%), PS -4 (-7,4%)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-5 (-50,0%), PS -3 (-60,0%)
• Manggarai: RE -1 (-20,0%),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2 (N/A), PS -2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MAGDALENA JULIANITA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Valentina isabela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