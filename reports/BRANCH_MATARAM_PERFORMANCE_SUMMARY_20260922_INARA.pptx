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  <c:pt idx="15">
                  <c:v>55.0</c:v>
                </c:pt>
                <c:pt idx="16">
                  <c:v>49.0</c:v>
                </c:pt>
                <c:pt idx="17">
                  <c:v>54.0</c:v>
                </c:pt>
                <c:pt idx="18">
                  <c:v>55.0</c:v>
                </c:pt>
                <c:pt idx="19">
                  <c:v>37.0</c:v>
                </c:pt>
                <c:pt idx="20">
                  <c:v>63.0</c:v>
                </c:pt>
                <c:pt idx="21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  <c:pt idx="15">
                  <c:v>35.0</c:v>
                </c:pt>
                <c:pt idx="16">
                  <c:v>29.0</c:v>
                </c:pt>
                <c:pt idx="17">
                  <c:v>30.0</c:v>
                </c:pt>
                <c:pt idx="18">
                  <c:v>31.0</c:v>
                </c:pt>
                <c:pt idx="19">
                  <c:v>22.0</c:v>
                </c:pt>
                <c:pt idx="20">
                  <c:v>30.0</c:v>
                </c:pt>
                <c:pt idx="21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  <c:pt idx="15">
                  <c:v>20.0</c:v>
                </c:pt>
                <c:pt idx="16">
                  <c:v>20.0</c:v>
                </c:pt>
                <c:pt idx="17">
                  <c:v>24.0</c:v>
                </c:pt>
                <c:pt idx="18">
                  <c:v>24.0</c:v>
                </c:pt>
                <c:pt idx="19">
                  <c:v>15.0</c:v>
                </c:pt>
                <c:pt idx="20">
                  <c:v>33.0</c:v>
                </c:pt>
                <c:pt idx="21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  <c:pt idx="15">
                  <c:v>58.0</c:v>
                </c:pt>
                <c:pt idx="16">
                  <c:v>46.0</c:v>
                </c:pt>
                <c:pt idx="17">
                  <c:v>41.0</c:v>
                </c:pt>
                <c:pt idx="18">
                  <c:v>45.0</c:v>
                </c:pt>
                <c:pt idx="19">
                  <c:v>32.0</c:v>
                </c:pt>
                <c:pt idx="20">
                  <c:v>56.0</c:v>
                </c:pt>
                <c:pt idx="21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  <c:pt idx="15">
                  <c:v>37.0</c:v>
                </c:pt>
                <c:pt idx="16">
                  <c:v>29.0</c:v>
                </c:pt>
                <c:pt idx="17">
                  <c:v>25.0</c:v>
                </c:pt>
                <c:pt idx="18">
                  <c:v>26.0</c:v>
                </c:pt>
                <c:pt idx="19">
                  <c:v>20.0</c:v>
                </c:pt>
                <c:pt idx="20">
                  <c:v>32.0</c:v>
                </c:pt>
                <c:pt idx="21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</c:strCache>
            </c: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  <c:pt idx="15">
                  <c:v>21.0</c:v>
                </c:pt>
                <c:pt idx="16">
                  <c:v>17.0</c:v>
                </c:pt>
                <c:pt idx="17">
                  <c:v>16.0</c:v>
                </c:pt>
                <c:pt idx="18">
                  <c:v>19.0</c:v>
                </c:pt>
                <c:pt idx="19">
                  <c:v>12.0</c:v>
                </c:pt>
                <c:pt idx="20">
                  <c:v>24.0</c:v>
                </c:pt>
                <c:pt idx="21">
                  <c:v>25.0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+25,0%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148   Δ 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4.039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4.206   Δ -167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1.721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156 / 213 (73,2%)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182 / 240 (75,8%)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+4,0%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11 (90,9%)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131 (71,8%)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+8,9% | Turun 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82 (75,6%)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 / 92 (78,3%)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 / 213 (13,6%)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+7,4%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 / 240 (18,3%)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+7,3%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131 (13,7%)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148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82 (13,4%)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92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414 (28,5%)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423 (81,3%)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1.238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190 | MoM +5,6%
PS: 182 | MoM +4,6%
• Performer
  RE: 1 | Active 100,0% | MoM 0,0%
  PS: 1 | Active 100,0% | MoM 0,0%
• Junior
  RE: 163 | Active 76,5% | MoM +5,8%
  PS: 156 | Active 73,2% | MoM +5,4%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16 | Active 100,0% | MoM +6,7%
  PS: 15 | Active 93,8%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+6,7%, Gap 2
• Grapari Dompu: PS 0,0%, Gap 0
• Grapari Lombok Timur: PS 0,0%, Gap 0
• Grapari Lombok Utara: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-66,7%, Gap -2
• Grapari Mataram: PS -15,2%, Gap -7
• Grapari Sumbawa: PS +50,0%, Gap 3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(-4,0%), PS -1 (-11,1%)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(-50,0%), PS -2 (-100,0%)
• Sumbawa Barat - Sumbawa Timur: RE 1 (+25,0%),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NIA RAHMAWATI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MIFTAHUL JANNAH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GEORANO INDRIANTO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01–22 Sep 2026 vs MTD-1 01–22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SAIRIN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Nizma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Hudian Rifsi Oktasoliawan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Arianda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Sofyan ali alkodri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