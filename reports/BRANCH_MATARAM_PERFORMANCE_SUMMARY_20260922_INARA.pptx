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  <c:pt idx="18">
                  <c:v>31.0</c:v>
                </c:pt>
                <c:pt idx="19">
                  <c:v>22.0</c:v>
                </c:pt>
                <c:pt idx="20">
                  <c:v>30.0</c:v>
                </c:pt>
                <c:pt idx="21">
                  <c:v>28.0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  <c:pt idx="18">
                  <c:v>24.0</c:v>
                </c:pt>
                <c:pt idx="19">
                  <c:v>15.0</c:v>
                </c:pt>
                <c:pt idx="20">
                  <c:v>33.0</c:v>
                </c:pt>
                <c:pt idx="21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  <c:pt idx="18">
                  <c:v>26.0</c:v>
                </c:pt>
                <c:pt idx="19">
                  <c:v>20.0</c:v>
                </c:pt>
                <c:pt idx="20">
                  <c:v>32.0</c:v>
                </c:pt>
                <c:pt idx="21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  <c:pt idx="18">
                  <c:v>19.0</c:v>
                </c:pt>
                <c:pt idx="19">
                  <c:v>12.0</c:v>
                </c:pt>
                <c:pt idx="20">
                  <c:v>24.0</c:v>
                </c:pt>
                <c:pt idx="21">
                  <c:v>25.0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174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+26,2%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149   Δ 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4.167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4.546   Δ -379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1.879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156 / 213 (73,2%)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 / 240 (75,8%)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+4,0%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11 (90,9%)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 / 131 (71,8%)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 / 148 (74,3%)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+8,9% | Turun 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 / 82 (75,6%)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 / 92 (78,3%)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 / 213 (13,6%)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+7,4% | Turun 65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 / 240 (18,3%)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+7,3% | Turun 79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131 (13,7%)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148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82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92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420 (28,9%)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958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432 (83,1%)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1.283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190 | MoM +5,6%
PS: 182 | MoM +4,6%
• Performer
  RE: 1 | Active 100,0% | MoM 0,0%
  PS: 1 | Active 100,0% | MoM 0,0%
• Junior
  RE: 163 | Active 76,5% | MoM +5,8%
  PS: 156 | Active 73,2% | MoM +5,4%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+6,7%
  PS: 15 | Active 93,8%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+6,7%, Gap 2
• Grapari Dompu: PS 0,0%, Gap 0
• Grapari Lombok Timur: PS 0,0%, Gap 0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-66,7%, Gap -2
• Grapari Mataram: PS -15,2%, Gap -7
• Grapari Sumbawa: PS +50,0%, Gap 3
• Grapari Taliwang: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(-4,0%), PS -1 (-11,1%)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-2 (-100,0%)
• Sumbawa Barat - Sumbawa Timur: RE 1 (+25,0%), PS -1 (-33,3%)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NIA RAHMAWATI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Hudian Rifsi Oktasoliawan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Sofyan ali alkodri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