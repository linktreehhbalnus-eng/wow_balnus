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  <c:pt idx="7">
                  <c:v>61.0</c:v>
                </c:pt>
                <c:pt idx="8">
                  <c:v>48.0</c:v>
                </c:pt>
                <c:pt idx="9">
                  <c:v>51.0</c:v>
                </c:pt>
                <c:pt idx="10">
                  <c:v>57.0</c:v>
                </c:pt>
                <c:pt idx="11">
                  <c:v>51.0</c:v>
                </c:pt>
                <c:pt idx="12">
                  <c:v>32.0</c:v>
                </c:pt>
                <c:pt idx="13">
                  <c:v>63.0</c:v>
                </c:pt>
                <c:pt idx="14">
                  <c:v>64.0</c:v>
                </c:pt>
                <c:pt idx="15">
                  <c:v>55.0</c:v>
                </c:pt>
                <c:pt idx="16">
                  <c:v>49.0</c:v>
                </c:pt>
                <c:pt idx="17">
                  <c:v>54.0</c:v>
                </c:pt>
                <c:pt idx="18">
                  <c:v>55.0</c:v>
                </c:pt>
                <c:pt idx="19">
                  <c:v>37.0</c:v>
                </c:pt>
                <c:pt idx="20">
                  <c:v>63.0</c:v>
                </c:pt>
                <c:pt idx="21">
                  <c:v>51.0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  <c:pt idx="7">
                  <c:v>28.0</c:v>
                </c:pt>
                <c:pt idx="8">
                  <c:v>31.0</c:v>
                </c:pt>
                <c:pt idx="9">
                  <c:v>35.0</c:v>
                </c:pt>
                <c:pt idx="10">
                  <c:v>26.0</c:v>
                </c:pt>
                <c:pt idx="11">
                  <c:v>28.0</c:v>
                </c:pt>
                <c:pt idx="12">
                  <c:v>21.0</c:v>
                </c:pt>
                <c:pt idx="13">
                  <c:v>33.0</c:v>
                </c:pt>
                <c:pt idx="14">
                  <c:v>41.0</c:v>
                </c:pt>
                <c:pt idx="15">
                  <c:v>35.0</c:v>
                </c:pt>
                <c:pt idx="16">
                  <c:v>29.0</c:v>
                </c:pt>
                <c:pt idx="17">
                  <c:v>30.0</c:v>
                </c:pt>
                <c:pt idx="18">
                  <c:v>31.0</c:v>
                </c:pt>
                <c:pt idx="19">
                  <c:v>22.0</c:v>
                </c:pt>
                <c:pt idx="20">
                  <c:v>30.0</c:v>
                </c:pt>
                <c:pt idx="21">
                  <c:v>28.0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  <c:pt idx="7">
                  <c:v>33.0</c:v>
                </c:pt>
                <c:pt idx="8">
                  <c:v>17.0</c:v>
                </c:pt>
                <c:pt idx="9">
                  <c:v>16.0</c:v>
                </c:pt>
                <c:pt idx="10">
                  <c:v>31.0</c:v>
                </c:pt>
                <c:pt idx="11">
                  <c:v>23.0</c:v>
                </c:pt>
                <c:pt idx="12">
                  <c:v>11.0</c:v>
                </c:pt>
                <c:pt idx="13">
                  <c:v>30.0</c:v>
                </c:pt>
                <c:pt idx="14">
                  <c:v>23.0</c:v>
                </c:pt>
                <c:pt idx="15">
                  <c:v>20.0</c:v>
                </c:pt>
                <c:pt idx="16">
                  <c:v>20.0</c:v>
                </c:pt>
                <c:pt idx="17">
                  <c:v>24.0</c:v>
                </c:pt>
                <c:pt idx="18">
                  <c:v>24.0</c:v>
                </c:pt>
                <c:pt idx="19">
                  <c:v>15.0</c:v>
                </c:pt>
                <c:pt idx="20">
                  <c:v>33.0</c:v>
                </c:pt>
                <c:pt idx="21">
                  <c:v>23.0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  <c:pt idx="8">
                  <c:v>54.0</c:v>
                </c:pt>
                <c:pt idx="9">
                  <c:v>38.0</c:v>
                </c:pt>
                <c:pt idx="10">
                  <c:v>33.0</c:v>
                </c:pt>
                <c:pt idx="11">
                  <c:v>43.0</c:v>
                </c:pt>
                <c:pt idx="12">
                  <c:v>25.0</c:v>
                </c:pt>
                <c:pt idx="13">
                  <c:v>50.0</c:v>
                </c:pt>
                <c:pt idx="14">
                  <c:v>55.0</c:v>
                </c:pt>
                <c:pt idx="15">
                  <c:v>58.0</c:v>
                </c:pt>
                <c:pt idx="16">
                  <c:v>46.0</c:v>
                </c:pt>
                <c:pt idx="17">
                  <c:v>41.0</c:v>
                </c:pt>
                <c:pt idx="18">
                  <c:v>45.0</c:v>
                </c:pt>
                <c:pt idx="19">
                  <c:v>32.0</c:v>
                </c:pt>
                <c:pt idx="20">
                  <c:v>56.0</c:v>
                </c:pt>
                <c:pt idx="21">
                  <c:v>50.0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  <c:pt idx="7">
                  <c:v>29.0</c:v>
                </c:pt>
                <c:pt idx="8">
                  <c:v>31.0</c:v>
                </c:pt>
                <c:pt idx="9">
                  <c:v>19.0</c:v>
                </c:pt>
                <c:pt idx="10">
                  <c:v>21.0</c:v>
                </c:pt>
                <c:pt idx="11">
                  <c:v>25.0</c:v>
                </c:pt>
                <c:pt idx="12">
                  <c:v>18.0</c:v>
                </c:pt>
                <c:pt idx="13">
                  <c:v>33.0</c:v>
                </c:pt>
                <c:pt idx="14">
                  <c:v>32.0</c:v>
                </c:pt>
                <c:pt idx="15">
                  <c:v>37.0</c:v>
                </c:pt>
                <c:pt idx="16">
                  <c:v>29.0</c:v>
                </c:pt>
                <c:pt idx="17">
                  <c:v>25.0</c:v>
                </c:pt>
                <c:pt idx="18">
                  <c:v>26.0</c:v>
                </c:pt>
                <c:pt idx="19">
                  <c:v>20.0</c:v>
                </c:pt>
                <c:pt idx="20">
                  <c:v>32.0</c:v>
                </c:pt>
                <c:pt idx="21">
                  <c:v>25.0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  <c:pt idx="7">
                  <c:v>27.0</c:v>
                </c:pt>
                <c:pt idx="8">
                  <c:v>23.0</c:v>
                </c:pt>
                <c:pt idx="9">
                  <c:v>19.0</c:v>
                </c:pt>
                <c:pt idx="10">
                  <c:v>12.0</c:v>
                </c:pt>
                <c:pt idx="11">
                  <c:v>18.0</c:v>
                </c:pt>
                <c:pt idx="12">
                  <c:v>7.0</c:v>
                </c:pt>
                <c:pt idx="13">
                  <c:v>17.0</c:v>
                </c:pt>
                <c:pt idx="14">
                  <c:v>23.0</c:v>
                </c:pt>
                <c:pt idx="15">
                  <c:v>21.0</c:v>
                </c:pt>
                <c:pt idx="16">
                  <c:v>17.0</c:v>
                </c:pt>
                <c:pt idx="17">
                  <c:v>16.0</c:v>
                </c:pt>
                <c:pt idx="18">
                  <c:v>19.0</c:v>
                </c:pt>
                <c:pt idx="19">
                  <c:v>12.0</c:v>
                </c:pt>
                <c:pt idx="20">
                  <c:v>24.0</c:v>
                </c:pt>
                <c:pt idx="21">
                  <c:v>25.0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2.094,1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180   Δ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174   Δ 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+26,2%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149   Δ 39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4.167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4.546   Δ -379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1.879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1.795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2.667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 / 16 (93,8%)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156 / 213 (73,2%)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+2,0% | Turun 65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182 / 240 (75,8%)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+4,0% | Turun 79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11 (90,9%)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94 / 131 (71,8%)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+6,8%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110 / 148 (74,3%)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+8,9% | Turun 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62 / 82 (75,6%)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-4,6%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72 / 92 (78,3%)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-2,7%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933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1.304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767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29 / 213 (13,6%)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+7,4% | Turun 65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44 / 240 (18,3%)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+7,3% | Turun 79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11 (27,3%)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131 (13,7%)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 / 148 (18,2%)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82 (13,4%)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92 (18,5%)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1.601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1.753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11.902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420 (29,0%)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958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432 (81,5%)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1.283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330,6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190 | MoM +5,6%
PS: 182 | MoM +4,6%
• Performer
  RE: 1 | Active 100,0% | MoM 0,0%
  PS: 1 | Active 100,0% | MoM 0,0%
• Junior
  RE: 163 | Active 76,5% | MoM +5,8%
  PS: 156 | Active 73,2% | MoM +5,4%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16 | Active 100,0% | MoM +6,7%
  PS: 15 | Active 93,8% | MoM 0,0%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+6,7%, Gap 2
• Grapari Dompu: PS 0,0%, Gap 0
• Grapari Lombok Timur: PS 0,0%, Gap 0
• Grapari Lombok Utara: PS -50,0%,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-66,7%, Gap -2
• Grapari Mataram: PS -15,2%, Gap -7
• Grapari Sumbawa: PS +50,0%, Gap 3
• Grapari Taliwang: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 - Sumbawa Timur: RE -1 (-4,0%), PS -1 (-11,1%)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 (-50,0%), PS -2 (-100,0%)
• Sumbawa Barat - Sumbawa Timur: RE 1 (+25,0%), PS -1 (-33,3%)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354,1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NIA RAHMAWATI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MIFTAHUL JANNAH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ANNISA SYAKIRAH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GEORANO INDRIANTO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SAIRIN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Arianda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Sofyan ali alkodri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Nizma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Hudian Rifsi Oktasoliawan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RIRIN DWI APRILIANTI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Arianda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Sofyan ali alkodri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