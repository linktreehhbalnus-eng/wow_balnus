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+25,0%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4.039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4.206   Δ -167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151 / 213 (70,9%)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176 / 240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 / 131 (68,7%)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148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82 (74,4%)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92 (77,2%)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148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82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92 (16,3%)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414 (28,5%)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423 (81,3%)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1.238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190 | MoM +5,6%
PS: 176 | MoM +1,1%
• Performer
  RE: 1 | Active 100,0% | MoM 0,0%
  PS: 1 | Active 100,0% | MoM 0,0%
• Junior
  RE: 163 | Active 76,5% | MoM +5,8%
  PS: 151 | Active 70,9% | MoM +2,0%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14 | Active 87,5% | MoM -6,7%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-10,0%, Gap -3
• Grapari Dompu: PS -12,5%, Gap -1
• Grapari Lombok Timur: PS -50,0%, Gap -1
• Grapari Lombok Utara: PS -100,0%,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-30,4%, Gap -14
• Grapari Sumbawa: PS +50,0%, Gap 3
• Grapari Taliwang: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8 (+0,8%), PS -80 (-10,7%)
• Sumbawa Barat - Sumbawa Timur: RE 83 (+12,8%), PS -45 (-9,1%)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(-4,0%),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(-50,0%), PS -2 (-100,0%)
• Sumbawa Barat - Sumbawa Timur: RE 1 (+25,0%),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Hudian Rifsi Oktasoliawan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