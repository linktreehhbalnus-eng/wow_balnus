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1.713   Δ -251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79 (31,5%)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