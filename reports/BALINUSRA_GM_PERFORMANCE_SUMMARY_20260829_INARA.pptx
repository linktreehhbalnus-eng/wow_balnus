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16/08</c:v>
                </c:pt>
                <c:pt idx="1">
                  <c:v>17/08</c:v>
                </c:pt>
                <c:pt idx="2">
                  <c:v>18/08</c:v>
                </c:pt>
                <c:pt idx="3">
                  <c:v>19/08</c:v>
                </c:pt>
                <c:pt idx="4">
                  <c:v>20/08</c:v>
                </c:pt>
                <c:pt idx="5">
                  <c:v>21/08</c:v>
                </c:pt>
                <c:pt idx="6">
                  <c:v>22/08</c:v>
                </c:pt>
                <c:pt idx="7">
                  <c:v>23/08</c:v>
                </c:pt>
                <c:pt idx="8">
                  <c:v>24/08</c:v>
                </c:pt>
                <c:pt idx="9">
                  <c:v>25/08</c:v>
                </c:pt>
                <c:pt idx="10">
                  <c:v>26/08</c:v>
                </c:pt>
                <c:pt idx="11">
                  <c:v>27/08</c:v>
                </c:pt>
                <c:pt idx="12">
                  <c:v>28/08</c:v>
                </c:pt>
                <c:pt idx="13">
                  <c:v>29/08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214.0</c:v>
                </c:pt>
                <c:pt idx="1">
                  <c:v>218.0</c:v>
                </c:pt>
                <c:pt idx="2">
                  <c:v>358.0</c:v>
                </c:pt>
                <c:pt idx="3">
                  <c:v>297.0</c:v>
                </c:pt>
                <c:pt idx="4">
                  <c:v>303.0</c:v>
                </c:pt>
                <c:pt idx="5">
                  <c:v>358.0</c:v>
                </c:pt>
                <c:pt idx="6">
                  <c:v>316.0</c:v>
                </c:pt>
                <c:pt idx="7">
                  <c:v>211.0</c:v>
                </c:pt>
                <c:pt idx="8">
                  <c:v>343.0</c:v>
                </c:pt>
                <c:pt idx="9">
                  <c:v>296.0</c:v>
                </c:pt>
                <c:pt idx="10">
                  <c:v>348.0</c:v>
                </c:pt>
                <c:pt idx="11">
                  <c:v>307.0</c:v>
                </c:pt>
                <c:pt idx="12">
                  <c:v>339.0</c:v>
                </c:pt>
                <c:pt idx="13">
                  <c:v>270.0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16/08</c:v>
                </c:pt>
                <c:pt idx="1">
                  <c:v>17/08</c:v>
                </c:pt>
                <c:pt idx="2">
                  <c:v>18/08</c:v>
                </c:pt>
                <c:pt idx="3">
                  <c:v>19/08</c:v>
                </c:pt>
                <c:pt idx="4">
                  <c:v>20/08</c:v>
                </c:pt>
                <c:pt idx="5">
                  <c:v>21/08</c:v>
                </c:pt>
                <c:pt idx="6">
                  <c:v>22/08</c:v>
                </c:pt>
                <c:pt idx="7">
                  <c:v>23/08</c:v>
                </c:pt>
                <c:pt idx="8">
                  <c:v>24/08</c:v>
                </c:pt>
                <c:pt idx="9">
                  <c:v>25/08</c:v>
                </c:pt>
                <c:pt idx="10">
                  <c:v>26/08</c:v>
                </c:pt>
                <c:pt idx="11">
                  <c:v>27/08</c:v>
                </c:pt>
                <c:pt idx="12">
                  <c:v>28/08</c:v>
                </c:pt>
                <c:pt idx="13">
                  <c:v>29/08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151.0</c:v>
                </c:pt>
                <c:pt idx="1">
                  <c:v>149.0</c:v>
                </c:pt>
                <c:pt idx="2">
                  <c:v>278.0</c:v>
                </c:pt>
                <c:pt idx="3">
                  <c:v>268.0</c:v>
                </c:pt>
                <c:pt idx="4">
                  <c:v>231.0</c:v>
                </c:pt>
                <c:pt idx="5">
                  <c:v>271.0</c:v>
                </c:pt>
                <c:pt idx="6">
                  <c:v>256.0</c:v>
                </c:pt>
                <c:pt idx="7">
                  <c:v>197.0</c:v>
                </c:pt>
                <c:pt idx="8">
                  <c:v>266.0</c:v>
                </c:pt>
                <c:pt idx="9">
                  <c:v>228.0</c:v>
                </c:pt>
                <c:pt idx="10">
                  <c:v>230.0</c:v>
                </c:pt>
                <c:pt idx="11">
                  <c:v>298.0</c:v>
                </c:pt>
                <c:pt idx="12">
                  <c:v>255.0</c:v>
                </c:pt>
                <c:pt idx="13">
                  <c:v>238.0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-0,7% &amp; PS -0,4% MoM — Achievement Mencapai 74,0% (RE) / 71,0%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pada 29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01–29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(+8,6%), Kupang Terdalam (-11,4%)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+8,6%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-0,8%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-5,4%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-11,4%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73,4%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53,6%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(+15,4%), Sumba Terdalam (-12,2%)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(+103), Lombok Tengah Tumbuh Tertinggi (+92,8%)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+264, Bottom 5 -219, dan perubahan PS regional -29.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≥100 Mbps Tumbuh Tertinggi (+57,6%), TSEL One &gt;30 Mbps Turun Terdalam (-26,5%)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+8,6%, Aktivitas DJP -5,3%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16.684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9.738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56.265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5.439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83.090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5.439
Dikunjungi: 1.215 (22,3%)
Visit DJP: 3.333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1.033
Dikunjungi: 808 (78,2%)
Visit DJP: 2.247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FERDY ARYANDO JARA JUTALO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wayan pebri wirianta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Evan elison selan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BERTHA GANTI ROULI SILABAN AMKG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fernando nahi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BAGUS ANOM PURWA KENITEN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ALVI MEGAWATI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I PUTU BAYU ARYANATA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01–29 Agu 2026 vs MTD-1 01–29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