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Aug 2026 vs MTD-1 01–29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73,4%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77,2%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66,8%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Aug 2026 vs MTD-1 01–29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83   Δ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82   Δ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-18,8%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64   Δ -12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1.814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-18,9%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2.238   Δ -424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Aug 2026 vs MTD-1 01–29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81 (32,7%)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124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57 (70,4%)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